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49" r:id="rId4"/>
  </p:sldMasterIdLst>
  <p:notesMasterIdLst>
    <p:notesMasterId r:id="rId19"/>
  </p:notesMasterIdLst>
  <p:sldIdLst>
    <p:sldId id="2147473762" r:id="rId5"/>
    <p:sldId id="2147479566" r:id="rId6"/>
    <p:sldId id="261" r:id="rId7"/>
    <p:sldId id="257" r:id="rId8"/>
    <p:sldId id="2147483646" r:id="rId9"/>
    <p:sldId id="2147483647" r:id="rId10"/>
    <p:sldId id="256" r:id="rId11"/>
    <p:sldId id="271" r:id="rId12"/>
    <p:sldId id="273" r:id="rId13"/>
    <p:sldId id="259" r:id="rId14"/>
    <p:sldId id="2147473760" r:id="rId15"/>
    <p:sldId id="2147483644" r:id="rId16"/>
    <p:sldId id="265"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da or TOC" id="{E9DDF6C0-75EF-46EC-AD0D-BDAACE3B188A}">
          <p14:sldIdLst>
            <p14:sldId id="2147473762"/>
            <p14:sldId id="2147479566"/>
            <p14:sldId id="261"/>
            <p14:sldId id="257"/>
            <p14:sldId id="2147483646"/>
            <p14:sldId id="2147483647"/>
            <p14:sldId id="256"/>
            <p14:sldId id="271"/>
            <p14:sldId id="273"/>
            <p14:sldId id="259"/>
            <p14:sldId id="2147473760"/>
          </p14:sldIdLst>
        </p14:section>
        <p14:section name="Appendix" id="{BD09BA4E-D012-495A-9BA5-B7F5026B4EE2}">
          <p14:sldIdLst>
            <p14:sldId id="2147483644"/>
            <p14:sldId id="265"/>
            <p14:sldId id="268"/>
          </p14:sldIdLst>
        </p14:section>
      </p14:sectionLst>
    </p:ex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5000"/>
    <a:srgbClr val="6DCDB8"/>
    <a:srgbClr val="7F7F7F"/>
    <a:srgbClr val="D0C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0D78CA-8497-4891-4F2E-89683D2102A8}" v="59" dt="2026-08-11T18:59:47.598"/>
    <p1510:client id="{24D28F85-E37C-9728-AC2D-B04715C6B9A1}" v="1" dt="2026-08-12T18:54:15.808"/>
    <p1510:client id="{73371AEF-666A-6706-381E-AF0AC9429805}" v="1" dt="2026-08-11T19:01:56.012"/>
    <p1510:client id="{96C6A0F4-DE0D-087E-B594-317A8ED4062B}" v="7" dt="2026-08-11T20:37:34.510"/>
    <p1510:client id="{C665E4D1-720E-4A12-AC07-8B214B6FB31E}" v="1940" dt="2026-08-12T18:53:43.378"/>
    <p1510:client id="{EBEC0059-E726-4828-BCC9-95E893238AD0}" v="2383" dt="2026-08-12T08:49:56.742"/>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0"/>
        <p:guide orient="horz"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hima S Mohammed" userId="S::fathima.mohammed@tredence.com::0508d131-15fa-493b-8a96-870cc98e6f70" providerId="AD" clId="Web-{4A90C641-D697-067C-C8A6-F9D446715B35}"/>
    <pc:docChg chg="modSld">
      <pc:chgData name="Fathima S Mohammed" userId="S::fathima.mohammed@tredence.com::0508d131-15fa-493b-8a96-870cc98e6f70" providerId="AD" clId="Web-{4A90C641-D697-067C-C8A6-F9D446715B35}" dt="2026-08-05T23:17:37.257" v="14" actId="1076"/>
      <pc:docMkLst>
        <pc:docMk/>
      </pc:docMkLst>
      <pc:sldChg chg="modSp">
        <pc:chgData name="Fathima S Mohammed" userId="S::fathima.mohammed@tredence.com::0508d131-15fa-493b-8a96-870cc98e6f70" providerId="AD" clId="Web-{4A90C641-D697-067C-C8A6-F9D446715B35}" dt="2026-08-05T23:16:26.895" v="5"/>
        <pc:sldMkLst>
          <pc:docMk/>
          <pc:sldMk cId="2382690932" sldId="2147479566"/>
        </pc:sldMkLst>
        <pc:spChg chg="mod">
          <ac:chgData name="Fathima S Mohammed" userId="S::fathima.mohammed@tredence.com::0508d131-15fa-493b-8a96-870cc98e6f70" providerId="AD" clId="Web-{4A90C641-D697-067C-C8A6-F9D446715B35}" dt="2026-08-05T23:16:26.895" v="5"/>
          <ac:spMkLst>
            <pc:docMk/>
            <pc:sldMk cId="2382690932" sldId="2147479566"/>
            <ac:spMk id="2" creationId="{B145E5D6-A2C0-4414-8EC6-7F5C2122BD21}"/>
          </ac:spMkLst>
        </pc:spChg>
      </pc:sldChg>
    </pc:docChg>
  </pc:docChgLst>
  <pc:docChgLst>
    <pc:chgData name="Fathima S Mohammed" userId="S::fathima.mohammed@tredence.com::0508d131-15fa-493b-8a96-870cc98e6f70" providerId="AD" clId="Web-{1A0D78CA-8497-4891-4F2E-89683D2102A8}"/>
    <pc:docChg chg="addSld modSld sldOrd modMainMaster modSection">
      <pc:chgData name="Fathima S Mohammed" userId="S::fathima.mohammed@tredence.com::0508d131-15fa-493b-8a96-870cc98e6f70" providerId="AD" clId="Web-{1A0D78CA-8497-4891-4F2E-89683D2102A8}" dt="2026-08-11T19:00:30.224" v="62" actId="14100"/>
      <pc:docMkLst>
        <pc:docMk/>
      </pc:docMkLst>
      <pc:sldChg chg="modSp">
        <pc:chgData name="Fathima S Mohammed" userId="S::fathima.mohammed@tredence.com::0508d131-15fa-493b-8a96-870cc98e6f70" providerId="AD" clId="Web-{1A0D78CA-8497-4891-4F2E-89683D2102A8}" dt="2026-08-11T18:55:27.170" v="47" actId="20577"/>
        <pc:sldMkLst>
          <pc:docMk/>
          <pc:sldMk cId="2027973528" sldId="258"/>
        </pc:sldMkLst>
        <pc:spChg chg="mod">
          <ac:chgData name="Fathima S Mohammed" userId="S::fathima.mohammed@tredence.com::0508d131-15fa-493b-8a96-870cc98e6f70" providerId="AD" clId="Web-{1A0D78CA-8497-4891-4F2E-89683D2102A8}" dt="2026-08-11T18:49:00.970" v="24" actId="20577"/>
          <ac:spMkLst>
            <pc:docMk/>
            <pc:sldMk cId="2027973528" sldId="258"/>
            <ac:spMk id="4" creationId="{4DB32EB1-3F68-E818-982B-88D37A39ED63}"/>
          </ac:spMkLst>
        </pc:spChg>
        <pc:spChg chg="mod">
          <ac:chgData name="Fathima S Mohammed" userId="S::fathima.mohammed@tredence.com::0508d131-15fa-493b-8a96-870cc98e6f70" providerId="AD" clId="Web-{1A0D78CA-8497-4891-4F2E-89683D2102A8}" dt="2026-08-11T18:55:27.170" v="47" actId="20577"/>
          <ac:spMkLst>
            <pc:docMk/>
            <pc:sldMk cId="2027973528" sldId="258"/>
            <ac:spMk id="74" creationId="{63B312C6-0C2B-2AE6-5536-1F9E0877D61A}"/>
          </ac:spMkLst>
        </pc:spChg>
      </pc:sldChg>
      <pc:sldChg chg="add replId">
        <pc:chgData name="Fathima S Mohammed" userId="S::fathima.mohammed@tredence.com::0508d131-15fa-493b-8a96-870cc98e6f70" providerId="AD" clId="Web-{1A0D78CA-8497-4891-4F2E-89683D2102A8}" dt="2026-08-11T18:49:37.643" v="25"/>
        <pc:sldMkLst>
          <pc:docMk/>
          <pc:sldMk cId="803701093" sldId="262"/>
        </pc:sldMkLst>
      </pc:sldChg>
      <pc:sldChg chg="ord">
        <pc:chgData name="Fathima S Mohammed" userId="S::fathima.mohammed@tredence.com::0508d131-15fa-493b-8a96-870cc98e6f70" providerId="AD" clId="Web-{1A0D78CA-8497-4891-4F2E-89683D2102A8}" dt="2026-08-11T18:51:46.006" v="27"/>
        <pc:sldMkLst>
          <pc:docMk/>
          <pc:sldMk cId="0" sldId="263"/>
        </pc:sldMkLst>
      </pc:sldChg>
      <pc:sldChg chg="new ord">
        <pc:chgData name="Fathima S Mohammed" userId="S::fathima.mohammed@tredence.com::0508d131-15fa-493b-8a96-870cc98e6f70" providerId="AD" clId="Web-{1A0D78CA-8497-4891-4F2E-89683D2102A8}" dt="2026-08-11T18:56:56.109" v="49"/>
        <pc:sldMkLst>
          <pc:docMk/>
          <pc:sldMk cId="2906368800" sldId="264"/>
        </pc:sldMkLst>
      </pc:sldChg>
      <pc:sldChg chg="addSp delSp modSp new">
        <pc:chgData name="Fathima S Mohammed" userId="S::fathima.mohammed@tredence.com::0508d131-15fa-493b-8a96-870cc98e6f70" providerId="AD" clId="Web-{1A0D78CA-8497-4891-4F2E-89683D2102A8}" dt="2026-08-11T19:00:30.224" v="62" actId="14100"/>
        <pc:sldMkLst>
          <pc:docMk/>
          <pc:sldMk cId="103511915" sldId="265"/>
        </pc:sldMkLst>
        <pc:spChg chg="del">
          <ac:chgData name="Fathima S Mohammed" userId="S::fathima.mohammed@tredence.com::0508d131-15fa-493b-8a96-870cc98e6f70" providerId="AD" clId="Web-{1A0D78CA-8497-4891-4F2E-89683D2102A8}" dt="2026-08-11T18:59:28.379" v="52"/>
          <ac:spMkLst>
            <pc:docMk/>
            <pc:sldMk cId="103511915" sldId="265"/>
            <ac:spMk id="3" creationId="{B2F60754-72A3-FA5D-C408-9A15FB935C2C}"/>
          </ac:spMkLst>
        </pc:spChg>
        <pc:spChg chg="del">
          <ac:chgData name="Fathima S Mohammed" userId="S::fathima.mohammed@tredence.com::0508d131-15fa-493b-8a96-870cc98e6f70" providerId="AD" clId="Web-{1A0D78CA-8497-4891-4F2E-89683D2102A8}" dt="2026-08-11T18:59:24.707" v="51"/>
          <ac:spMkLst>
            <pc:docMk/>
            <pc:sldMk cId="103511915" sldId="265"/>
            <ac:spMk id="4" creationId="{34A3BA44-F2CA-00C8-9CC9-71FF1643CC03}"/>
          </ac:spMkLst>
        </pc:spChg>
        <pc:graphicFrameChg chg="add mod">
          <ac:chgData name="Fathima S Mohammed" userId="S::fathima.mohammed@tredence.com::0508d131-15fa-493b-8a96-870cc98e6f70" providerId="AD" clId="Web-{1A0D78CA-8497-4891-4F2E-89683D2102A8}" dt="2026-08-11T19:00:30.224" v="62" actId="14100"/>
          <ac:graphicFrameMkLst>
            <pc:docMk/>
            <pc:sldMk cId="103511915" sldId="265"/>
            <ac:graphicFrameMk id="6" creationId="{55688412-BABC-C07D-C916-5608D1AB642D}"/>
          </ac:graphicFrameMkLst>
        </pc:graphicFrameChg>
      </pc:sldChg>
      <pc:sldChg chg="ord">
        <pc:chgData name="Fathima S Mohammed" userId="S::fathima.mohammed@tredence.com::0508d131-15fa-493b-8a96-870cc98e6f70" providerId="AD" clId="Web-{1A0D78CA-8497-4891-4F2E-89683D2102A8}" dt="2026-08-11T18:58:02.736" v="50"/>
        <pc:sldMkLst>
          <pc:docMk/>
          <pc:sldMk cId="3430357071" sldId="268"/>
        </pc:sldMkLst>
      </pc:sldChg>
      <pc:sldChg chg="modSp">
        <pc:chgData name="Fathima S Mohammed" userId="S::fathima.mohammed@tredence.com::0508d131-15fa-493b-8a96-870cc98e6f70" providerId="AD" clId="Web-{1A0D78CA-8497-4891-4F2E-89683D2102A8}" dt="2026-08-11T18:49:00.627" v="23" actId="14100"/>
        <pc:sldMkLst>
          <pc:docMk/>
          <pc:sldMk cId="0" sldId="276"/>
        </pc:sldMkLst>
        <pc:spChg chg="mod">
          <ac:chgData name="Fathima S Mohammed" userId="S::fathima.mohammed@tredence.com::0508d131-15fa-493b-8a96-870cc98e6f70" providerId="AD" clId="Web-{1A0D78CA-8497-4891-4F2E-89683D2102A8}" dt="2026-08-11T18:48:59.267" v="20" actId="1076"/>
          <ac:spMkLst>
            <pc:docMk/>
            <pc:sldMk cId="0" sldId="276"/>
            <ac:spMk id="3" creationId="{5CE258CF-6DA8-66B0-6B4B-820DEF82EF36}"/>
          </ac:spMkLst>
        </pc:spChg>
        <pc:grpChg chg="mod">
          <ac:chgData name="Fathima S Mohammed" userId="S::fathima.mohammed@tredence.com::0508d131-15fa-493b-8a96-870cc98e6f70" providerId="AD" clId="Web-{1A0D78CA-8497-4891-4F2E-89683D2102A8}" dt="2026-08-11T18:49:00.627" v="23" actId="14100"/>
          <ac:grpSpMkLst>
            <pc:docMk/>
            <pc:sldMk cId="0" sldId="276"/>
            <ac:grpSpMk id="6" creationId="{35D34561-C54A-ADE5-679F-A39559D0ED7C}"/>
          </ac:grpSpMkLst>
        </pc:grpChg>
        <pc:grpChg chg="mod">
          <ac:chgData name="Fathima S Mohammed" userId="S::fathima.mohammed@tredence.com::0508d131-15fa-493b-8a96-870cc98e6f70" providerId="AD" clId="Web-{1A0D78CA-8497-4891-4F2E-89683D2102A8}" dt="2026-08-11T18:49:00.627" v="22" actId="14100"/>
          <ac:grpSpMkLst>
            <pc:docMk/>
            <pc:sldMk cId="0" sldId="276"/>
            <ac:grpSpMk id="30" creationId="{1DF9B28A-9438-4BC8-5DE4-3B5A69BB7B09}"/>
          </ac:grpSpMkLst>
        </pc:grpChg>
        <pc:grpChg chg="mod">
          <ac:chgData name="Fathima S Mohammed" userId="S::fathima.mohammed@tredence.com::0508d131-15fa-493b-8a96-870cc98e6f70" providerId="AD" clId="Web-{1A0D78CA-8497-4891-4F2E-89683D2102A8}" dt="2026-08-11T18:49:00.627" v="21" actId="14100"/>
          <ac:grpSpMkLst>
            <pc:docMk/>
            <pc:sldMk cId="0" sldId="276"/>
            <ac:grpSpMk id="38" creationId="{FBDD5AAA-FC81-F8C5-1395-373D17A165E8}"/>
          </ac:grpSpMkLst>
        </pc:grpChg>
      </pc:sldChg>
      <pc:sldChg chg="modSp">
        <pc:chgData name="Fathima S Mohammed" userId="S::fathima.mohammed@tredence.com::0508d131-15fa-493b-8a96-870cc98e6f70" providerId="AD" clId="Web-{1A0D78CA-8497-4891-4F2E-89683D2102A8}" dt="2026-08-11T17:16:10.746" v="0" actId="14100"/>
        <pc:sldMkLst>
          <pc:docMk/>
          <pc:sldMk cId="2382690932" sldId="2147479566"/>
        </pc:sldMkLst>
        <pc:picChg chg="mod">
          <ac:chgData name="Fathima S Mohammed" userId="S::fathima.mohammed@tredence.com::0508d131-15fa-493b-8a96-870cc98e6f70" providerId="AD" clId="Web-{1A0D78CA-8497-4891-4F2E-89683D2102A8}" dt="2026-08-11T17:16:10.746" v="0" actId="14100"/>
          <ac:picMkLst>
            <pc:docMk/>
            <pc:sldMk cId="2382690932" sldId="2147479566"/>
            <ac:picMk id="20" creationId="{C9AB1275-DBC0-4E77-ABC0-40BB025B88AA}"/>
          </ac:picMkLst>
        </pc:picChg>
      </pc:sldChg>
      <pc:sldChg chg="modSp ord">
        <pc:chgData name="Fathima S Mohammed" userId="S::fathima.mohammed@tredence.com::0508d131-15fa-493b-8a96-870cc98e6f70" providerId="AD" clId="Web-{1A0D78CA-8497-4891-4F2E-89683D2102A8}" dt="2026-08-11T18:50:38.582" v="26"/>
        <pc:sldMkLst>
          <pc:docMk/>
          <pc:sldMk cId="0" sldId="2147483644"/>
        </pc:sldMkLst>
        <pc:graphicFrameChg chg="mod modGraphic">
          <ac:chgData name="Fathima S Mohammed" userId="S::fathima.mohammed@tredence.com::0508d131-15fa-493b-8a96-870cc98e6f70" providerId="AD" clId="Web-{1A0D78CA-8497-4891-4F2E-89683D2102A8}" dt="2026-08-11T17:22:50.328" v="3"/>
          <ac:graphicFrameMkLst>
            <pc:docMk/>
            <pc:sldMk cId="0" sldId="2147483644"/>
            <ac:graphicFrameMk id="3" creationId="{43B9DC73-1BA7-C619-F72C-9C34F8D237B5}"/>
          </ac:graphicFrameMkLst>
        </pc:graphicFrameChg>
      </pc:sldChg>
      <pc:sldChg chg="addSp modSp">
        <pc:chgData name="Fathima S Mohammed" userId="S::fathima.mohammed@tredence.com::0508d131-15fa-493b-8a96-870cc98e6f70" providerId="AD" clId="Web-{1A0D78CA-8497-4891-4F2E-89683D2102A8}" dt="2026-08-11T18:28:09.048" v="12"/>
        <pc:sldMkLst>
          <pc:docMk/>
          <pc:sldMk cId="0" sldId="2147483645"/>
        </pc:sldMkLst>
        <pc:spChg chg="add mod">
          <ac:chgData name="Fathima S Mohammed" userId="S::fathima.mohammed@tredence.com::0508d131-15fa-493b-8a96-870cc98e6f70" providerId="AD" clId="Web-{1A0D78CA-8497-4891-4F2E-89683D2102A8}" dt="2026-08-11T18:28:09.048" v="12"/>
          <ac:spMkLst>
            <pc:docMk/>
            <pc:sldMk cId="0" sldId="2147483645"/>
            <ac:spMk id="2" creationId="{4FB4E357-3FC3-8125-18B8-DD7F97FE7DEA}"/>
          </ac:spMkLst>
        </pc:spChg>
      </pc:sldChg>
      <pc:sldChg chg="modSp">
        <pc:chgData name="Fathima S Mohammed" userId="S::fathima.mohammed@tredence.com::0508d131-15fa-493b-8a96-870cc98e6f70" providerId="AD" clId="Web-{1A0D78CA-8497-4891-4F2E-89683D2102A8}" dt="2026-08-11T18:14:26.102" v="11"/>
        <pc:sldMkLst>
          <pc:docMk/>
          <pc:sldMk cId="0" sldId="2147483647"/>
        </pc:sldMkLst>
        <pc:graphicFrameChg chg="mod modGraphic">
          <ac:chgData name="Fathima S Mohammed" userId="S::fathima.mohammed@tredence.com::0508d131-15fa-493b-8a96-870cc98e6f70" providerId="AD" clId="Web-{1A0D78CA-8497-4891-4F2E-89683D2102A8}" dt="2026-08-11T18:14:26.102" v="11"/>
          <ac:graphicFrameMkLst>
            <pc:docMk/>
            <pc:sldMk cId="0" sldId="2147483647"/>
            <ac:graphicFrameMk id="68" creationId="{02B48A52-3B66-D950-320B-F9B23EE62243}"/>
          </ac:graphicFrameMkLst>
        </pc:graphicFrameChg>
      </pc:sldChg>
      <pc:sldMasterChg chg="mod modSldLayout">
        <pc:chgData name="Fathima S Mohammed" userId="S::fathima.mohammed@tredence.com::0508d131-15fa-493b-8a96-870cc98e6f70" providerId="AD" clId="Web-{1A0D78CA-8497-4891-4F2E-89683D2102A8}" dt="2026-08-11T18:28:11.485" v="13"/>
        <pc:sldMasterMkLst>
          <pc:docMk/>
          <pc:sldMasterMk cId="3259191222" sldId="2147484249"/>
        </pc:sldMasterMkLst>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090110696" sldId="2147484250"/>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026886930" sldId="2147484251"/>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3630991054" sldId="2147484252"/>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3368105444" sldId="2147484254"/>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2953796093" sldId="2147484255"/>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799428857" sldId="2147484256"/>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182278748" sldId="2147484258"/>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3944495998" sldId="2147484259"/>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634323759" sldId="2147484260"/>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240515889" sldId="2147484261"/>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3881499394" sldId="2147484265"/>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2394855847" sldId="2147484268"/>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3134375479" sldId="2147484269"/>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385436568" sldId="2147484272"/>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593201948" sldId="2147484274"/>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2600345858" sldId="2147484275"/>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06488378" sldId="2147484276"/>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929051763" sldId="2147484277"/>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282844657" sldId="2147484278"/>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3845722761" sldId="2147484282"/>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3214712594" sldId="2147484283"/>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4256051733" sldId="2147484284"/>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3113199142" sldId="2147484285"/>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706057791" sldId="2147484286"/>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3153731294" sldId="2147484287"/>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801554596" sldId="2147484288"/>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822811664" sldId="2147484313"/>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2286026809" sldId="2147484314"/>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775017108" sldId="2147484315"/>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332605550" sldId="2147484316"/>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539716462" sldId="2147484317"/>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2663209773" sldId="2147484318"/>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872539559" sldId="2147484319"/>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2252799616" sldId="2147484320"/>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2764157346" sldId="2147484321"/>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3602330453" sldId="2147484322"/>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2657001062" sldId="2147484323"/>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4256038309" sldId="2147484324"/>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870890452" sldId="2147484325"/>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174247401" sldId="2147484326"/>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4173207470" sldId="2147484327"/>
          </pc:sldLayoutMkLst>
        </pc:sldLayoutChg>
        <pc:sldLayoutChg chg="mod">
          <pc:chgData name="Fathima S Mohammed" userId="S::fathima.mohammed@tredence.com::0508d131-15fa-493b-8a96-870cc98e6f70" providerId="AD" clId="Web-{1A0D78CA-8497-4891-4F2E-89683D2102A8}" dt="2026-08-11T18:28:11.485" v="13"/>
          <pc:sldLayoutMkLst>
            <pc:docMk/>
            <pc:sldMasterMk cId="3259191222" sldId="2147484249"/>
            <pc:sldLayoutMk cId="2221723843" sldId="2147484328"/>
          </pc:sldLayoutMkLst>
        </pc:sldLayoutChg>
      </pc:sldMasterChg>
    </pc:docChg>
  </pc:docChgLst>
  <pc:docChgLst>
    <pc:chgData name="Tori Allen" userId="S::victoria.allentori@tredence.com::70c3f91c-bd10-4203-b9b4-b0f2bef65189" providerId="AD" clId="Web-{2A4E4B33-807B-0139-D28A-5C6AD196B328}"/>
    <pc:docChg chg="modSld">
      <pc:chgData name="Tori Allen" userId="S::victoria.allentori@tredence.com::70c3f91c-bd10-4203-b9b4-b0f2bef65189" providerId="AD" clId="Web-{2A4E4B33-807B-0139-D28A-5C6AD196B328}" dt="2026-08-10T16:45:39.082" v="110" actId="20577"/>
      <pc:docMkLst>
        <pc:docMk/>
      </pc:docMkLst>
      <pc:sldChg chg="addSp delSp modSp">
        <pc:chgData name="Tori Allen" userId="S::victoria.allentori@tredence.com::70c3f91c-bd10-4203-b9b4-b0f2bef65189" providerId="AD" clId="Web-{2A4E4B33-807B-0139-D28A-5C6AD196B328}" dt="2026-08-10T16:43:05.237" v="36"/>
        <pc:sldMkLst>
          <pc:docMk/>
          <pc:sldMk cId="3430357071" sldId="268"/>
        </pc:sldMkLst>
        <pc:spChg chg="add mod">
          <ac:chgData name="Tori Allen" userId="S::victoria.allentori@tredence.com::70c3f91c-bd10-4203-b9b4-b0f2bef65189" providerId="AD" clId="Web-{2A4E4B33-807B-0139-D28A-5C6AD196B328}" dt="2026-08-10T16:42:26.580" v="30" actId="20577"/>
          <ac:spMkLst>
            <pc:docMk/>
            <pc:sldMk cId="3430357071" sldId="268"/>
            <ac:spMk id="35" creationId="{21BA0522-8C30-7F65-AB8E-7C224D518250}"/>
          </ac:spMkLst>
        </pc:spChg>
      </pc:sldChg>
    </pc:docChg>
  </pc:docChgLst>
  <pc:docChgLst>
    <pc:chgData name="Ilina Singh" userId="S::ilina.singh@tredence.com::c5fe9b56-57a3-4ec1-a851-d08028415994" providerId="AD" clId="Web-{9CB1E644-972F-2D13-9CA8-FB12C5106EFA}"/>
    <pc:docChg chg="sldOrd">
      <pc:chgData name="Ilina Singh" userId="S::ilina.singh@tredence.com::c5fe9b56-57a3-4ec1-a851-d08028415994" providerId="AD" clId="Web-{9CB1E644-972F-2D13-9CA8-FB12C5106EFA}" dt="2026-08-11T18:40:30.596" v="0"/>
      <pc:docMkLst>
        <pc:docMk/>
      </pc:docMkLst>
      <pc:sldChg chg="ord">
        <pc:chgData name="Ilina Singh" userId="S::ilina.singh@tredence.com::c5fe9b56-57a3-4ec1-a851-d08028415994" providerId="AD" clId="Web-{9CB1E644-972F-2D13-9CA8-FB12C5106EFA}" dt="2026-08-11T18:40:30.596" v="0"/>
        <pc:sldMkLst>
          <pc:docMk/>
          <pc:sldMk cId="0" sldId="273"/>
        </pc:sldMkLst>
      </pc:sldChg>
    </pc:docChg>
  </pc:docChgLst>
  <pc:docChgLst>
    <pc:chgData name="Tori Allen" userId="70c3f91c-bd10-4203-b9b4-b0f2bef65189" providerId="ADAL" clId="{2392C884-0E38-4569-81E0-9AC45265BEDD}"/>
    <pc:docChg chg="undo custSel addSld delSld modSld sldOrd modSection">
      <pc:chgData name="Tori Allen" userId="70c3f91c-bd10-4203-b9b4-b0f2bef65189" providerId="ADAL" clId="{2392C884-0E38-4569-81E0-9AC45265BEDD}" dt="2026-08-12T09:02:09.667" v="4814" actId="1076"/>
      <pc:docMkLst>
        <pc:docMk/>
      </pc:docMkLst>
      <pc:sldChg chg="addSp delSp modSp add mod ord">
        <pc:chgData name="Tori Allen" userId="70c3f91c-bd10-4203-b9b4-b0f2bef65189" providerId="ADAL" clId="{2392C884-0E38-4569-81E0-9AC45265BEDD}" dt="2026-08-12T08:54:44.884" v="4745" actId="20577"/>
        <pc:sldMkLst>
          <pc:docMk/>
          <pc:sldMk cId="944402863" sldId="256"/>
        </pc:sldMkLst>
        <pc:spChg chg="mod">
          <ac:chgData name="Tori Allen" userId="70c3f91c-bd10-4203-b9b4-b0f2bef65189" providerId="ADAL" clId="{2392C884-0E38-4569-81E0-9AC45265BEDD}" dt="2026-08-12T08:54:44.884" v="4745" actId="20577"/>
          <ac:spMkLst>
            <pc:docMk/>
            <pc:sldMk cId="944402863" sldId="256"/>
            <ac:spMk id="2" creationId="{1EB6B0BC-1BA2-7700-32B0-92883279D3E1}"/>
          </ac:spMkLst>
        </pc:spChg>
        <pc:spChg chg="add mod">
          <ac:chgData name="Tori Allen" userId="70c3f91c-bd10-4203-b9b4-b0f2bef65189" providerId="ADAL" clId="{2392C884-0E38-4569-81E0-9AC45265BEDD}" dt="2026-08-10T22:25:18.241" v="2238" actId="20577"/>
          <ac:spMkLst>
            <pc:docMk/>
            <pc:sldMk cId="944402863" sldId="256"/>
            <ac:spMk id="8" creationId="{0B76CA87-95D0-7B98-10F6-03E9BBA59C54}"/>
          </ac:spMkLst>
        </pc:spChg>
        <pc:spChg chg="add mod">
          <ac:chgData name="Tori Allen" userId="70c3f91c-bd10-4203-b9b4-b0f2bef65189" providerId="ADAL" clId="{2392C884-0E38-4569-81E0-9AC45265BEDD}" dt="2026-08-12T07:51:19.681" v="3826" actId="1076"/>
          <ac:spMkLst>
            <pc:docMk/>
            <pc:sldMk cId="944402863" sldId="256"/>
            <ac:spMk id="23" creationId="{F21CF26A-47B9-BA23-6844-4D1886EFEA76}"/>
          </ac:spMkLst>
        </pc:spChg>
        <pc:spChg chg="add mod">
          <ac:chgData name="Tori Allen" userId="70c3f91c-bd10-4203-b9b4-b0f2bef65189" providerId="ADAL" clId="{2392C884-0E38-4569-81E0-9AC45265BEDD}" dt="2026-08-12T07:51:18.584" v="3823" actId="1076"/>
          <ac:spMkLst>
            <pc:docMk/>
            <pc:sldMk cId="944402863" sldId="256"/>
            <ac:spMk id="25" creationId="{3BB91FB5-1792-96DF-74C4-8F4EA9809B16}"/>
          </ac:spMkLst>
        </pc:spChg>
        <pc:spChg chg="add mod">
          <ac:chgData name="Tori Allen" userId="70c3f91c-bd10-4203-b9b4-b0f2bef65189" providerId="ADAL" clId="{2392C884-0E38-4569-81E0-9AC45265BEDD}" dt="2026-08-12T07:51:18.285" v="3822" actId="1076"/>
          <ac:spMkLst>
            <pc:docMk/>
            <pc:sldMk cId="944402863" sldId="256"/>
            <ac:spMk id="27" creationId="{5CA532D9-8F02-7D0D-4E0A-FA4970BF1F0E}"/>
          </ac:spMkLst>
        </pc:spChg>
        <pc:graphicFrameChg chg="mod modGraphic">
          <ac:chgData name="Tori Allen" userId="70c3f91c-bd10-4203-b9b4-b0f2bef65189" providerId="ADAL" clId="{2392C884-0E38-4569-81E0-9AC45265BEDD}" dt="2026-08-12T07:52:44.412" v="3831" actId="14100"/>
          <ac:graphicFrameMkLst>
            <pc:docMk/>
            <pc:sldMk cId="944402863" sldId="256"/>
            <ac:graphicFrameMk id="3" creationId="{65C821D5-98DF-B4C3-456D-1ACB53664A46}"/>
          </ac:graphicFrameMkLst>
        </pc:graphicFrameChg>
        <pc:graphicFrameChg chg="mod">
          <ac:chgData name="Tori Allen" userId="70c3f91c-bd10-4203-b9b4-b0f2bef65189" providerId="ADAL" clId="{2392C884-0E38-4569-81E0-9AC45265BEDD}" dt="2026-08-10T22:43:30.158" v="2381" actId="1076"/>
          <ac:graphicFrameMkLst>
            <pc:docMk/>
            <pc:sldMk cId="944402863" sldId="256"/>
            <ac:graphicFrameMk id="21" creationId="{2DB41350-247D-3611-9E17-BDA2085190CD}"/>
          </ac:graphicFrameMkLst>
        </pc:graphicFrameChg>
        <pc:graphicFrameChg chg="add del mod modGraphic">
          <ac:chgData name="Tori Allen" userId="70c3f91c-bd10-4203-b9b4-b0f2bef65189" providerId="ADAL" clId="{2392C884-0E38-4569-81E0-9AC45265BEDD}" dt="2026-08-12T07:42:50.039" v="3702" actId="478"/>
          <ac:graphicFrameMkLst>
            <pc:docMk/>
            <pc:sldMk cId="944402863" sldId="256"/>
            <ac:graphicFrameMk id="22" creationId="{C7D1118E-B0DF-3600-A5A1-702570C2B1EA}"/>
          </ac:graphicFrameMkLst>
        </pc:graphicFrameChg>
        <pc:cxnChg chg="add mod">
          <ac:chgData name="Tori Allen" userId="70c3f91c-bd10-4203-b9b4-b0f2bef65189" providerId="ADAL" clId="{2392C884-0E38-4569-81E0-9AC45265BEDD}" dt="2026-08-12T07:51:19.288" v="3825" actId="1076"/>
          <ac:cxnSpMkLst>
            <pc:docMk/>
            <pc:sldMk cId="944402863" sldId="256"/>
            <ac:cxnSpMk id="29" creationId="{59FC3DE1-A1B2-5966-255C-2D64E10EFEAE}"/>
          </ac:cxnSpMkLst>
        </pc:cxnChg>
        <pc:cxnChg chg="add mod">
          <ac:chgData name="Tori Allen" userId="70c3f91c-bd10-4203-b9b4-b0f2bef65189" providerId="ADAL" clId="{2392C884-0E38-4569-81E0-9AC45265BEDD}" dt="2026-08-12T07:51:18.923" v="3824" actId="1076"/>
          <ac:cxnSpMkLst>
            <pc:docMk/>
            <pc:sldMk cId="944402863" sldId="256"/>
            <ac:cxnSpMk id="32" creationId="{95CF540F-3018-A4EF-8D4E-FE5A46A10216}"/>
          </ac:cxnSpMkLst>
        </pc:cxnChg>
      </pc:sldChg>
      <pc:sldChg chg="addSp delSp modSp add mod">
        <pc:chgData name="Tori Allen" userId="70c3f91c-bd10-4203-b9b4-b0f2bef65189" providerId="ADAL" clId="{2392C884-0E38-4569-81E0-9AC45265BEDD}" dt="2026-08-12T08:54:23.961" v="4729" actId="20577"/>
        <pc:sldMkLst>
          <pc:docMk/>
          <pc:sldMk cId="630246667" sldId="257"/>
        </pc:sldMkLst>
        <pc:spChg chg="mod">
          <ac:chgData name="Tori Allen" userId="70c3f91c-bd10-4203-b9b4-b0f2bef65189" providerId="ADAL" clId="{2392C884-0E38-4569-81E0-9AC45265BEDD}" dt="2026-08-12T08:54:23.961" v="4729" actId="20577"/>
          <ac:spMkLst>
            <pc:docMk/>
            <pc:sldMk cId="630246667" sldId="257"/>
            <ac:spMk id="13" creationId="{6CBCFA7A-7F7A-C872-05B0-40E56074FF62}"/>
          </ac:spMkLst>
        </pc:spChg>
        <pc:spChg chg="add del mod">
          <ac:chgData name="Tori Allen" userId="70c3f91c-bd10-4203-b9b4-b0f2bef65189" providerId="ADAL" clId="{2392C884-0E38-4569-81E0-9AC45265BEDD}" dt="2026-08-12T08:25:43.505" v="4183" actId="478"/>
          <ac:spMkLst>
            <pc:docMk/>
            <pc:sldMk cId="630246667" sldId="257"/>
            <ac:spMk id="33" creationId="{C44C0857-E730-C7E4-E7B6-BF965C5AEA14}"/>
          </ac:spMkLst>
        </pc:spChg>
        <pc:spChg chg="add del mod">
          <ac:chgData name="Tori Allen" userId="70c3f91c-bd10-4203-b9b4-b0f2bef65189" providerId="ADAL" clId="{2392C884-0E38-4569-81E0-9AC45265BEDD}" dt="2026-08-12T08:25:41.595" v="4182" actId="478"/>
          <ac:spMkLst>
            <pc:docMk/>
            <pc:sldMk cId="630246667" sldId="257"/>
            <ac:spMk id="37" creationId="{1E3DF7A6-93C0-3F6A-891C-1AFDD856DFB6}"/>
          </ac:spMkLst>
        </pc:spChg>
        <pc:spChg chg="add del">
          <ac:chgData name="Tori Allen" userId="70c3f91c-bd10-4203-b9b4-b0f2bef65189" providerId="ADAL" clId="{2392C884-0E38-4569-81E0-9AC45265BEDD}" dt="2026-08-12T08:24:20.907" v="4158" actId="22"/>
          <ac:spMkLst>
            <pc:docMk/>
            <pc:sldMk cId="630246667" sldId="257"/>
            <ac:spMk id="38" creationId="{02A6A6B8-07B0-75DE-1378-57D30639B660}"/>
          </ac:spMkLst>
        </pc:spChg>
        <pc:spChg chg="add del mod">
          <ac:chgData name="Tori Allen" userId="70c3f91c-bd10-4203-b9b4-b0f2bef65189" providerId="ADAL" clId="{2392C884-0E38-4569-81E0-9AC45265BEDD}" dt="2026-08-12T08:25:39.529" v="4181" actId="478"/>
          <ac:spMkLst>
            <pc:docMk/>
            <pc:sldMk cId="630246667" sldId="257"/>
            <ac:spMk id="39" creationId="{529EE430-2357-A4AA-5070-8E29CE9E3821}"/>
          </ac:spMkLst>
        </pc:spChg>
        <pc:spChg chg="add del mod">
          <ac:chgData name="Tori Allen" userId="70c3f91c-bd10-4203-b9b4-b0f2bef65189" providerId="ADAL" clId="{2392C884-0E38-4569-81E0-9AC45265BEDD}" dt="2026-08-12T08:25:37.655" v="4180" actId="478"/>
          <ac:spMkLst>
            <pc:docMk/>
            <pc:sldMk cId="630246667" sldId="257"/>
            <ac:spMk id="41" creationId="{1F5D5C06-5382-E9EC-F497-C37FE5F0326F}"/>
          </ac:spMkLst>
        </pc:spChg>
        <pc:spChg chg="add mod">
          <ac:chgData name="Tori Allen" userId="70c3f91c-bd10-4203-b9b4-b0f2bef65189" providerId="ADAL" clId="{2392C884-0E38-4569-81E0-9AC45265BEDD}" dt="2026-08-10T22:17:45.283" v="2170" actId="14100"/>
          <ac:spMkLst>
            <pc:docMk/>
            <pc:sldMk cId="630246667" sldId="257"/>
            <ac:spMk id="43" creationId="{4E4B1805-CCE4-DBDE-CCB1-F34014AC9943}"/>
          </ac:spMkLst>
        </pc:spChg>
        <pc:spChg chg="add mod">
          <ac:chgData name="Tori Allen" userId="70c3f91c-bd10-4203-b9b4-b0f2bef65189" providerId="ADAL" clId="{2392C884-0E38-4569-81E0-9AC45265BEDD}" dt="2026-08-10T22:20:52.702" v="2189" actId="20577"/>
          <ac:spMkLst>
            <pc:docMk/>
            <pc:sldMk cId="630246667" sldId="257"/>
            <ac:spMk id="45" creationId="{59F9C918-D9BF-B5FF-2DA6-3058E956BB84}"/>
          </ac:spMkLst>
        </pc:spChg>
        <pc:spChg chg="add del mod">
          <ac:chgData name="Tori Allen" userId="70c3f91c-bd10-4203-b9b4-b0f2bef65189" providerId="ADAL" clId="{2392C884-0E38-4569-81E0-9AC45265BEDD}" dt="2026-08-12T08:39:33.789" v="4353" actId="478"/>
          <ac:spMkLst>
            <pc:docMk/>
            <pc:sldMk cId="630246667" sldId="257"/>
            <ac:spMk id="55" creationId="{EE97CD92-A2ED-2069-C6A9-4A985FC1F9BB}"/>
          </ac:spMkLst>
        </pc:spChg>
        <pc:spChg chg="add del mod">
          <ac:chgData name="Tori Allen" userId="70c3f91c-bd10-4203-b9b4-b0f2bef65189" providerId="ADAL" clId="{2392C884-0E38-4569-81E0-9AC45265BEDD}" dt="2026-08-12T08:39:35.451" v="4354" actId="478"/>
          <ac:spMkLst>
            <pc:docMk/>
            <pc:sldMk cId="630246667" sldId="257"/>
            <ac:spMk id="57" creationId="{8D8B414C-A5E6-E040-B067-6EC7B1FB3EDC}"/>
          </ac:spMkLst>
        </pc:spChg>
        <pc:spChg chg="add del mod">
          <ac:chgData name="Tori Allen" userId="70c3f91c-bd10-4203-b9b4-b0f2bef65189" providerId="ADAL" clId="{2392C884-0E38-4569-81E0-9AC45265BEDD}" dt="2026-08-12T08:39:38.686" v="4356" actId="478"/>
          <ac:spMkLst>
            <pc:docMk/>
            <pc:sldMk cId="630246667" sldId="257"/>
            <ac:spMk id="59" creationId="{BD4695A3-BC6E-5481-5FED-F5E5B6980634}"/>
          </ac:spMkLst>
        </pc:spChg>
        <pc:spChg chg="add del">
          <ac:chgData name="Tori Allen" userId="70c3f91c-bd10-4203-b9b4-b0f2bef65189" providerId="ADAL" clId="{2392C884-0E38-4569-81E0-9AC45265BEDD}" dt="2026-08-12T08:39:40.948" v="4357" actId="478"/>
          <ac:spMkLst>
            <pc:docMk/>
            <pc:sldMk cId="630246667" sldId="257"/>
            <ac:spMk id="61" creationId="{3A6B2063-571D-16BF-341E-FA89553AE930}"/>
          </ac:spMkLst>
        </pc:spChg>
        <pc:graphicFrameChg chg="add mod modGraphic">
          <ac:chgData name="Tori Allen" userId="70c3f91c-bd10-4203-b9b4-b0f2bef65189" providerId="ADAL" clId="{2392C884-0E38-4569-81E0-9AC45265BEDD}" dt="2026-08-12T08:52:43.712" v="4722" actId="20577"/>
          <ac:graphicFrameMkLst>
            <pc:docMk/>
            <pc:sldMk cId="630246667" sldId="257"/>
            <ac:graphicFrameMk id="35" creationId="{2303D635-98B7-E84F-5B28-E5AE80B89BB5}"/>
          </ac:graphicFrameMkLst>
        </pc:graphicFrameChg>
        <pc:graphicFrameChg chg="add mod modGraphic">
          <ac:chgData name="Tori Allen" userId="70c3f91c-bd10-4203-b9b4-b0f2bef65189" providerId="ADAL" clId="{2392C884-0E38-4569-81E0-9AC45265BEDD}" dt="2026-08-12T08:49:56.742" v="4674"/>
          <ac:graphicFrameMkLst>
            <pc:docMk/>
            <pc:sldMk cId="630246667" sldId="257"/>
            <ac:graphicFrameMk id="46" creationId="{95EBCFC5-E536-924E-F2D7-F520A244B391}"/>
          </ac:graphicFrameMkLst>
        </pc:graphicFrameChg>
        <pc:picChg chg="del mod">
          <ac:chgData name="Tori Allen" userId="70c3f91c-bd10-4203-b9b4-b0f2bef65189" providerId="ADAL" clId="{2392C884-0E38-4569-81E0-9AC45265BEDD}" dt="2026-08-12T08:39:36.825" v="4355" actId="478"/>
          <ac:picMkLst>
            <pc:docMk/>
            <pc:sldMk cId="630246667" sldId="257"/>
            <ac:picMk id="14" creationId="{CBA07EB9-BB7F-E841-4BE5-2F36159907B2}"/>
          </ac:picMkLst>
        </pc:picChg>
        <pc:picChg chg="add del mod">
          <ac:chgData name="Tori Allen" userId="70c3f91c-bd10-4203-b9b4-b0f2bef65189" providerId="ADAL" clId="{2392C884-0E38-4569-81E0-9AC45265BEDD}" dt="2026-08-12T08:21:04.432" v="4120" actId="478"/>
          <ac:picMkLst>
            <pc:docMk/>
            <pc:sldMk cId="630246667" sldId="257"/>
            <ac:picMk id="31" creationId="{D5B5C061-77E2-AF50-73EB-29D7EBAE7F33}"/>
          </ac:picMkLst>
        </pc:picChg>
        <pc:picChg chg="add del mod">
          <ac:chgData name="Tori Allen" userId="70c3f91c-bd10-4203-b9b4-b0f2bef65189" providerId="ADAL" clId="{2392C884-0E38-4569-81E0-9AC45265BEDD}" dt="2026-08-12T08:36:41.019" v="4318" actId="478"/>
          <ac:picMkLst>
            <pc:docMk/>
            <pc:sldMk cId="630246667" sldId="257"/>
            <ac:picMk id="42" creationId="{82AD9B42-262B-38E6-CDE2-56B385C36754}"/>
          </ac:picMkLst>
        </pc:picChg>
        <pc:picChg chg="mod">
          <ac:chgData name="Tori Allen" userId="70c3f91c-bd10-4203-b9b4-b0f2bef65189" providerId="ADAL" clId="{2392C884-0E38-4569-81E0-9AC45265BEDD}" dt="2026-08-12T08:27:59.588" v="4206" actId="1035"/>
          <ac:picMkLst>
            <pc:docMk/>
            <pc:sldMk cId="630246667" sldId="257"/>
            <ac:picMk id="47" creationId="{AFC22109-608C-0A08-93EF-1DF035ED8818}"/>
          </ac:picMkLst>
        </pc:picChg>
        <pc:picChg chg="mod">
          <ac:chgData name="Tori Allen" userId="70c3f91c-bd10-4203-b9b4-b0f2bef65189" providerId="ADAL" clId="{2392C884-0E38-4569-81E0-9AC45265BEDD}" dt="2026-08-12T08:28:58.840" v="4212" actId="1076"/>
          <ac:picMkLst>
            <pc:docMk/>
            <pc:sldMk cId="630246667" sldId="257"/>
            <ac:picMk id="49" creationId="{1BC7A012-AD5E-FD1E-61FB-5C9C90B2006E}"/>
          </ac:picMkLst>
        </pc:picChg>
        <pc:picChg chg="add del">
          <ac:chgData name="Tori Allen" userId="70c3f91c-bd10-4203-b9b4-b0f2bef65189" providerId="ADAL" clId="{2392C884-0E38-4569-81E0-9AC45265BEDD}" dt="2026-08-12T08:52:17.232" v="4686" actId="478"/>
          <ac:picMkLst>
            <pc:docMk/>
            <pc:sldMk cId="630246667" sldId="257"/>
            <ac:picMk id="50" creationId="{AD0C8302-2703-39AF-EA16-2BAA18DA1613}"/>
          </ac:picMkLst>
        </pc:picChg>
        <pc:picChg chg="mod">
          <ac:chgData name="Tori Allen" userId="70c3f91c-bd10-4203-b9b4-b0f2bef65189" providerId="ADAL" clId="{2392C884-0E38-4569-81E0-9AC45265BEDD}" dt="2026-08-12T08:29:06.229" v="4213" actId="1076"/>
          <ac:picMkLst>
            <pc:docMk/>
            <pc:sldMk cId="630246667" sldId="257"/>
            <ac:picMk id="51" creationId="{455D655A-FA6A-850B-F347-10859A1BC5D2}"/>
          </ac:picMkLst>
        </pc:picChg>
        <pc:picChg chg="mod">
          <ac:chgData name="Tori Allen" userId="70c3f91c-bd10-4203-b9b4-b0f2bef65189" providerId="ADAL" clId="{2392C884-0E38-4569-81E0-9AC45265BEDD}" dt="2026-08-12T08:29:21.760" v="4215" actId="1076"/>
          <ac:picMkLst>
            <pc:docMk/>
            <pc:sldMk cId="630246667" sldId="257"/>
            <ac:picMk id="53" creationId="{CB3AA69C-D9F6-E600-6529-6819CF9A3702}"/>
          </ac:picMkLst>
        </pc:picChg>
        <pc:picChg chg="add del">
          <ac:chgData name="Tori Allen" userId="70c3f91c-bd10-4203-b9b4-b0f2bef65189" providerId="ADAL" clId="{2392C884-0E38-4569-81E0-9AC45265BEDD}" dt="2026-08-12T08:37:36.346" v="4328" actId="22"/>
          <ac:picMkLst>
            <pc:docMk/>
            <pc:sldMk cId="630246667" sldId="257"/>
            <ac:picMk id="54" creationId="{4F5DED84-573C-91A8-CD4E-264AACE90C0E}"/>
          </ac:picMkLst>
        </pc:picChg>
        <pc:picChg chg="add mod">
          <ac:chgData name="Tori Allen" userId="70c3f91c-bd10-4203-b9b4-b0f2bef65189" providerId="ADAL" clId="{2392C884-0E38-4569-81E0-9AC45265BEDD}" dt="2026-08-12T08:50:39.534" v="4683" actId="14100"/>
          <ac:picMkLst>
            <pc:docMk/>
            <pc:sldMk cId="630246667" sldId="257"/>
            <ac:picMk id="58" creationId="{D85200E2-56F8-89B0-E1AA-DBD59F18DB35}"/>
          </ac:picMkLst>
        </pc:picChg>
        <pc:picChg chg="add">
          <ac:chgData name="Tori Allen" userId="70c3f91c-bd10-4203-b9b4-b0f2bef65189" providerId="ADAL" clId="{2392C884-0E38-4569-81E0-9AC45265BEDD}" dt="2026-08-12T08:52:53.518" v="4723" actId="22"/>
          <ac:picMkLst>
            <pc:docMk/>
            <pc:sldMk cId="630246667" sldId="257"/>
            <ac:picMk id="62" creationId="{68DC0F72-029B-2460-A161-C1AC81FAE302}"/>
          </ac:picMkLst>
        </pc:picChg>
        <pc:picChg chg="mod">
          <ac:chgData name="Tori Allen" userId="70c3f91c-bd10-4203-b9b4-b0f2bef65189" providerId="ADAL" clId="{2392C884-0E38-4569-81E0-9AC45265BEDD}" dt="2026-08-12T08:47:35.676" v="4655" actId="1076"/>
          <ac:picMkLst>
            <pc:docMk/>
            <pc:sldMk cId="630246667" sldId="257"/>
            <ac:picMk id="63" creationId="{6645F9EF-046C-0CF9-DEC0-944152F246D6}"/>
          </ac:picMkLst>
        </pc:picChg>
        <pc:picChg chg="mod">
          <ac:chgData name="Tori Allen" userId="70c3f91c-bd10-4203-b9b4-b0f2bef65189" providerId="ADAL" clId="{2392C884-0E38-4569-81E0-9AC45265BEDD}" dt="2026-08-12T08:48:30.630" v="4664" actId="1036"/>
          <ac:picMkLst>
            <pc:docMk/>
            <pc:sldMk cId="630246667" sldId="257"/>
            <ac:picMk id="65" creationId="{0932AEAB-559D-27B2-545B-FB20BBA08885}"/>
          </ac:picMkLst>
        </pc:picChg>
        <pc:picChg chg="mod">
          <ac:chgData name="Tori Allen" userId="70c3f91c-bd10-4203-b9b4-b0f2bef65189" providerId="ADAL" clId="{2392C884-0E38-4569-81E0-9AC45265BEDD}" dt="2026-08-12T08:47:08.885" v="4647" actId="1076"/>
          <ac:picMkLst>
            <pc:docMk/>
            <pc:sldMk cId="630246667" sldId="257"/>
            <ac:picMk id="67" creationId="{8183E0E3-6CBA-94D7-0142-B212D098A691}"/>
          </ac:picMkLst>
        </pc:picChg>
        <pc:picChg chg="mod">
          <ac:chgData name="Tori Allen" userId="70c3f91c-bd10-4203-b9b4-b0f2bef65189" providerId="ADAL" clId="{2392C884-0E38-4569-81E0-9AC45265BEDD}" dt="2026-08-12T08:49:36.989" v="4673" actId="14100"/>
          <ac:picMkLst>
            <pc:docMk/>
            <pc:sldMk cId="630246667" sldId="257"/>
            <ac:picMk id="69" creationId="{DE525741-2EE6-433A-902C-BCD55648294A}"/>
          </ac:picMkLst>
        </pc:picChg>
      </pc:sldChg>
      <pc:sldChg chg="addSp delSp add del mod">
        <pc:chgData name="Tori Allen" userId="70c3f91c-bd10-4203-b9b4-b0f2bef65189" providerId="ADAL" clId="{2392C884-0E38-4569-81E0-9AC45265BEDD}" dt="2026-08-11T19:42:27.124" v="3116" actId="47"/>
        <pc:sldMkLst>
          <pc:docMk/>
          <pc:sldMk cId="2027973528" sldId="258"/>
        </pc:sldMkLst>
        <pc:spChg chg="del">
          <ac:chgData name="Tori Allen" userId="70c3f91c-bd10-4203-b9b4-b0f2bef65189" providerId="ADAL" clId="{2392C884-0E38-4569-81E0-9AC45265BEDD}" dt="2026-08-11T18:28:00.195" v="2872" actId="478"/>
          <ac:spMkLst>
            <pc:docMk/>
            <pc:sldMk cId="2027973528" sldId="258"/>
            <ac:spMk id="3" creationId="{F5E5D7D9-D788-42C3-0275-859C1EE4A796}"/>
          </ac:spMkLst>
        </pc:spChg>
        <pc:spChg chg="del">
          <ac:chgData name="Tori Allen" userId="70c3f91c-bd10-4203-b9b4-b0f2bef65189" providerId="ADAL" clId="{2392C884-0E38-4569-81E0-9AC45265BEDD}" dt="2026-08-11T18:28:00.195" v="2872" actId="478"/>
          <ac:spMkLst>
            <pc:docMk/>
            <pc:sldMk cId="2027973528" sldId="258"/>
            <ac:spMk id="5" creationId="{ACF04FE1-32C7-BED3-5E09-FAB46BC9612D}"/>
          </ac:spMkLst>
        </pc:spChg>
        <pc:spChg chg="del">
          <ac:chgData name="Tori Allen" userId="70c3f91c-bd10-4203-b9b4-b0f2bef65189" providerId="ADAL" clId="{2392C884-0E38-4569-81E0-9AC45265BEDD}" dt="2026-08-11T18:28:00.195" v="2872" actId="478"/>
          <ac:spMkLst>
            <pc:docMk/>
            <pc:sldMk cId="2027973528" sldId="258"/>
            <ac:spMk id="7" creationId="{157C92DE-87E3-1353-620B-D2793A79776E}"/>
          </ac:spMkLst>
        </pc:spChg>
        <pc:spChg chg="del">
          <ac:chgData name="Tori Allen" userId="70c3f91c-bd10-4203-b9b4-b0f2bef65189" providerId="ADAL" clId="{2392C884-0E38-4569-81E0-9AC45265BEDD}" dt="2026-08-11T18:28:00.195" v="2872" actId="478"/>
          <ac:spMkLst>
            <pc:docMk/>
            <pc:sldMk cId="2027973528" sldId="258"/>
            <ac:spMk id="8" creationId="{2363001A-A656-FF41-C125-984C7C56F8A3}"/>
          </ac:spMkLst>
        </pc:spChg>
        <pc:spChg chg="del">
          <ac:chgData name="Tori Allen" userId="70c3f91c-bd10-4203-b9b4-b0f2bef65189" providerId="ADAL" clId="{2392C884-0E38-4569-81E0-9AC45265BEDD}" dt="2026-08-11T18:28:00.195" v="2872" actId="478"/>
          <ac:spMkLst>
            <pc:docMk/>
            <pc:sldMk cId="2027973528" sldId="258"/>
            <ac:spMk id="9" creationId="{9F2B9B8A-65B6-C9A7-0BBA-654307DF7E47}"/>
          </ac:spMkLst>
        </pc:spChg>
        <pc:spChg chg="add">
          <ac:chgData name="Tori Allen" userId="70c3f91c-bd10-4203-b9b4-b0f2bef65189" providerId="ADAL" clId="{2392C884-0E38-4569-81E0-9AC45265BEDD}" dt="2026-08-11T18:28:08.967" v="2873" actId="22"/>
          <ac:spMkLst>
            <pc:docMk/>
            <pc:sldMk cId="2027973528" sldId="258"/>
            <ac:spMk id="15" creationId="{202E0053-F56E-4BBD-E0CD-BFE8BEA17ADD}"/>
          </ac:spMkLst>
        </pc:spChg>
        <pc:spChg chg="add">
          <ac:chgData name="Tori Allen" userId="70c3f91c-bd10-4203-b9b4-b0f2bef65189" providerId="ADAL" clId="{2392C884-0E38-4569-81E0-9AC45265BEDD}" dt="2026-08-11T18:28:08.967" v="2873" actId="22"/>
          <ac:spMkLst>
            <pc:docMk/>
            <pc:sldMk cId="2027973528" sldId="258"/>
            <ac:spMk id="23" creationId="{94D0687D-F0EB-6683-608B-BBD4D311D122}"/>
          </ac:spMkLst>
        </pc:spChg>
        <pc:spChg chg="add">
          <ac:chgData name="Tori Allen" userId="70c3f91c-bd10-4203-b9b4-b0f2bef65189" providerId="ADAL" clId="{2392C884-0E38-4569-81E0-9AC45265BEDD}" dt="2026-08-11T18:28:08.967" v="2873" actId="22"/>
          <ac:spMkLst>
            <pc:docMk/>
            <pc:sldMk cId="2027973528" sldId="258"/>
            <ac:spMk id="25" creationId="{59A3CE85-07E3-B6F3-341A-9AE3A0B32244}"/>
          </ac:spMkLst>
        </pc:spChg>
        <pc:spChg chg="add">
          <ac:chgData name="Tori Allen" userId="70c3f91c-bd10-4203-b9b4-b0f2bef65189" providerId="ADAL" clId="{2392C884-0E38-4569-81E0-9AC45265BEDD}" dt="2026-08-11T18:28:08.967" v="2873" actId="22"/>
          <ac:spMkLst>
            <pc:docMk/>
            <pc:sldMk cId="2027973528" sldId="258"/>
            <ac:spMk id="27" creationId="{125794B0-9E19-9C47-90C8-1B6E173DA13B}"/>
          </ac:spMkLst>
        </pc:spChg>
        <pc:spChg chg="add">
          <ac:chgData name="Tori Allen" userId="70c3f91c-bd10-4203-b9b4-b0f2bef65189" providerId="ADAL" clId="{2392C884-0E38-4569-81E0-9AC45265BEDD}" dt="2026-08-11T18:28:08.967" v="2873" actId="22"/>
          <ac:spMkLst>
            <pc:docMk/>
            <pc:sldMk cId="2027973528" sldId="258"/>
            <ac:spMk id="29" creationId="{C289FE42-8428-4018-40D0-3442C76145FF}"/>
          </ac:spMkLst>
        </pc:spChg>
        <pc:spChg chg="del">
          <ac:chgData name="Tori Allen" userId="70c3f91c-bd10-4203-b9b4-b0f2bef65189" providerId="ADAL" clId="{2392C884-0E38-4569-81E0-9AC45265BEDD}" dt="2026-08-11T18:28:00.195" v="2872" actId="478"/>
          <ac:spMkLst>
            <pc:docMk/>
            <pc:sldMk cId="2027973528" sldId="258"/>
            <ac:spMk id="43" creationId="{63A0A93F-04B8-7238-4C5E-6EDF2254717B}"/>
          </ac:spMkLst>
        </pc:spChg>
        <pc:spChg chg="del">
          <ac:chgData name="Tori Allen" userId="70c3f91c-bd10-4203-b9b4-b0f2bef65189" providerId="ADAL" clId="{2392C884-0E38-4569-81E0-9AC45265BEDD}" dt="2026-08-11T18:28:00.195" v="2872" actId="478"/>
          <ac:spMkLst>
            <pc:docMk/>
            <pc:sldMk cId="2027973528" sldId="258"/>
            <ac:spMk id="44" creationId="{D139903C-538F-D3F3-7C3E-BDFB173A6272}"/>
          </ac:spMkLst>
        </pc:spChg>
        <pc:spChg chg="del">
          <ac:chgData name="Tori Allen" userId="70c3f91c-bd10-4203-b9b4-b0f2bef65189" providerId="ADAL" clId="{2392C884-0E38-4569-81E0-9AC45265BEDD}" dt="2026-08-11T18:28:00.195" v="2872" actId="478"/>
          <ac:spMkLst>
            <pc:docMk/>
            <pc:sldMk cId="2027973528" sldId="258"/>
            <ac:spMk id="45" creationId="{51014030-5376-F0DB-4964-E34AAA7D229F}"/>
          </ac:spMkLst>
        </pc:spChg>
        <pc:spChg chg="del">
          <ac:chgData name="Tori Allen" userId="70c3f91c-bd10-4203-b9b4-b0f2bef65189" providerId="ADAL" clId="{2392C884-0E38-4569-81E0-9AC45265BEDD}" dt="2026-08-11T18:28:00.195" v="2872" actId="478"/>
          <ac:spMkLst>
            <pc:docMk/>
            <pc:sldMk cId="2027973528" sldId="258"/>
            <ac:spMk id="46" creationId="{2E1C3505-2B42-418E-757D-A64F259EC455}"/>
          </ac:spMkLst>
        </pc:spChg>
        <pc:spChg chg="del">
          <ac:chgData name="Tori Allen" userId="70c3f91c-bd10-4203-b9b4-b0f2bef65189" providerId="ADAL" clId="{2392C884-0E38-4569-81E0-9AC45265BEDD}" dt="2026-08-11T18:28:00.195" v="2872" actId="478"/>
          <ac:spMkLst>
            <pc:docMk/>
            <pc:sldMk cId="2027973528" sldId="258"/>
            <ac:spMk id="47" creationId="{CE4BF363-C9E2-8114-0BF3-360276FCBC68}"/>
          </ac:spMkLst>
        </pc:spChg>
        <pc:spChg chg="add">
          <ac:chgData name="Tori Allen" userId="70c3f91c-bd10-4203-b9b4-b0f2bef65189" providerId="ADAL" clId="{2392C884-0E38-4569-81E0-9AC45265BEDD}" dt="2026-08-11T18:28:08.967" v="2873" actId="22"/>
          <ac:spMkLst>
            <pc:docMk/>
            <pc:sldMk cId="2027973528" sldId="258"/>
            <ac:spMk id="48" creationId="{25176F3C-51A5-53D7-44D9-0A6EAC90445E}"/>
          </ac:spMkLst>
        </pc:spChg>
        <pc:spChg chg="add">
          <ac:chgData name="Tori Allen" userId="70c3f91c-bd10-4203-b9b4-b0f2bef65189" providerId="ADAL" clId="{2392C884-0E38-4569-81E0-9AC45265BEDD}" dt="2026-08-11T18:28:08.967" v="2873" actId="22"/>
          <ac:spMkLst>
            <pc:docMk/>
            <pc:sldMk cId="2027973528" sldId="258"/>
            <ac:spMk id="58" creationId="{E9AB68E1-8A09-C89D-5A0A-8DE50E1AEE09}"/>
          </ac:spMkLst>
        </pc:spChg>
        <pc:spChg chg="add">
          <ac:chgData name="Tori Allen" userId="70c3f91c-bd10-4203-b9b4-b0f2bef65189" providerId="ADAL" clId="{2392C884-0E38-4569-81E0-9AC45265BEDD}" dt="2026-08-11T18:28:08.967" v="2873" actId="22"/>
          <ac:spMkLst>
            <pc:docMk/>
            <pc:sldMk cId="2027973528" sldId="258"/>
            <ac:spMk id="62" creationId="{782B1A20-20B8-5918-D106-EBF7AB65DE36}"/>
          </ac:spMkLst>
        </pc:spChg>
        <pc:spChg chg="add">
          <ac:chgData name="Tori Allen" userId="70c3f91c-bd10-4203-b9b4-b0f2bef65189" providerId="ADAL" clId="{2392C884-0E38-4569-81E0-9AC45265BEDD}" dt="2026-08-11T18:28:08.967" v="2873" actId="22"/>
          <ac:spMkLst>
            <pc:docMk/>
            <pc:sldMk cId="2027973528" sldId="258"/>
            <ac:spMk id="68" creationId="{8795F53C-179A-3A2B-2CA2-4D69EE1F9FB4}"/>
          </ac:spMkLst>
        </pc:spChg>
        <pc:spChg chg="add">
          <ac:chgData name="Tori Allen" userId="70c3f91c-bd10-4203-b9b4-b0f2bef65189" providerId="ADAL" clId="{2392C884-0E38-4569-81E0-9AC45265BEDD}" dt="2026-08-11T18:28:08.967" v="2873" actId="22"/>
          <ac:spMkLst>
            <pc:docMk/>
            <pc:sldMk cId="2027973528" sldId="258"/>
            <ac:spMk id="72" creationId="{2E853D71-E634-B059-3520-1380D148EB21}"/>
          </ac:spMkLst>
        </pc:spChg>
      </pc:sldChg>
      <pc:sldChg chg="modSp add mod">
        <pc:chgData name="Tori Allen" userId="70c3f91c-bd10-4203-b9b4-b0f2bef65189" providerId="ADAL" clId="{2392C884-0E38-4569-81E0-9AC45265BEDD}" dt="2026-08-12T08:54:59.202" v="4755" actId="20577"/>
        <pc:sldMkLst>
          <pc:docMk/>
          <pc:sldMk cId="3800409035" sldId="259"/>
        </pc:sldMkLst>
        <pc:spChg chg="mod">
          <ac:chgData name="Tori Allen" userId="70c3f91c-bd10-4203-b9b4-b0f2bef65189" providerId="ADAL" clId="{2392C884-0E38-4569-81E0-9AC45265BEDD}" dt="2026-08-12T08:54:59.202" v="4755" actId="20577"/>
          <ac:spMkLst>
            <pc:docMk/>
            <pc:sldMk cId="3800409035" sldId="259"/>
            <ac:spMk id="2" creationId="{A4FC6346-BA4D-BA92-C44E-AEEC53D79C97}"/>
          </ac:spMkLst>
        </pc:spChg>
      </pc:sldChg>
      <pc:sldChg chg="addSp delSp modSp del mod">
        <pc:chgData name="Tori Allen" userId="70c3f91c-bd10-4203-b9b4-b0f2bef65189" providerId="ADAL" clId="{2392C884-0E38-4569-81E0-9AC45265BEDD}" dt="2026-08-11T19:42:13.850" v="3115" actId="47"/>
        <pc:sldMkLst>
          <pc:docMk/>
          <pc:sldMk cId="0" sldId="260"/>
        </pc:sldMkLst>
      </pc:sldChg>
      <pc:sldChg chg="addSp delSp modSp add mod">
        <pc:chgData name="Tori Allen" userId="70c3f91c-bd10-4203-b9b4-b0f2bef65189" providerId="ADAL" clId="{2392C884-0E38-4569-81E0-9AC45265BEDD}" dt="2026-08-12T08:54:16.981" v="4725" actId="20577"/>
        <pc:sldMkLst>
          <pc:docMk/>
          <pc:sldMk cId="3624687223" sldId="261"/>
        </pc:sldMkLst>
        <pc:spChg chg="mod">
          <ac:chgData name="Tori Allen" userId="70c3f91c-bd10-4203-b9b4-b0f2bef65189" providerId="ADAL" clId="{2392C884-0E38-4569-81E0-9AC45265BEDD}" dt="2026-08-12T08:54:16.981" v="4725" actId="20577"/>
          <ac:spMkLst>
            <pc:docMk/>
            <pc:sldMk cId="3624687223" sldId="261"/>
            <ac:spMk id="2" creationId="{8A6498B2-AAE2-28CB-3819-57713D00D73A}"/>
          </ac:spMkLst>
        </pc:spChg>
        <pc:spChg chg="mod">
          <ac:chgData name="Tori Allen" userId="70c3f91c-bd10-4203-b9b4-b0f2bef65189" providerId="ADAL" clId="{2392C884-0E38-4569-81E0-9AC45265BEDD}" dt="2026-08-11T18:48:25.463" v="2977" actId="20577"/>
          <ac:spMkLst>
            <pc:docMk/>
            <pc:sldMk cId="3624687223" sldId="261"/>
            <ac:spMk id="7" creationId="{BDACE04B-31C3-E912-3F41-B4C56E8D1796}"/>
          </ac:spMkLst>
        </pc:spChg>
        <pc:spChg chg="mod">
          <ac:chgData name="Tori Allen" userId="70c3f91c-bd10-4203-b9b4-b0f2bef65189" providerId="ADAL" clId="{2392C884-0E38-4569-81E0-9AC45265BEDD}" dt="2026-08-11T18:50:14.553" v="2983" actId="1076"/>
          <ac:spMkLst>
            <pc:docMk/>
            <pc:sldMk cId="3624687223" sldId="261"/>
            <ac:spMk id="8" creationId="{594A7816-E5D7-C0E2-B0E4-233CE5957059}"/>
          </ac:spMkLst>
        </pc:spChg>
        <pc:spChg chg="mod">
          <ac:chgData name="Tori Allen" userId="70c3f91c-bd10-4203-b9b4-b0f2bef65189" providerId="ADAL" clId="{2392C884-0E38-4569-81E0-9AC45265BEDD}" dt="2026-08-12T07:00:16.595" v="3273" actId="408"/>
          <ac:spMkLst>
            <pc:docMk/>
            <pc:sldMk cId="3624687223" sldId="261"/>
            <ac:spMk id="10" creationId="{F4AD8478-4FD2-6CEE-F76D-1CB094C23379}"/>
          </ac:spMkLst>
        </pc:spChg>
        <pc:spChg chg="add mod">
          <ac:chgData name="Tori Allen" userId="70c3f91c-bd10-4203-b9b4-b0f2bef65189" providerId="ADAL" clId="{2392C884-0E38-4569-81E0-9AC45265BEDD}" dt="2026-08-11T18:54:14.042" v="2992" actId="1076"/>
          <ac:spMkLst>
            <pc:docMk/>
            <pc:sldMk cId="3624687223" sldId="261"/>
            <ac:spMk id="11" creationId="{5FDBC672-75A6-C227-E040-1F834EEFFD87}"/>
          </ac:spMkLst>
        </pc:spChg>
        <pc:spChg chg="mod">
          <ac:chgData name="Tori Allen" userId="70c3f91c-bd10-4203-b9b4-b0f2bef65189" providerId="ADAL" clId="{2392C884-0E38-4569-81E0-9AC45265BEDD}" dt="2026-08-11T18:52:13.203" v="2986" actId="1076"/>
          <ac:spMkLst>
            <pc:docMk/>
            <pc:sldMk cId="3624687223" sldId="261"/>
            <ac:spMk id="12" creationId="{EC5532E1-842A-4A4D-BE80-A4600316AAB2}"/>
          </ac:spMkLst>
        </pc:spChg>
        <pc:spChg chg="add mod">
          <ac:chgData name="Tori Allen" userId="70c3f91c-bd10-4203-b9b4-b0f2bef65189" providerId="ADAL" clId="{2392C884-0E38-4569-81E0-9AC45265BEDD}" dt="2026-08-11T18:56:13.152" v="3014" actId="1076"/>
          <ac:spMkLst>
            <pc:docMk/>
            <pc:sldMk cId="3624687223" sldId="261"/>
            <ac:spMk id="20" creationId="{88C74D9B-FFAB-7664-0869-B7542E9B88E4}"/>
          </ac:spMkLst>
        </pc:spChg>
        <pc:spChg chg="add mod">
          <ac:chgData name="Tori Allen" userId="70c3f91c-bd10-4203-b9b4-b0f2bef65189" providerId="ADAL" clId="{2392C884-0E38-4569-81E0-9AC45265BEDD}" dt="2026-08-11T18:56:26.296" v="3015" actId="1076"/>
          <ac:spMkLst>
            <pc:docMk/>
            <pc:sldMk cId="3624687223" sldId="261"/>
            <ac:spMk id="22" creationId="{13015742-923E-45E0-2319-F6E68153CCE0}"/>
          </ac:spMkLst>
        </pc:spChg>
        <pc:spChg chg="add mod">
          <ac:chgData name="Tori Allen" userId="70c3f91c-bd10-4203-b9b4-b0f2bef65189" providerId="ADAL" clId="{2392C884-0E38-4569-81E0-9AC45265BEDD}" dt="2026-08-11T18:56:26.296" v="3015" actId="1076"/>
          <ac:spMkLst>
            <pc:docMk/>
            <pc:sldMk cId="3624687223" sldId="261"/>
            <ac:spMk id="24" creationId="{E084423D-A2A8-610B-08DC-B29CCB17D81A}"/>
          </ac:spMkLst>
        </pc:spChg>
        <pc:spChg chg="add mod">
          <ac:chgData name="Tori Allen" userId="70c3f91c-bd10-4203-b9b4-b0f2bef65189" providerId="ADAL" clId="{2392C884-0E38-4569-81E0-9AC45265BEDD}" dt="2026-08-11T18:54:14.042" v="2992" actId="1076"/>
          <ac:spMkLst>
            <pc:docMk/>
            <pc:sldMk cId="3624687223" sldId="261"/>
            <ac:spMk id="26" creationId="{49919BC2-272A-6267-958C-9A2023315E1C}"/>
          </ac:spMkLst>
        </pc:spChg>
        <pc:spChg chg="add mod">
          <ac:chgData name="Tori Allen" userId="70c3f91c-bd10-4203-b9b4-b0f2bef65189" providerId="ADAL" clId="{2392C884-0E38-4569-81E0-9AC45265BEDD}" dt="2026-08-11T18:56:13.152" v="3014" actId="1076"/>
          <ac:spMkLst>
            <pc:docMk/>
            <pc:sldMk cId="3624687223" sldId="261"/>
            <ac:spMk id="28" creationId="{D2E20D2C-0DAF-A87F-D261-5B20486145A1}"/>
          </ac:spMkLst>
        </pc:spChg>
        <pc:spChg chg="add mod">
          <ac:chgData name="Tori Allen" userId="70c3f91c-bd10-4203-b9b4-b0f2bef65189" providerId="ADAL" clId="{2392C884-0E38-4569-81E0-9AC45265BEDD}" dt="2026-08-11T18:56:13.152" v="3014" actId="1076"/>
          <ac:spMkLst>
            <pc:docMk/>
            <pc:sldMk cId="3624687223" sldId="261"/>
            <ac:spMk id="30" creationId="{D4FF8286-0265-B37C-969A-DE85B395763A}"/>
          </ac:spMkLst>
        </pc:spChg>
        <pc:spChg chg="add del mod">
          <ac:chgData name="Tori Allen" userId="70c3f91c-bd10-4203-b9b4-b0f2bef65189" providerId="ADAL" clId="{2392C884-0E38-4569-81E0-9AC45265BEDD}" dt="2026-08-11T18:43:27.763" v="2966"/>
          <ac:spMkLst>
            <pc:docMk/>
            <pc:sldMk cId="3624687223" sldId="261"/>
            <ac:spMk id="47" creationId="{7857A5BE-70CB-DC0B-0ECF-B826F4E6AA1C}"/>
          </ac:spMkLst>
        </pc:spChg>
        <pc:spChg chg="add mod">
          <ac:chgData name="Tori Allen" userId="70c3f91c-bd10-4203-b9b4-b0f2bef65189" providerId="ADAL" clId="{2392C884-0E38-4569-81E0-9AC45265BEDD}" dt="2026-08-11T18:55:41.260" v="3012" actId="1076"/>
          <ac:spMkLst>
            <pc:docMk/>
            <pc:sldMk cId="3624687223" sldId="261"/>
            <ac:spMk id="49" creationId="{320C27DA-3D18-8402-F288-90DF82CA42A1}"/>
          </ac:spMkLst>
        </pc:spChg>
        <pc:picChg chg="mod">
          <ac:chgData name="Tori Allen" userId="70c3f91c-bd10-4203-b9b4-b0f2bef65189" providerId="ADAL" clId="{2392C884-0E38-4569-81E0-9AC45265BEDD}" dt="2026-08-11T18:56:26.296" v="3015" actId="1076"/>
          <ac:picMkLst>
            <pc:docMk/>
            <pc:sldMk cId="3624687223" sldId="261"/>
            <ac:picMk id="4" creationId="{B97EB659-CAF4-3B23-2300-384A1F4F7D12}"/>
          </ac:picMkLst>
        </pc:picChg>
        <pc:picChg chg="del">
          <ac:chgData name="Tori Allen" userId="70c3f91c-bd10-4203-b9b4-b0f2bef65189" providerId="ADAL" clId="{2392C884-0E38-4569-81E0-9AC45265BEDD}" dt="2026-08-11T18:41:22.443" v="2954" actId="478"/>
          <ac:picMkLst>
            <pc:docMk/>
            <pc:sldMk cId="3624687223" sldId="261"/>
            <ac:picMk id="5" creationId="{1423F2AC-A8D0-0C5C-89CB-7E8E34527717}"/>
          </ac:picMkLst>
        </pc:picChg>
        <pc:picChg chg="del">
          <ac:chgData name="Tori Allen" userId="70c3f91c-bd10-4203-b9b4-b0f2bef65189" providerId="ADAL" clId="{2392C884-0E38-4569-81E0-9AC45265BEDD}" dt="2026-08-11T18:41:27.488" v="2956" actId="478"/>
          <ac:picMkLst>
            <pc:docMk/>
            <pc:sldMk cId="3624687223" sldId="261"/>
            <ac:picMk id="14" creationId="{0908974F-928D-05C1-948C-A9FC8C3253F2}"/>
          </ac:picMkLst>
        </pc:picChg>
        <pc:picChg chg="add mod">
          <ac:chgData name="Tori Allen" userId="70c3f91c-bd10-4203-b9b4-b0f2bef65189" providerId="ADAL" clId="{2392C884-0E38-4569-81E0-9AC45265BEDD}" dt="2026-08-11T18:56:26.296" v="3015" actId="1076"/>
          <ac:picMkLst>
            <pc:docMk/>
            <pc:sldMk cId="3624687223" sldId="261"/>
            <ac:picMk id="15" creationId="{30CD5272-0101-C96D-11AF-733BD2411EBD}"/>
          </ac:picMkLst>
        </pc:picChg>
        <pc:picChg chg="del">
          <ac:chgData name="Tori Allen" userId="70c3f91c-bd10-4203-b9b4-b0f2bef65189" providerId="ADAL" clId="{2392C884-0E38-4569-81E0-9AC45265BEDD}" dt="2026-08-11T18:41:26.291" v="2955" actId="478"/>
          <ac:picMkLst>
            <pc:docMk/>
            <pc:sldMk cId="3624687223" sldId="261"/>
            <ac:picMk id="16" creationId="{F25D23EA-9F79-2D51-8195-83930862AAD3}"/>
          </ac:picMkLst>
        </pc:picChg>
        <pc:picChg chg="mod">
          <ac:chgData name="Tori Allen" userId="70c3f91c-bd10-4203-b9b4-b0f2bef65189" providerId="ADAL" clId="{2392C884-0E38-4569-81E0-9AC45265BEDD}" dt="2026-08-11T18:56:26.296" v="3015" actId="1076"/>
          <ac:picMkLst>
            <pc:docMk/>
            <pc:sldMk cId="3624687223" sldId="261"/>
            <ac:picMk id="18" creationId="{EE046E46-2E59-8342-398D-A95D8B6E0C8F}"/>
          </ac:picMkLst>
        </pc:picChg>
        <pc:picChg chg="mod">
          <ac:chgData name="Tori Allen" userId="70c3f91c-bd10-4203-b9b4-b0f2bef65189" providerId="ADAL" clId="{2392C884-0E38-4569-81E0-9AC45265BEDD}" dt="2026-08-11T18:56:26.296" v="3015" actId="1076"/>
          <ac:picMkLst>
            <pc:docMk/>
            <pc:sldMk cId="3624687223" sldId="261"/>
            <ac:picMk id="32" creationId="{1AFECC9A-F7C0-E303-30E4-5C8F6780B9B2}"/>
          </ac:picMkLst>
        </pc:picChg>
        <pc:picChg chg="add mod">
          <ac:chgData name="Tori Allen" userId="70c3f91c-bd10-4203-b9b4-b0f2bef65189" providerId="ADAL" clId="{2392C884-0E38-4569-81E0-9AC45265BEDD}" dt="2026-08-11T18:57:45.878" v="3020" actId="1035"/>
          <ac:picMkLst>
            <pc:docMk/>
            <pc:sldMk cId="3624687223" sldId="261"/>
            <ac:picMk id="34" creationId="{B66D171A-1C78-276F-E1D2-C792E641E6E1}"/>
          </ac:picMkLst>
        </pc:picChg>
        <pc:picChg chg="mod">
          <ac:chgData name="Tori Allen" userId="70c3f91c-bd10-4203-b9b4-b0f2bef65189" providerId="ADAL" clId="{2392C884-0E38-4569-81E0-9AC45265BEDD}" dt="2026-08-11T18:57:56.219" v="3022" actId="1035"/>
          <ac:picMkLst>
            <pc:docMk/>
            <pc:sldMk cId="3624687223" sldId="261"/>
            <ac:picMk id="36" creationId="{E4283B1D-64CB-08DC-A277-2A1124558BBE}"/>
          </ac:picMkLst>
        </pc:picChg>
        <pc:picChg chg="mod">
          <ac:chgData name="Tori Allen" userId="70c3f91c-bd10-4203-b9b4-b0f2bef65189" providerId="ADAL" clId="{2392C884-0E38-4569-81E0-9AC45265BEDD}" dt="2026-08-11T18:58:01.720" v="3023" actId="1035"/>
          <ac:picMkLst>
            <pc:docMk/>
            <pc:sldMk cId="3624687223" sldId="261"/>
            <ac:picMk id="38" creationId="{64591241-3A5B-009F-83B7-54E1D5670F5B}"/>
          </ac:picMkLst>
        </pc:picChg>
        <pc:picChg chg="mod">
          <ac:chgData name="Tori Allen" userId="70c3f91c-bd10-4203-b9b4-b0f2bef65189" providerId="ADAL" clId="{2392C884-0E38-4569-81E0-9AC45265BEDD}" dt="2026-08-11T18:58:06.252" v="3024" actId="1035"/>
          <ac:picMkLst>
            <pc:docMk/>
            <pc:sldMk cId="3624687223" sldId="261"/>
            <ac:picMk id="40" creationId="{8CB12AE4-1472-01CB-502E-A5EFFF53E912}"/>
          </ac:picMkLst>
        </pc:picChg>
        <pc:picChg chg="add mod">
          <ac:chgData name="Tori Allen" userId="70c3f91c-bd10-4203-b9b4-b0f2bef65189" providerId="ADAL" clId="{2392C884-0E38-4569-81E0-9AC45265BEDD}" dt="2026-08-11T18:56:49.276" v="3018" actId="1036"/>
          <ac:picMkLst>
            <pc:docMk/>
            <pc:sldMk cId="3624687223" sldId="261"/>
            <ac:picMk id="42" creationId="{5A1392C4-225F-85CA-6341-9598CFE25CDE}"/>
          </ac:picMkLst>
        </pc:picChg>
        <pc:picChg chg="mod">
          <ac:chgData name="Tori Allen" userId="70c3f91c-bd10-4203-b9b4-b0f2bef65189" providerId="ADAL" clId="{2392C884-0E38-4569-81E0-9AC45265BEDD}" dt="2026-08-11T18:56:26.296" v="3015" actId="1076"/>
          <ac:picMkLst>
            <pc:docMk/>
            <pc:sldMk cId="3624687223" sldId="261"/>
            <ac:picMk id="44" creationId="{295BD41D-16B9-3C3E-AEFF-49666FB39982}"/>
          </ac:picMkLst>
        </pc:picChg>
        <pc:picChg chg="mod">
          <ac:chgData name="Tori Allen" userId="70c3f91c-bd10-4203-b9b4-b0f2bef65189" providerId="ADAL" clId="{2392C884-0E38-4569-81E0-9AC45265BEDD}" dt="2026-08-11T18:56:30.815" v="3016" actId="1035"/>
          <ac:picMkLst>
            <pc:docMk/>
            <pc:sldMk cId="3624687223" sldId="261"/>
            <ac:picMk id="46" creationId="{B1C4E36A-8E0D-F2C6-286C-E714706D283E}"/>
          </ac:picMkLst>
        </pc:picChg>
      </pc:sldChg>
      <pc:sldChg chg="modSp del mod">
        <pc:chgData name="Tori Allen" userId="70c3f91c-bd10-4203-b9b4-b0f2bef65189" providerId="ADAL" clId="{2392C884-0E38-4569-81E0-9AC45265BEDD}" dt="2026-08-11T18:37:04.832" v="2937" actId="47"/>
        <pc:sldMkLst>
          <pc:docMk/>
          <pc:sldMk cId="0" sldId="264"/>
        </pc:sldMkLst>
      </pc:sldChg>
      <pc:sldChg chg="addSp delSp modSp del mod">
        <pc:chgData name="Tori Allen" userId="70c3f91c-bd10-4203-b9b4-b0f2bef65189" providerId="ADAL" clId="{2392C884-0E38-4569-81E0-9AC45265BEDD}" dt="2026-08-11T18:43:54.929" v="2968" actId="47"/>
        <pc:sldMkLst>
          <pc:docMk/>
          <pc:sldMk cId="3710817887" sldId="266"/>
        </pc:sldMkLst>
        <pc:picChg chg="mod">
          <ac:chgData name="Tori Allen" userId="70c3f91c-bd10-4203-b9b4-b0f2bef65189" providerId="ADAL" clId="{2392C884-0E38-4569-81E0-9AC45265BEDD}" dt="2026-08-11T18:30:13.306" v="2875" actId="1035"/>
          <ac:picMkLst>
            <pc:docMk/>
            <pc:sldMk cId="3710817887" sldId="266"/>
            <ac:picMk id="7" creationId="{27FDEFF6-5166-4D62-EAA3-2762A59B5B08}"/>
          </ac:picMkLst>
        </pc:picChg>
        <pc:picChg chg="mod">
          <ac:chgData name="Tori Allen" userId="70c3f91c-bd10-4203-b9b4-b0f2bef65189" providerId="ADAL" clId="{2392C884-0E38-4569-81E0-9AC45265BEDD}" dt="2026-08-11T18:30:25.593" v="2877" actId="1035"/>
          <ac:picMkLst>
            <pc:docMk/>
            <pc:sldMk cId="3710817887" sldId="266"/>
            <ac:picMk id="34" creationId="{076A8746-CB85-56C3-6FA2-840709175456}"/>
          </ac:picMkLst>
        </pc:picChg>
      </pc:sldChg>
      <pc:sldChg chg="addSp delSp modSp mod">
        <pc:chgData name="Tori Allen" userId="70c3f91c-bd10-4203-b9b4-b0f2bef65189" providerId="ADAL" clId="{2392C884-0E38-4569-81E0-9AC45265BEDD}" dt="2026-08-10T23:14:17.216" v="2577" actId="207"/>
        <pc:sldMkLst>
          <pc:docMk/>
          <pc:sldMk cId="3430357071" sldId="268"/>
        </pc:sldMkLst>
        <pc:spChg chg="mod">
          <ac:chgData name="Tori Allen" userId="70c3f91c-bd10-4203-b9b4-b0f2bef65189" providerId="ADAL" clId="{2392C884-0E38-4569-81E0-9AC45265BEDD}" dt="2026-08-10T20:39:55.944" v="1418" actId="164"/>
          <ac:spMkLst>
            <pc:docMk/>
            <pc:sldMk cId="3430357071" sldId="268"/>
            <ac:spMk id="6" creationId="{5ABD8F76-D9D7-6803-E752-846193258110}"/>
          </ac:spMkLst>
        </pc:spChg>
        <pc:spChg chg="mod">
          <ac:chgData name="Tori Allen" userId="70c3f91c-bd10-4203-b9b4-b0f2bef65189" providerId="ADAL" clId="{2392C884-0E38-4569-81E0-9AC45265BEDD}" dt="2026-08-10T20:39:55.944" v="1418" actId="164"/>
          <ac:spMkLst>
            <pc:docMk/>
            <pc:sldMk cId="3430357071" sldId="268"/>
            <ac:spMk id="7" creationId="{30CD0512-4B47-3487-FA27-F4DB3B40FB48}"/>
          </ac:spMkLst>
        </pc:spChg>
        <pc:spChg chg="mod">
          <ac:chgData name="Tori Allen" userId="70c3f91c-bd10-4203-b9b4-b0f2bef65189" providerId="ADAL" clId="{2392C884-0E38-4569-81E0-9AC45265BEDD}" dt="2026-08-10T20:39:44.800" v="1412" actId="164"/>
          <ac:spMkLst>
            <pc:docMk/>
            <pc:sldMk cId="3430357071" sldId="268"/>
            <ac:spMk id="8" creationId="{2B1A4D57-42E3-B719-D761-AF9417EBA542}"/>
          </ac:spMkLst>
        </pc:spChg>
        <pc:spChg chg="mod">
          <ac:chgData name="Tori Allen" userId="70c3f91c-bd10-4203-b9b4-b0f2bef65189" providerId="ADAL" clId="{2392C884-0E38-4569-81E0-9AC45265BEDD}" dt="2026-08-10T20:39:55.944" v="1418" actId="164"/>
          <ac:spMkLst>
            <pc:docMk/>
            <pc:sldMk cId="3430357071" sldId="268"/>
            <ac:spMk id="9" creationId="{56C3F407-A241-2492-40D9-FF2844987F5B}"/>
          </ac:spMkLst>
        </pc:spChg>
        <pc:spChg chg="mod">
          <ac:chgData name="Tori Allen" userId="70c3f91c-bd10-4203-b9b4-b0f2bef65189" providerId="ADAL" clId="{2392C884-0E38-4569-81E0-9AC45265BEDD}" dt="2026-08-10T20:39:44.800" v="1412" actId="164"/>
          <ac:spMkLst>
            <pc:docMk/>
            <pc:sldMk cId="3430357071" sldId="268"/>
            <ac:spMk id="10" creationId="{434F59E7-D41B-CC90-6F9D-61CA35608C17}"/>
          </ac:spMkLst>
        </pc:spChg>
        <pc:spChg chg="mod">
          <ac:chgData name="Tori Allen" userId="70c3f91c-bd10-4203-b9b4-b0f2bef65189" providerId="ADAL" clId="{2392C884-0E38-4569-81E0-9AC45265BEDD}" dt="2026-08-10T20:39:44.800" v="1412" actId="164"/>
          <ac:spMkLst>
            <pc:docMk/>
            <pc:sldMk cId="3430357071" sldId="268"/>
            <ac:spMk id="11" creationId="{9867F7E4-7C90-D64D-3066-1669D76E8BBA}"/>
          </ac:spMkLst>
        </pc:spChg>
        <pc:spChg chg="mod">
          <ac:chgData name="Tori Allen" userId="70c3f91c-bd10-4203-b9b4-b0f2bef65189" providerId="ADAL" clId="{2392C884-0E38-4569-81E0-9AC45265BEDD}" dt="2026-08-10T20:29:21.060" v="1202" actId="1076"/>
          <ac:spMkLst>
            <pc:docMk/>
            <pc:sldMk cId="3430357071" sldId="268"/>
            <ac:spMk id="12" creationId="{E5516F9C-F36E-8D64-6BA1-39CA746D3FC1}"/>
          </ac:spMkLst>
        </pc:spChg>
        <pc:spChg chg="mod">
          <ac:chgData name="Tori Allen" userId="70c3f91c-bd10-4203-b9b4-b0f2bef65189" providerId="ADAL" clId="{2392C884-0E38-4569-81E0-9AC45265BEDD}" dt="2026-08-10T18:42:40.593" v="1060" actId="255"/>
          <ac:spMkLst>
            <pc:docMk/>
            <pc:sldMk cId="3430357071" sldId="268"/>
            <ac:spMk id="14" creationId="{C63BA27C-27F6-5A15-A903-88F97CC0B6D4}"/>
          </ac:spMkLst>
        </pc:spChg>
        <pc:spChg chg="mod">
          <ac:chgData name="Tori Allen" userId="70c3f91c-bd10-4203-b9b4-b0f2bef65189" providerId="ADAL" clId="{2392C884-0E38-4569-81E0-9AC45265BEDD}" dt="2026-08-10T20:35:17.522" v="1263" actId="14100"/>
          <ac:spMkLst>
            <pc:docMk/>
            <pc:sldMk cId="3430357071" sldId="268"/>
            <ac:spMk id="15" creationId="{A5761C3A-857B-789B-F3E2-09D039D91AEB}"/>
          </ac:spMkLst>
        </pc:spChg>
        <pc:spChg chg="mod">
          <ac:chgData name="Tori Allen" userId="70c3f91c-bd10-4203-b9b4-b0f2bef65189" providerId="ADAL" clId="{2392C884-0E38-4569-81E0-9AC45265BEDD}" dt="2026-08-10T20:28:48.670" v="1198" actId="207"/>
          <ac:spMkLst>
            <pc:docMk/>
            <pc:sldMk cId="3430357071" sldId="268"/>
            <ac:spMk id="17" creationId="{E77A4148-C2C4-DDA1-649D-9865F3029F88}"/>
          </ac:spMkLst>
        </pc:spChg>
        <pc:spChg chg="mod">
          <ac:chgData name="Tori Allen" userId="70c3f91c-bd10-4203-b9b4-b0f2bef65189" providerId="ADAL" clId="{2392C884-0E38-4569-81E0-9AC45265BEDD}" dt="2026-08-10T18:41:54.853" v="1054" actId="2711"/>
          <ac:spMkLst>
            <pc:docMk/>
            <pc:sldMk cId="3430357071" sldId="268"/>
            <ac:spMk id="18" creationId="{6F5C4E0E-42A2-5CB5-6C37-5B010BC0A8A9}"/>
          </ac:spMkLst>
        </pc:spChg>
        <pc:spChg chg="mod">
          <ac:chgData name="Tori Allen" userId="70c3f91c-bd10-4203-b9b4-b0f2bef65189" providerId="ADAL" clId="{2392C884-0E38-4569-81E0-9AC45265BEDD}" dt="2026-08-10T20:18:04.565" v="1093" actId="2711"/>
          <ac:spMkLst>
            <pc:docMk/>
            <pc:sldMk cId="3430357071" sldId="268"/>
            <ac:spMk id="19" creationId="{84CA35AA-6BA1-2A25-5343-9B7091CB0788}"/>
          </ac:spMkLst>
        </pc:spChg>
        <pc:spChg chg="mod">
          <ac:chgData name="Tori Allen" userId="70c3f91c-bd10-4203-b9b4-b0f2bef65189" providerId="ADAL" clId="{2392C884-0E38-4569-81E0-9AC45265BEDD}" dt="2026-08-10T20:32:58.175" v="1224" actId="1076"/>
          <ac:spMkLst>
            <pc:docMk/>
            <pc:sldMk cId="3430357071" sldId="268"/>
            <ac:spMk id="20" creationId="{6D9EE2C2-0897-7F1D-DE69-739BB76ECCF7}"/>
          </ac:spMkLst>
        </pc:spChg>
        <pc:spChg chg="mod">
          <ac:chgData name="Tori Allen" userId="70c3f91c-bd10-4203-b9b4-b0f2bef65189" providerId="ADAL" clId="{2392C884-0E38-4569-81E0-9AC45265BEDD}" dt="2026-08-10T20:36:15.780" v="1283" actId="1076"/>
          <ac:spMkLst>
            <pc:docMk/>
            <pc:sldMk cId="3430357071" sldId="268"/>
            <ac:spMk id="21" creationId="{942C492F-BEC7-D69C-BEFE-74982BBC957C}"/>
          </ac:spMkLst>
        </pc:spChg>
        <pc:spChg chg="mod">
          <ac:chgData name="Tori Allen" userId="70c3f91c-bd10-4203-b9b4-b0f2bef65189" providerId="ADAL" clId="{2392C884-0E38-4569-81E0-9AC45265BEDD}" dt="2026-08-10T23:14:17.216" v="2577" actId="207"/>
          <ac:spMkLst>
            <pc:docMk/>
            <pc:sldMk cId="3430357071" sldId="268"/>
            <ac:spMk id="23" creationId="{04729420-F114-E185-AC11-D91FB4448825}"/>
          </ac:spMkLst>
        </pc:spChg>
        <pc:spChg chg="mod">
          <ac:chgData name="Tori Allen" userId="70c3f91c-bd10-4203-b9b4-b0f2bef65189" providerId="ADAL" clId="{2392C884-0E38-4569-81E0-9AC45265BEDD}" dt="2026-08-10T18:42:02.687" v="1056" actId="255"/>
          <ac:spMkLst>
            <pc:docMk/>
            <pc:sldMk cId="3430357071" sldId="268"/>
            <ac:spMk id="24" creationId="{F11F7E7F-DC17-5569-FBD1-04AEC6F4BFC8}"/>
          </ac:spMkLst>
        </pc:spChg>
        <pc:spChg chg="mod">
          <ac:chgData name="Tori Allen" userId="70c3f91c-bd10-4203-b9b4-b0f2bef65189" providerId="ADAL" clId="{2392C884-0E38-4569-81E0-9AC45265BEDD}" dt="2026-08-10T20:17:54.610" v="1092" actId="2711"/>
          <ac:spMkLst>
            <pc:docMk/>
            <pc:sldMk cId="3430357071" sldId="268"/>
            <ac:spMk id="25" creationId="{77AC498E-C412-6201-4692-F5C3B9B03A39}"/>
          </ac:spMkLst>
        </pc:spChg>
        <pc:spChg chg="mod">
          <ac:chgData name="Tori Allen" userId="70c3f91c-bd10-4203-b9b4-b0f2bef65189" providerId="ADAL" clId="{2392C884-0E38-4569-81E0-9AC45265BEDD}" dt="2026-08-10T20:25:17.114" v="1156" actId="255"/>
          <ac:spMkLst>
            <pc:docMk/>
            <pc:sldMk cId="3430357071" sldId="268"/>
            <ac:spMk id="26" creationId="{01A5E018-603E-A6AC-1668-B17AF26F9CDE}"/>
          </ac:spMkLst>
        </pc:spChg>
        <pc:spChg chg="mod">
          <ac:chgData name="Tori Allen" userId="70c3f91c-bd10-4203-b9b4-b0f2bef65189" providerId="ADAL" clId="{2392C884-0E38-4569-81E0-9AC45265BEDD}" dt="2026-08-10T20:36:21.469" v="1284" actId="1076"/>
          <ac:spMkLst>
            <pc:docMk/>
            <pc:sldMk cId="3430357071" sldId="268"/>
            <ac:spMk id="27" creationId="{C3AEE53E-BDFD-4549-1B83-C6D3D7F662B1}"/>
          </ac:spMkLst>
        </pc:spChg>
        <pc:spChg chg="mod">
          <ac:chgData name="Tori Allen" userId="70c3f91c-bd10-4203-b9b4-b0f2bef65189" providerId="ADAL" clId="{2392C884-0E38-4569-81E0-9AC45265BEDD}" dt="2026-08-10T20:28:28.113" v="1197" actId="207"/>
          <ac:spMkLst>
            <pc:docMk/>
            <pc:sldMk cId="3430357071" sldId="268"/>
            <ac:spMk id="29" creationId="{F0024698-E14A-CB26-3783-0DFF98613250}"/>
          </ac:spMkLst>
        </pc:spChg>
        <pc:spChg chg="mod">
          <ac:chgData name="Tori Allen" userId="70c3f91c-bd10-4203-b9b4-b0f2bef65189" providerId="ADAL" clId="{2392C884-0E38-4569-81E0-9AC45265BEDD}" dt="2026-08-10T18:41:47.683" v="1052" actId="255"/>
          <ac:spMkLst>
            <pc:docMk/>
            <pc:sldMk cId="3430357071" sldId="268"/>
            <ac:spMk id="30" creationId="{1FD4522C-F1F5-645A-74BD-F90D9F48C7F7}"/>
          </ac:spMkLst>
        </pc:spChg>
        <pc:spChg chg="mod">
          <ac:chgData name="Tori Allen" userId="70c3f91c-bd10-4203-b9b4-b0f2bef65189" providerId="ADAL" clId="{2392C884-0E38-4569-81E0-9AC45265BEDD}" dt="2026-08-10T20:18:17.676" v="1095" actId="2711"/>
          <ac:spMkLst>
            <pc:docMk/>
            <pc:sldMk cId="3430357071" sldId="268"/>
            <ac:spMk id="31" creationId="{B13020E1-225D-0E95-2245-6486F24FAE09}"/>
          </ac:spMkLst>
        </pc:spChg>
        <pc:spChg chg="mod">
          <ac:chgData name="Tori Allen" userId="70c3f91c-bd10-4203-b9b4-b0f2bef65189" providerId="ADAL" clId="{2392C884-0E38-4569-81E0-9AC45265BEDD}" dt="2026-08-10T23:12:20.287" v="2572" actId="207"/>
          <ac:spMkLst>
            <pc:docMk/>
            <pc:sldMk cId="3430357071" sldId="268"/>
            <ac:spMk id="32" creationId="{A8787F06-C698-5D9B-B601-AF0D2896DB48}"/>
          </ac:spMkLst>
        </pc:spChg>
        <pc:grpChg chg="add mod">
          <ac:chgData name="Tori Allen" userId="70c3f91c-bd10-4203-b9b4-b0f2bef65189" providerId="ADAL" clId="{2392C884-0E38-4569-81E0-9AC45265BEDD}" dt="2026-08-10T20:39:55.944" v="1418" actId="164"/>
          <ac:grpSpMkLst>
            <pc:docMk/>
            <pc:sldMk cId="3430357071" sldId="268"/>
            <ac:grpSpMk id="2" creationId="{B9DA3216-3DAD-B093-E293-3DA79213B9D1}"/>
          </ac:grpSpMkLst>
        </pc:grpChg>
        <pc:grpChg chg="add mod">
          <ac:chgData name="Tori Allen" userId="70c3f91c-bd10-4203-b9b4-b0f2bef65189" providerId="ADAL" clId="{2392C884-0E38-4569-81E0-9AC45265BEDD}" dt="2026-08-10T20:39:55.944" v="1418" actId="164"/>
          <ac:grpSpMkLst>
            <pc:docMk/>
            <pc:sldMk cId="3430357071" sldId="268"/>
            <ac:grpSpMk id="5" creationId="{FFEA9D3D-44C4-3081-F94D-AB444CFF2148}"/>
          </ac:grpSpMkLst>
        </pc:grpChg>
      </pc:sldChg>
      <pc:sldChg chg="addSp delSp modSp mod">
        <pc:chgData name="Tori Allen" userId="70c3f91c-bd10-4203-b9b4-b0f2bef65189" providerId="ADAL" clId="{2392C884-0E38-4569-81E0-9AC45265BEDD}" dt="2026-08-12T08:54:49.202" v="4747" actId="20577"/>
        <pc:sldMkLst>
          <pc:docMk/>
          <pc:sldMk cId="0" sldId="271"/>
        </pc:sldMkLst>
        <pc:spChg chg="mod">
          <ac:chgData name="Tori Allen" userId="70c3f91c-bd10-4203-b9b4-b0f2bef65189" providerId="ADAL" clId="{2392C884-0E38-4569-81E0-9AC45265BEDD}" dt="2026-08-12T08:54:49.202" v="4747" actId="20577"/>
          <ac:spMkLst>
            <pc:docMk/>
            <pc:sldMk cId="0" sldId="271"/>
            <ac:spMk id="2" creationId="{00000000-0000-0000-0000-000000000000}"/>
          </ac:spMkLst>
        </pc:spChg>
        <pc:spChg chg="add mod">
          <ac:chgData name="Tori Allen" userId="70c3f91c-bd10-4203-b9b4-b0f2bef65189" providerId="ADAL" clId="{2392C884-0E38-4569-81E0-9AC45265BEDD}" dt="2026-08-10T22:40:31.455" v="2369" actId="20577"/>
          <ac:spMkLst>
            <pc:docMk/>
            <pc:sldMk cId="0" sldId="271"/>
            <ac:spMk id="5" creationId="{F8D7982A-8DC5-B6FB-497D-11FF4C0E30BE}"/>
          </ac:spMkLst>
        </pc:spChg>
        <pc:spChg chg="mod">
          <ac:chgData name="Tori Allen" userId="70c3f91c-bd10-4203-b9b4-b0f2bef65189" providerId="ADAL" clId="{2392C884-0E38-4569-81E0-9AC45265BEDD}" dt="2026-08-10T22:35:45.936" v="2283" actId="14100"/>
          <ac:spMkLst>
            <pc:docMk/>
            <pc:sldMk cId="0" sldId="271"/>
            <ac:spMk id="6" creationId="{00000000-0000-0000-0000-000000000000}"/>
          </ac:spMkLst>
        </pc:spChg>
        <pc:spChg chg="mod">
          <ac:chgData name="Tori Allen" userId="70c3f91c-bd10-4203-b9b4-b0f2bef65189" providerId="ADAL" clId="{2392C884-0E38-4569-81E0-9AC45265BEDD}" dt="2026-08-10T22:36:57.700" v="2296" actId="1076"/>
          <ac:spMkLst>
            <pc:docMk/>
            <pc:sldMk cId="0" sldId="271"/>
            <ac:spMk id="7" creationId="{00000000-0000-0000-0000-000000000000}"/>
          </ac:spMkLst>
        </pc:spChg>
        <pc:spChg chg="mod">
          <ac:chgData name="Tori Allen" userId="70c3f91c-bd10-4203-b9b4-b0f2bef65189" providerId="ADAL" clId="{2392C884-0E38-4569-81E0-9AC45265BEDD}" dt="2026-08-10T22:36:41.584" v="2294" actId="1076"/>
          <ac:spMkLst>
            <pc:docMk/>
            <pc:sldMk cId="0" sldId="271"/>
            <ac:spMk id="8" creationId="{00000000-0000-0000-0000-000000000000}"/>
          </ac:spMkLst>
        </pc:spChg>
        <pc:spChg chg="mod">
          <ac:chgData name="Tori Allen" userId="70c3f91c-bd10-4203-b9b4-b0f2bef65189" providerId="ADAL" clId="{2392C884-0E38-4569-81E0-9AC45265BEDD}" dt="2026-08-10T22:40:48.175" v="2371" actId="403"/>
          <ac:spMkLst>
            <pc:docMk/>
            <pc:sldMk cId="0" sldId="271"/>
            <ac:spMk id="15" creationId="{0809290F-7A24-3BD9-BB62-AACC1EF9D361}"/>
          </ac:spMkLst>
        </pc:spChg>
        <pc:spChg chg="mod">
          <ac:chgData name="Tori Allen" userId="70c3f91c-bd10-4203-b9b4-b0f2bef65189" providerId="ADAL" clId="{2392C884-0E38-4569-81E0-9AC45265BEDD}" dt="2026-08-10T23:05:56.978" v="2471" actId="208"/>
          <ac:spMkLst>
            <pc:docMk/>
            <pc:sldMk cId="0" sldId="271"/>
            <ac:spMk id="16" creationId="{A059D512-1542-9CFE-8CFC-EA4C32C23930}"/>
          </ac:spMkLst>
        </pc:spChg>
        <pc:spChg chg="add del mod">
          <ac:chgData name="Tori Allen" userId="70c3f91c-bd10-4203-b9b4-b0f2bef65189" providerId="ADAL" clId="{2392C884-0E38-4569-81E0-9AC45265BEDD}" dt="2026-08-12T07:34:26.539" v="3619"/>
          <ac:spMkLst>
            <pc:docMk/>
            <pc:sldMk cId="0" sldId="271"/>
            <ac:spMk id="21" creationId="{A07087C5-A071-F0C3-F473-E7D4041C4DE3}"/>
          </ac:spMkLst>
        </pc:spChg>
        <pc:graphicFrameChg chg="mod">
          <ac:chgData name="Tori Allen" userId="70c3f91c-bd10-4203-b9b4-b0f2bef65189" providerId="ADAL" clId="{2392C884-0E38-4569-81E0-9AC45265BEDD}" dt="2026-08-12T07:39:29.168" v="3662"/>
          <ac:graphicFrameMkLst>
            <pc:docMk/>
            <pc:sldMk cId="0" sldId="271"/>
            <ac:graphicFrameMk id="10" creationId="{D5A5550B-2A40-F3EB-1156-F8B04A776820}"/>
          </ac:graphicFrameMkLst>
        </pc:graphicFrameChg>
        <pc:graphicFrameChg chg="mod">
          <ac:chgData name="Tori Allen" userId="70c3f91c-bd10-4203-b9b4-b0f2bef65189" providerId="ADAL" clId="{2392C884-0E38-4569-81E0-9AC45265BEDD}" dt="2026-08-12T07:39:26.188" v="3661"/>
          <ac:graphicFrameMkLst>
            <pc:docMk/>
            <pc:sldMk cId="0" sldId="271"/>
            <ac:graphicFrameMk id="11" creationId="{B6D1ABB2-F24A-2435-7086-8D5DFB7A1B9A}"/>
          </ac:graphicFrameMkLst>
        </pc:graphicFrameChg>
        <pc:graphicFrameChg chg="mod">
          <ac:chgData name="Tori Allen" userId="70c3f91c-bd10-4203-b9b4-b0f2bef65189" providerId="ADAL" clId="{2392C884-0E38-4569-81E0-9AC45265BEDD}" dt="2026-08-12T07:39:10.249" v="3659"/>
          <ac:graphicFrameMkLst>
            <pc:docMk/>
            <pc:sldMk cId="0" sldId="271"/>
            <ac:graphicFrameMk id="12" creationId="{F9271752-F26D-ED14-B46B-F2C528AEE72D}"/>
          </ac:graphicFrameMkLst>
        </pc:graphicFrameChg>
        <pc:graphicFrameChg chg="mod">
          <ac:chgData name="Tori Allen" userId="70c3f91c-bd10-4203-b9b4-b0f2bef65189" providerId="ADAL" clId="{2392C884-0E38-4569-81E0-9AC45265BEDD}" dt="2026-08-12T07:39:16.578" v="3660"/>
          <ac:graphicFrameMkLst>
            <pc:docMk/>
            <pc:sldMk cId="0" sldId="271"/>
            <ac:graphicFrameMk id="13" creationId="{314E3A71-8E92-70D3-7B4F-86979A85772B}"/>
          </ac:graphicFrameMkLst>
        </pc:graphicFrameChg>
        <pc:graphicFrameChg chg="add del mod">
          <ac:chgData name="Tori Allen" userId="70c3f91c-bd10-4203-b9b4-b0f2bef65189" providerId="ADAL" clId="{2392C884-0E38-4569-81E0-9AC45265BEDD}" dt="2026-08-12T07:26:54.972" v="3501" actId="22"/>
          <ac:graphicFrameMkLst>
            <pc:docMk/>
            <pc:sldMk cId="0" sldId="271"/>
            <ac:graphicFrameMk id="18" creationId="{FF9A45DD-0982-6E89-CBE7-ACCB5F84FED0}"/>
          </ac:graphicFrameMkLst>
        </pc:graphicFrameChg>
        <pc:graphicFrameChg chg="add del mod">
          <ac:chgData name="Tori Allen" userId="70c3f91c-bd10-4203-b9b4-b0f2bef65189" providerId="ADAL" clId="{2392C884-0E38-4569-81E0-9AC45265BEDD}" dt="2026-08-12T07:27:51.701" v="3553" actId="478"/>
          <ac:graphicFrameMkLst>
            <pc:docMk/>
            <pc:sldMk cId="0" sldId="271"/>
            <ac:graphicFrameMk id="20" creationId="{7476F1C6-B20F-05E2-2043-381F711032DB}"/>
          </ac:graphicFrameMkLst>
        </pc:graphicFrameChg>
      </pc:sldChg>
      <pc:sldChg chg="addSp delSp modSp mod ord">
        <pc:chgData name="Tori Allen" userId="70c3f91c-bd10-4203-b9b4-b0f2bef65189" providerId="ADAL" clId="{2392C884-0E38-4569-81E0-9AC45265BEDD}" dt="2026-08-12T08:54:55.184" v="4753" actId="20577"/>
        <pc:sldMkLst>
          <pc:docMk/>
          <pc:sldMk cId="0" sldId="273"/>
        </pc:sldMkLst>
        <pc:spChg chg="mod">
          <ac:chgData name="Tori Allen" userId="70c3f91c-bd10-4203-b9b4-b0f2bef65189" providerId="ADAL" clId="{2392C884-0E38-4569-81E0-9AC45265BEDD}" dt="2026-08-12T07:18:21.364" v="3410" actId="1076"/>
          <ac:spMkLst>
            <pc:docMk/>
            <pc:sldMk cId="0" sldId="273"/>
            <ac:spMk id="2" creationId="{00000000-0000-0000-0000-000000000000}"/>
          </ac:spMkLst>
        </pc:spChg>
        <pc:spChg chg="mod">
          <ac:chgData name="Tori Allen" userId="70c3f91c-bd10-4203-b9b4-b0f2bef65189" providerId="ADAL" clId="{2392C884-0E38-4569-81E0-9AC45265BEDD}" dt="2026-08-12T07:20:00.047" v="3423" actId="207"/>
          <ac:spMkLst>
            <pc:docMk/>
            <pc:sldMk cId="0" sldId="273"/>
            <ac:spMk id="3" creationId="{FB59E05F-DE72-F449-840C-3E1B52563920}"/>
          </ac:spMkLst>
        </pc:spChg>
        <pc:spChg chg="mod">
          <ac:chgData name="Tori Allen" userId="70c3f91c-bd10-4203-b9b4-b0f2bef65189" providerId="ADAL" clId="{2392C884-0E38-4569-81E0-9AC45265BEDD}" dt="2026-08-11T19:30:02.598" v="3038" actId="1076"/>
          <ac:spMkLst>
            <pc:docMk/>
            <pc:sldMk cId="0" sldId="273"/>
            <ac:spMk id="5" creationId="{267A5231-B1F2-70F7-5282-16249D6E1DFA}"/>
          </ac:spMkLst>
        </pc:spChg>
        <pc:spChg chg="mod">
          <ac:chgData name="Tori Allen" userId="70c3f91c-bd10-4203-b9b4-b0f2bef65189" providerId="ADAL" clId="{2392C884-0E38-4569-81E0-9AC45265BEDD}" dt="2026-08-11T19:29:02.571" v="3033" actId="14100"/>
          <ac:spMkLst>
            <pc:docMk/>
            <pc:sldMk cId="0" sldId="273"/>
            <ac:spMk id="10" creationId="{5DE8ACA7-F2CD-7ABA-ABBB-B64E1EB62FAF}"/>
          </ac:spMkLst>
        </pc:spChg>
        <pc:spChg chg="add del">
          <ac:chgData name="Tori Allen" userId="70c3f91c-bd10-4203-b9b4-b0f2bef65189" providerId="ADAL" clId="{2392C884-0E38-4569-81E0-9AC45265BEDD}" dt="2026-08-11T18:46:50.279" v="2974" actId="22"/>
          <ac:spMkLst>
            <pc:docMk/>
            <pc:sldMk cId="0" sldId="273"/>
            <ac:spMk id="11" creationId="{E92C5BC2-64B5-BD52-6415-5813558B12FE}"/>
          </ac:spMkLst>
        </pc:spChg>
        <pc:spChg chg="mod">
          <ac:chgData name="Tori Allen" userId="70c3f91c-bd10-4203-b9b4-b0f2bef65189" providerId="ADAL" clId="{2392C884-0E38-4569-81E0-9AC45265BEDD}" dt="2026-08-11T19:29:02.571" v="3033" actId="14100"/>
          <ac:spMkLst>
            <pc:docMk/>
            <pc:sldMk cId="0" sldId="273"/>
            <ac:spMk id="12" creationId="{E7C7F61B-1778-0B1A-1B4C-93221EFA8C23}"/>
          </ac:spMkLst>
        </pc:spChg>
        <pc:spChg chg="mod">
          <ac:chgData name="Tori Allen" userId="70c3f91c-bd10-4203-b9b4-b0f2bef65189" providerId="ADAL" clId="{2392C884-0E38-4569-81E0-9AC45265BEDD}" dt="2026-08-11T19:30:49.242" v="3079" actId="1076"/>
          <ac:spMkLst>
            <pc:docMk/>
            <pc:sldMk cId="0" sldId="273"/>
            <ac:spMk id="13" creationId="{9E0BF0A6-4A0D-FC87-64B7-777FBC4398E5}"/>
          </ac:spMkLst>
        </pc:spChg>
        <pc:spChg chg="mod">
          <ac:chgData name="Tori Allen" userId="70c3f91c-bd10-4203-b9b4-b0f2bef65189" providerId="ADAL" clId="{2392C884-0E38-4569-81E0-9AC45265BEDD}" dt="2026-08-11T19:39:27.498" v="3113" actId="208"/>
          <ac:spMkLst>
            <pc:docMk/>
            <pc:sldMk cId="0" sldId="273"/>
            <ac:spMk id="15" creationId="{8DAFAD0D-B084-8DB6-0454-0EF9C32A1127}"/>
          </ac:spMkLst>
        </pc:spChg>
        <pc:spChg chg="add del">
          <ac:chgData name="Tori Allen" userId="70c3f91c-bd10-4203-b9b4-b0f2bef65189" providerId="ADAL" clId="{2392C884-0E38-4569-81E0-9AC45265BEDD}" dt="2026-08-11T18:47:28.726" v="2976" actId="478"/>
          <ac:spMkLst>
            <pc:docMk/>
            <pc:sldMk cId="0" sldId="273"/>
            <ac:spMk id="16" creationId="{B1291537-A9BA-1643-C192-76D31F651586}"/>
          </ac:spMkLst>
        </pc:spChg>
        <pc:spChg chg="add mod">
          <ac:chgData name="Tori Allen" userId="70c3f91c-bd10-4203-b9b4-b0f2bef65189" providerId="ADAL" clId="{2392C884-0E38-4569-81E0-9AC45265BEDD}" dt="2026-08-11T19:30:59.522" v="3083" actId="1076"/>
          <ac:spMkLst>
            <pc:docMk/>
            <pc:sldMk cId="0" sldId="273"/>
            <ac:spMk id="20" creationId="{F5E7D2A7-32E6-497A-3186-2A3667DE7EA7}"/>
          </ac:spMkLst>
        </pc:spChg>
        <pc:spChg chg="add mod">
          <ac:chgData name="Tori Allen" userId="70c3f91c-bd10-4203-b9b4-b0f2bef65189" providerId="ADAL" clId="{2392C884-0E38-4569-81E0-9AC45265BEDD}" dt="2026-08-11T19:44:56.392" v="3127" actId="20577"/>
          <ac:spMkLst>
            <pc:docMk/>
            <pc:sldMk cId="0" sldId="273"/>
            <ac:spMk id="24" creationId="{0FBB2F98-1F2C-8389-BAB9-6E91975E902D}"/>
          </ac:spMkLst>
        </pc:spChg>
        <pc:spChg chg="add mod">
          <ac:chgData name="Tori Allen" userId="70c3f91c-bd10-4203-b9b4-b0f2bef65189" providerId="ADAL" clId="{2392C884-0E38-4569-81E0-9AC45265BEDD}" dt="2026-08-11T19:45:02.612" v="3132" actId="20577"/>
          <ac:spMkLst>
            <pc:docMk/>
            <pc:sldMk cId="0" sldId="273"/>
            <ac:spMk id="27" creationId="{F0E1AF8E-9FA7-C547-1EBC-2E4987C7E991}"/>
          </ac:spMkLst>
        </pc:spChg>
        <pc:spChg chg="add mod">
          <ac:chgData name="Tori Allen" userId="70c3f91c-bd10-4203-b9b4-b0f2bef65189" providerId="ADAL" clId="{2392C884-0E38-4569-81E0-9AC45265BEDD}" dt="2026-08-11T19:45:05.182" v="3133" actId="20577"/>
          <ac:spMkLst>
            <pc:docMk/>
            <pc:sldMk cId="0" sldId="273"/>
            <ac:spMk id="29" creationId="{4AA3B740-E1AA-C83A-B527-7B4047D4CDDA}"/>
          </ac:spMkLst>
        </pc:spChg>
        <pc:spChg chg="mod">
          <ac:chgData name="Tori Allen" userId="70c3f91c-bd10-4203-b9b4-b0f2bef65189" providerId="ADAL" clId="{2392C884-0E38-4569-81E0-9AC45265BEDD}" dt="2026-08-12T07:20:33.826" v="3427" actId="207"/>
          <ac:spMkLst>
            <pc:docMk/>
            <pc:sldMk cId="0" sldId="273"/>
            <ac:spMk id="30" creationId="{6DE532B7-9845-BAC2-EE7F-14B1B1A6C115}"/>
          </ac:spMkLst>
        </pc:spChg>
        <pc:spChg chg="add del">
          <ac:chgData name="Tori Allen" userId="70c3f91c-bd10-4203-b9b4-b0f2bef65189" providerId="ADAL" clId="{2392C884-0E38-4569-81E0-9AC45265BEDD}" dt="2026-08-11T19:32:41.006" v="3097" actId="22"/>
          <ac:spMkLst>
            <pc:docMk/>
            <pc:sldMk cId="0" sldId="273"/>
            <ac:spMk id="31" creationId="{0B007B58-D09A-0CD3-5025-35E2A24EB9EE}"/>
          </ac:spMkLst>
        </pc:spChg>
        <pc:spChg chg="mod">
          <ac:chgData name="Tori Allen" userId="70c3f91c-bd10-4203-b9b4-b0f2bef65189" providerId="ADAL" clId="{2392C884-0E38-4569-81E0-9AC45265BEDD}" dt="2026-08-12T07:20:28.983" v="3426" actId="207"/>
          <ac:spMkLst>
            <pc:docMk/>
            <pc:sldMk cId="0" sldId="273"/>
            <ac:spMk id="32" creationId="{5E4F4FE9-7AD3-34F5-CF0A-92F7CFA5A01B}"/>
          </ac:spMkLst>
        </pc:spChg>
        <pc:spChg chg="mod">
          <ac:chgData name="Tori Allen" userId="70c3f91c-bd10-4203-b9b4-b0f2bef65189" providerId="ADAL" clId="{2392C884-0E38-4569-81E0-9AC45265BEDD}" dt="2026-08-12T07:20:17.238" v="3425" actId="207"/>
          <ac:spMkLst>
            <pc:docMk/>
            <pc:sldMk cId="0" sldId="273"/>
            <ac:spMk id="35" creationId="{5005C4E3-C76D-31BA-24B9-D7790E2C953F}"/>
          </ac:spMkLst>
        </pc:spChg>
        <pc:spChg chg="mod">
          <ac:chgData name="Tori Allen" userId="70c3f91c-bd10-4203-b9b4-b0f2bef65189" providerId="ADAL" clId="{2392C884-0E38-4569-81E0-9AC45265BEDD}" dt="2026-08-12T07:20:08.935" v="3424" actId="207"/>
          <ac:spMkLst>
            <pc:docMk/>
            <pc:sldMk cId="0" sldId="273"/>
            <ac:spMk id="38" creationId="{669A57B9-E5C5-404A-6748-B4383263F689}"/>
          </ac:spMkLst>
        </pc:spChg>
        <pc:spChg chg="mod">
          <ac:chgData name="Tori Allen" userId="70c3f91c-bd10-4203-b9b4-b0f2bef65189" providerId="ADAL" clId="{2392C884-0E38-4569-81E0-9AC45265BEDD}" dt="2026-08-12T08:54:55.184" v="4753" actId="20577"/>
          <ac:spMkLst>
            <pc:docMk/>
            <pc:sldMk cId="0" sldId="273"/>
            <ac:spMk id="39" creationId="{C21DE2B8-CFBF-2061-14EC-CF7EEBC97E89}"/>
          </ac:spMkLst>
        </pc:spChg>
        <pc:spChg chg="mod">
          <ac:chgData name="Tori Allen" userId="70c3f91c-bd10-4203-b9b4-b0f2bef65189" providerId="ADAL" clId="{2392C884-0E38-4569-81E0-9AC45265BEDD}" dt="2026-08-12T08:03:42.531" v="3907" actId="1076"/>
          <ac:spMkLst>
            <pc:docMk/>
            <pc:sldMk cId="0" sldId="273"/>
            <ac:spMk id="46" creationId="{261CD3AB-A3F7-7DF7-290D-2B92DAFEBC01}"/>
          </ac:spMkLst>
        </pc:spChg>
        <pc:spChg chg="mod">
          <ac:chgData name="Tori Allen" userId="70c3f91c-bd10-4203-b9b4-b0f2bef65189" providerId="ADAL" clId="{2392C884-0E38-4569-81E0-9AC45265BEDD}" dt="2026-08-12T08:03:49.072" v="3908" actId="1076"/>
          <ac:spMkLst>
            <pc:docMk/>
            <pc:sldMk cId="0" sldId="273"/>
            <ac:spMk id="47" creationId="{AAA8CF65-E976-3CF6-C526-3E4040C465EC}"/>
          </ac:spMkLst>
        </pc:spChg>
        <pc:spChg chg="mod">
          <ac:chgData name="Tori Allen" userId="70c3f91c-bd10-4203-b9b4-b0f2bef65189" providerId="ADAL" clId="{2392C884-0E38-4569-81E0-9AC45265BEDD}" dt="2026-08-12T08:04:19.976" v="3911" actId="1076"/>
          <ac:spMkLst>
            <pc:docMk/>
            <pc:sldMk cId="0" sldId="273"/>
            <ac:spMk id="48" creationId="{21FD6D2C-DA3C-5735-365A-677612DCC511}"/>
          </ac:spMkLst>
        </pc:spChg>
        <pc:spChg chg="mod">
          <ac:chgData name="Tori Allen" userId="70c3f91c-bd10-4203-b9b4-b0f2bef65189" providerId="ADAL" clId="{2392C884-0E38-4569-81E0-9AC45265BEDD}" dt="2026-08-12T07:18:13.729" v="3409" actId="1076"/>
          <ac:spMkLst>
            <pc:docMk/>
            <pc:sldMk cId="0" sldId="273"/>
            <ac:spMk id="49" creationId="{8F008C44-AA6D-15DC-5FCC-B5C3F36E78A3}"/>
          </ac:spMkLst>
        </pc:spChg>
        <pc:spChg chg="mod">
          <ac:chgData name="Tori Allen" userId="70c3f91c-bd10-4203-b9b4-b0f2bef65189" providerId="ADAL" clId="{2392C884-0E38-4569-81E0-9AC45265BEDD}" dt="2026-08-12T07:18:05.449" v="3406" actId="1076"/>
          <ac:spMkLst>
            <pc:docMk/>
            <pc:sldMk cId="0" sldId="273"/>
            <ac:spMk id="50" creationId="{2481ABE4-C5D3-F3D4-183B-AE79CD46AD46}"/>
          </ac:spMkLst>
        </pc:spChg>
        <pc:spChg chg="mod">
          <ac:chgData name="Tori Allen" userId="70c3f91c-bd10-4203-b9b4-b0f2bef65189" providerId="ADAL" clId="{2392C884-0E38-4569-81E0-9AC45265BEDD}" dt="2026-08-12T07:18:07.381" v="3407" actId="1076"/>
          <ac:spMkLst>
            <pc:docMk/>
            <pc:sldMk cId="0" sldId="273"/>
            <ac:spMk id="51" creationId="{0EE200F3-8200-8A89-CA7F-676330F3CBF9}"/>
          </ac:spMkLst>
        </pc:spChg>
        <pc:spChg chg="mod">
          <ac:chgData name="Tori Allen" userId="70c3f91c-bd10-4203-b9b4-b0f2bef65189" providerId="ADAL" clId="{2392C884-0E38-4569-81E0-9AC45265BEDD}" dt="2026-08-12T07:18:09.200" v="3408" actId="1076"/>
          <ac:spMkLst>
            <pc:docMk/>
            <pc:sldMk cId="0" sldId="273"/>
            <ac:spMk id="52" creationId="{0696CDB3-5067-8031-AA58-939BA1BA9149}"/>
          </ac:spMkLst>
        </pc:spChg>
        <pc:picChg chg="mod">
          <ac:chgData name="Tori Allen" userId="70c3f91c-bd10-4203-b9b4-b0f2bef65189" providerId="ADAL" clId="{2392C884-0E38-4569-81E0-9AC45265BEDD}" dt="2026-08-11T19:30:55.305" v="3082" actId="1076"/>
          <ac:picMkLst>
            <pc:docMk/>
            <pc:sldMk cId="0" sldId="273"/>
            <ac:picMk id="7" creationId="{7278F2CE-46F7-B735-9898-D38D85C730CF}"/>
          </ac:picMkLst>
        </pc:picChg>
        <pc:picChg chg="mod">
          <ac:chgData name="Tori Allen" userId="70c3f91c-bd10-4203-b9b4-b0f2bef65189" providerId="ADAL" clId="{2392C884-0E38-4569-81E0-9AC45265BEDD}" dt="2026-08-11T19:29:02.571" v="3033" actId="14100"/>
          <ac:picMkLst>
            <pc:docMk/>
            <pc:sldMk cId="0" sldId="273"/>
            <ac:picMk id="17" creationId="{FAABC738-A32C-6B66-D430-BD6F9C72E5FB}"/>
          </ac:picMkLst>
        </pc:picChg>
        <pc:picChg chg="mod">
          <ac:chgData name="Tori Allen" userId="70c3f91c-bd10-4203-b9b4-b0f2bef65189" providerId="ADAL" clId="{2392C884-0E38-4569-81E0-9AC45265BEDD}" dt="2026-08-11T19:29:02.571" v="3033" actId="14100"/>
          <ac:picMkLst>
            <pc:docMk/>
            <pc:sldMk cId="0" sldId="273"/>
            <ac:picMk id="19" creationId="{90B4EFEC-67B2-BEA5-70EF-C80DCBFA8E7A}"/>
          </ac:picMkLst>
        </pc:picChg>
        <pc:picChg chg="mod">
          <ac:chgData name="Tori Allen" userId="70c3f91c-bd10-4203-b9b4-b0f2bef65189" providerId="ADAL" clId="{2392C884-0E38-4569-81E0-9AC45265BEDD}" dt="2026-08-11T19:29:02.571" v="3033" actId="14100"/>
          <ac:picMkLst>
            <pc:docMk/>
            <pc:sldMk cId="0" sldId="273"/>
            <ac:picMk id="21" creationId="{C177A965-BCB5-1AD8-FB54-F0CB46F103F7}"/>
          </ac:picMkLst>
        </pc:picChg>
        <pc:picChg chg="mod">
          <ac:chgData name="Tori Allen" userId="70c3f91c-bd10-4203-b9b4-b0f2bef65189" providerId="ADAL" clId="{2392C884-0E38-4569-81E0-9AC45265BEDD}" dt="2026-08-11T19:30:51.037" v="3080" actId="1076"/>
          <ac:picMkLst>
            <pc:docMk/>
            <pc:sldMk cId="0" sldId="273"/>
            <ac:picMk id="25" creationId="{C0389FC8-D2C7-23A2-57E5-090C3B7A3E18}"/>
          </ac:picMkLst>
        </pc:picChg>
        <pc:cxnChg chg="add mod">
          <ac:chgData name="Tori Allen" userId="70c3f91c-bd10-4203-b9b4-b0f2bef65189" providerId="ADAL" clId="{2392C884-0E38-4569-81E0-9AC45265BEDD}" dt="2026-08-11T19:44:46.257" v="3126" actId="1076"/>
          <ac:cxnSpMkLst>
            <pc:docMk/>
            <pc:sldMk cId="0" sldId="273"/>
            <ac:cxnSpMk id="33" creationId="{4A1EDA8B-378C-7312-6366-325906CBD4AA}"/>
          </ac:cxnSpMkLst>
        </pc:cxnChg>
        <pc:cxnChg chg="add mod">
          <ac:chgData name="Tori Allen" userId="70c3f91c-bd10-4203-b9b4-b0f2bef65189" providerId="ADAL" clId="{2392C884-0E38-4569-81E0-9AC45265BEDD}" dt="2026-08-11T19:44:46.257" v="3126" actId="1076"/>
          <ac:cxnSpMkLst>
            <pc:docMk/>
            <pc:sldMk cId="0" sldId="273"/>
            <ac:cxnSpMk id="36" creationId="{C723089A-442C-DF6B-B4FB-11C5E1B8A26D}"/>
          </ac:cxnSpMkLst>
        </pc:cxnChg>
        <pc:cxnChg chg="mod">
          <ac:chgData name="Tori Allen" userId="70c3f91c-bd10-4203-b9b4-b0f2bef65189" providerId="ADAL" clId="{2392C884-0E38-4569-81E0-9AC45265BEDD}" dt="2026-08-12T07:18:07.381" v="3407" actId="1076"/>
          <ac:cxnSpMkLst>
            <pc:docMk/>
            <pc:sldMk cId="0" sldId="273"/>
            <ac:cxnSpMk id="53" creationId="{0F4F801D-E171-3C6A-B378-C5E275497A33}"/>
          </ac:cxnSpMkLst>
        </pc:cxnChg>
        <pc:cxnChg chg="mod">
          <ac:chgData name="Tori Allen" userId="70c3f91c-bd10-4203-b9b4-b0f2bef65189" providerId="ADAL" clId="{2392C884-0E38-4569-81E0-9AC45265BEDD}" dt="2026-08-12T07:18:09.200" v="3408" actId="1076"/>
          <ac:cxnSpMkLst>
            <pc:docMk/>
            <pc:sldMk cId="0" sldId="273"/>
            <ac:cxnSpMk id="54" creationId="{89E842CF-6CF1-165B-E3F5-CF81AFA87EE5}"/>
          </ac:cxnSpMkLst>
        </pc:cxnChg>
      </pc:sldChg>
      <pc:sldChg chg="addSp delSp modSp del mod">
        <pc:chgData name="Tori Allen" userId="70c3f91c-bd10-4203-b9b4-b0f2bef65189" providerId="ADAL" clId="{2392C884-0E38-4569-81E0-9AC45265BEDD}" dt="2026-08-11T19:39:33.718" v="3114" actId="47"/>
        <pc:sldMkLst>
          <pc:docMk/>
          <pc:sldMk cId="0" sldId="276"/>
        </pc:sldMkLst>
      </pc:sldChg>
      <pc:sldChg chg="modSp mod">
        <pc:chgData name="Tori Allen" userId="70c3f91c-bd10-4203-b9b4-b0f2bef65189" providerId="ADAL" clId="{2392C884-0E38-4569-81E0-9AC45265BEDD}" dt="2026-08-10T23:42:54.985" v="2752" actId="20577"/>
        <pc:sldMkLst>
          <pc:docMk/>
          <pc:sldMk cId="4095106968" sldId="2147473762"/>
        </pc:sldMkLst>
        <pc:spChg chg="mod">
          <ac:chgData name="Tori Allen" userId="70c3f91c-bd10-4203-b9b4-b0f2bef65189" providerId="ADAL" clId="{2392C884-0E38-4569-81E0-9AC45265BEDD}" dt="2026-08-10T20:16:42.513" v="1085" actId="207"/>
          <ac:spMkLst>
            <pc:docMk/>
            <pc:sldMk cId="4095106968" sldId="2147473762"/>
            <ac:spMk id="3" creationId="{DCA74837-8B9E-4788-A017-1E39DF0A1A63}"/>
          </ac:spMkLst>
        </pc:spChg>
        <pc:spChg chg="mod">
          <ac:chgData name="Tori Allen" userId="70c3f91c-bd10-4203-b9b4-b0f2bef65189" providerId="ADAL" clId="{2392C884-0E38-4569-81E0-9AC45265BEDD}" dt="2026-08-10T23:42:54.985" v="2752" actId="20577"/>
          <ac:spMkLst>
            <pc:docMk/>
            <pc:sldMk cId="4095106968" sldId="2147473762"/>
            <ac:spMk id="8" creationId="{85DE2CFD-1135-2E55-31C9-54EE800621B9}"/>
          </ac:spMkLst>
        </pc:spChg>
      </pc:sldChg>
      <pc:sldChg chg="addSp delSp modSp mod">
        <pc:chgData name="Tori Allen" userId="70c3f91c-bd10-4203-b9b4-b0f2bef65189" providerId="ADAL" clId="{2392C884-0E38-4569-81E0-9AC45265BEDD}" dt="2026-08-12T08:20:29.157" v="4119" actId="14100"/>
        <pc:sldMkLst>
          <pc:docMk/>
          <pc:sldMk cId="2382690932" sldId="2147479566"/>
        </pc:sldMkLst>
        <pc:spChg chg="mod">
          <ac:chgData name="Tori Allen" userId="70c3f91c-bd10-4203-b9b4-b0f2bef65189" providerId="ADAL" clId="{2392C884-0E38-4569-81E0-9AC45265BEDD}" dt="2026-08-10T17:00:05.423" v="43" actId="14100"/>
          <ac:spMkLst>
            <pc:docMk/>
            <pc:sldMk cId="2382690932" sldId="2147479566"/>
            <ac:spMk id="2" creationId="{B145E5D6-A2C0-4414-8EC6-7F5C2122BD21}"/>
          </ac:spMkLst>
        </pc:spChg>
        <pc:spChg chg="mod">
          <ac:chgData name="Tori Allen" userId="70c3f91c-bd10-4203-b9b4-b0f2bef65189" providerId="ADAL" clId="{2392C884-0E38-4569-81E0-9AC45265BEDD}" dt="2026-08-10T17:33:55.743" v="526" actId="255"/>
          <ac:spMkLst>
            <pc:docMk/>
            <pc:sldMk cId="2382690932" sldId="2147479566"/>
            <ac:spMk id="8" creationId="{E010BB90-D6DB-6B11-305B-758DBA029883}"/>
          </ac:spMkLst>
        </pc:spChg>
        <pc:spChg chg="add del">
          <ac:chgData name="Tori Allen" userId="70c3f91c-bd10-4203-b9b4-b0f2bef65189" providerId="ADAL" clId="{2392C884-0E38-4569-81E0-9AC45265BEDD}" dt="2026-08-12T08:19:43.037" v="4111" actId="22"/>
          <ac:spMkLst>
            <pc:docMk/>
            <pc:sldMk cId="2382690932" sldId="2147479566"/>
            <ac:spMk id="9" creationId="{939F2DF0-D3B8-5D52-D566-33325F550328}"/>
          </ac:spMkLst>
        </pc:spChg>
        <pc:spChg chg="mod">
          <ac:chgData name="Tori Allen" userId="70c3f91c-bd10-4203-b9b4-b0f2bef65189" providerId="ADAL" clId="{2392C884-0E38-4569-81E0-9AC45265BEDD}" dt="2026-08-12T08:20:14.297" v="4116" actId="1076"/>
          <ac:spMkLst>
            <pc:docMk/>
            <pc:sldMk cId="2382690932" sldId="2147479566"/>
            <ac:spMk id="12" creationId="{FB56064A-412B-39CF-5842-1B6B673117E9}"/>
          </ac:spMkLst>
        </pc:spChg>
        <pc:spChg chg="mod">
          <ac:chgData name="Tori Allen" userId="70c3f91c-bd10-4203-b9b4-b0f2bef65189" providerId="ADAL" clId="{2392C884-0E38-4569-81E0-9AC45265BEDD}" dt="2026-08-12T08:19:00.896" v="4109" actId="20577"/>
          <ac:spMkLst>
            <pc:docMk/>
            <pc:sldMk cId="2382690932" sldId="2147479566"/>
            <ac:spMk id="14" creationId="{E4D51467-278C-8D7E-9CC9-EA019842EC07}"/>
          </ac:spMkLst>
        </pc:spChg>
        <pc:spChg chg="mod">
          <ac:chgData name="Tori Allen" userId="70c3f91c-bd10-4203-b9b4-b0f2bef65189" providerId="ADAL" clId="{2392C884-0E38-4569-81E0-9AC45265BEDD}" dt="2026-08-12T08:16:33.696" v="4079" actId="20577"/>
          <ac:spMkLst>
            <pc:docMk/>
            <pc:sldMk cId="2382690932" sldId="2147479566"/>
            <ac:spMk id="15" creationId="{44761142-34F1-D890-AB9A-030515C0E951}"/>
          </ac:spMkLst>
        </pc:spChg>
        <pc:spChg chg="mod">
          <ac:chgData name="Tori Allen" userId="70c3f91c-bd10-4203-b9b4-b0f2bef65189" providerId="ADAL" clId="{2392C884-0E38-4569-81E0-9AC45265BEDD}" dt="2026-08-12T08:17:43.006" v="4083" actId="20577"/>
          <ac:spMkLst>
            <pc:docMk/>
            <pc:sldMk cId="2382690932" sldId="2147479566"/>
            <ac:spMk id="16" creationId="{F7257864-8707-AA51-D549-CE6F5185DD54}"/>
          </ac:spMkLst>
        </pc:spChg>
        <pc:graphicFrameChg chg="add mod modGraphic">
          <ac:chgData name="Tori Allen" userId="70c3f91c-bd10-4203-b9b4-b0f2bef65189" providerId="ADAL" clId="{2392C884-0E38-4569-81E0-9AC45265BEDD}" dt="2026-08-10T17:28:07.564" v="255" actId="14734"/>
          <ac:graphicFrameMkLst>
            <pc:docMk/>
            <pc:sldMk cId="2382690932" sldId="2147479566"/>
            <ac:graphicFrameMk id="3" creationId="{CA69B58E-7C29-6E1F-E3BC-D5DA589CEFC2}"/>
          </ac:graphicFrameMkLst>
        </pc:graphicFrameChg>
        <pc:picChg chg="add del">
          <ac:chgData name="Tori Allen" userId="70c3f91c-bd10-4203-b9b4-b0f2bef65189" providerId="ADAL" clId="{2392C884-0E38-4569-81E0-9AC45265BEDD}" dt="2026-08-12T07:00:44.089" v="3274" actId="478"/>
          <ac:picMkLst>
            <pc:docMk/>
            <pc:sldMk cId="2382690932" sldId="2147479566"/>
            <ac:picMk id="5" creationId="{E614F461-18FF-D31D-C8ED-4EDFBD8A4EE2}"/>
          </ac:picMkLst>
        </pc:picChg>
        <pc:picChg chg="add del">
          <ac:chgData name="Tori Allen" userId="70c3f91c-bd10-4203-b9b4-b0f2bef65189" providerId="ADAL" clId="{2392C884-0E38-4569-81E0-9AC45265BEDD}" dt="2026-08-12T07:00:48.093" v="3276" actId="478"/>
          <ac:picMkLst>
            <pc:docMk/>
            <pc:sldMk cId="2382690932" sldId="2147479566"/>
            <ac:picMk id="6" creationId="{9C572AD0-1CFF-A4F8-1974-AC0E3BCCB9F2}"/>
          </ac:picMkLst>
        </pc:picChg>
        <pc:picChg chg="add mod">
          <ac:chgData name="Tori Allen" userId="70c3f91c-bd10-4203-b9b4-b0f2bef65189" providerId="ADAL" clId="{2392C884-0E38-4569-81E0-9AC45265BEDD}" dt="2026-08-12T08:20:29.157" v="4119" actId="14100"/>
          <ac:picMkLst>
            <pc:docMk/>
            <pc:sldMk cId="2382690932" sldId="2147479566"/>
            <ac:picMk id="11" creationId="{0A621267-4F3C-9712-F6D7-7FD5FC7487F3}"/>
          </ac:picMkLst>
        </pc:picChg>
        <pc:picChg chg="mod">
          <ac:chgData name="Tori Allen" userId="70c3f91c-bd10-4203-b9b4-b0f2bef65189" providerId="ADAL" clId="{2392C884-0E38-4569-81E0-9AC45265BEDD}" dt="2026-08-11T18:59:09.145" v="3027" actId="1076"/>
          <ac:picMkLst>
            <pc:docMk/>
            <pc:sldMk cId="2382690932" sldId="2147479566"/>
            <ac:picMk id="20" creationId="{C9AB1275-DBC0-4E77-ABC0-40BB025B88AA}"/>
          </ac:picMkLst>
        </pc:picChg>
      </pc:sldChg>
      <pc:sldChg chg="addSp delSp modSp del mod">
        <pc:chgData name="Tori Allen" userId="70c3f91c-bd10-4203-b9b4-b0f2bef65189" providerId="ADAL" clId="{2392C884-0E38-4569-81E0-9AC45265BEDD}" dt="2026-08-11T18:43:57.244" v="2969" actId="47"/>
        <pc:sldMkLst>
          <pc:docMk/>
          <pc:sldMk cId="0" sldId="2147483639"/>
        </pc:sldMkLst>
        <pc:spChg chg="mod">
          <ac:chgData name="Tori Allen" userId="70c3f91c-bd10-4203-b9b4-b0f2bef65189" providerId="ADAL" clId="{2392C884-0E38-4569-81E0-9AC45265BEDD}" dt="2026-08-11T18:41:00.156" v="2941" actId="20577"/>
          <ac:spMkLst>
            <pc:docMk/>
            <pc:sldMk cId="0" sldId="2147483639"/>
            <ac:spMk id="2" creationId="{00000000-0000-0000-0000-000000000000}"/>
          </ac:spMkLst>
        </pc:spChg>
      </pc:sldChg>
      <pc:sldChg chg="addSp delSp modSp del mod">
        <pc:chgData name="Tori Allen" userId="70c3f91c-bd10-4203-b9b4-b0f2bef65189" providerId="ADAL" clId="{2392C884-0E38-4569-81E0-9AC45265BEDD}" dt="2026-08-11T18:44:15.311" v="2970" actId="47"/>
        <pc:sldMkLst>
          <pc:docMk/>
          <pc:sldMk cId="0" sldId="2147483643"/>
        </pc:sldMkLst>
        <pc:spChg chg="mod">
          <ac:chgData name="Tori Allen" userId="70c3f91c-bd10-4203-b9b4-b0f2bef65189" providerId="ADAL" clId="{2392C884-0E38-4569-81E0-9AC45265BEDD}" dt="2026-08-11T00:04:15.748" v="2856" actId="2711"/>
          <ac:spMkLst>
            <pc:docMk/>
            <pc:sldMk cId="0" sldId="2147483643"/>
            <ac:spMk id="19" creationId="{C88A8FA5-3709-723F-2EE8-9DDDA2E0935C}"/>
          </ac:spMkLst>
        </pc:spChg>
        <pc:spChg chg="mod">
          <ac:chgData name="Tori Allen" userId="70c3f91c-bd10-4203-b9b4-b0f2bef65189" providerId="ADAL" clId="{2392C884-0E38-4569-81E0-9AC45265BEDD}" dt="2026-08-11T00:03:59.625" v="2855" actId="1076"/>
          <ac:spMkLst>
            <pc:docMk/>
            <pc:sldMk cId="0" sldId="2147483643"/>
            <ac:spMk id="20" creationId="{33C617B6-D1F0-77E4-F27C-341163D99F62}"/>
          </ac:spMkLst>
        </pc:spChg>
        <pc:spChg chg="mod">
          <ac:chgData name="Tori Allen" userId="70c3f91c-bd10-4203-b9b4-b0f2bef65189" providerId="ADAL" clId="{2392C884-0E38-4569-81E0-9AC45265BEDD}" dt="2026-08-11T00:02:56.183" v="2849" actId="1076"/>
          <ac:spMkLst>
            <pc:docMk/>
            <pc:sldMk cId="0" sldId="2147483643"/>
            <ac:spMk id="21" creationId="{AC0ED9B1-6E95-A7C5-D843-C9356B9A8C83}"/>
          </ac:spMkLst>
        </pc:spChg>
        <pc:spChg chg="mod">
          <ac:chgData name="Tori Allen" userId="70c3f91c-bd10-4203-b9b4-b0f2bef65189" providerId="ADAL" clId="{2392C884-0E38-4569-81E0-9AC45265BEDD}" dt="2026-08-11T00:04:48.536" v="2858" actId="2711"/>
          <ac:spMkLst>
            <pc:docMk/>
            <pc:sldMk cId="0" sldId="2147483643"/>
            <ac:spMk id="22" creationId="{CD8EC346-B24D-1437-EDE2-9DB70DBFD457}"/>
          </ac:spMkLst>
        </pc:spChg>
        <pc:spChg chg="mod">
          <ac:chgData name="Tori Allen" userId="70c3f91c-bd10-4203-b9b4-b0f2bef65189" providerId="ADAL" clId="{2392C884-0E38-4569-81E0-9AC45265BEDD}" dt="2026-08-11T00:04:29.193" v="2857" actId="2711"/>
          <ac:spMkLst>
            <pc:docMk/>
            <pc:sldMk cId="0" sldId="2147483643"/>
            <ac:spMk id="23" creationId="{DBFBD09C-5526-B8EE-0722-94C8AF77270A}"/>
          </ac:spMkLst>
        </pc:spChg>
        <pc:picChg chg="mod">
          <ac:chgData name="Tori Allen" userId="70c3f91c-bd10-4203-b9b4-b0f2bef65189" providerId="ADAL" clId="{2392C884-0E38-4569-81E0-9AC45265BEDD}" dt="2026-08-11T18:34:01.229" v="2930" actId="1076"/>
          <ac:picMkLst>
            <pc:docMk/>
            <pc:sldMk cId="0" sldId="2147483643"/>
            <ac:picMk id="5" creationId="{08C56DDA-AD43-F7CB-4094-C7AECA3918A9}"/>
          </ac:picMkLst>
        </pc:picChg>
        <pc:picChg chg="mod">
          <ac:chgData name="Tori Allen" userId="70c3f91c-bd10-4203-b9b4-b0f2bef65189" providerId="ADAL" clId="{2392C884-0E38-4569-81E0-9AC45265BEDD}" dt="2026-08-11T18:33:57.908" v="2929" actId="1076"/>
          <ac:picMkLst>
            <pc:docMk/>
            <pc:sldMk cId="0" sldId="2147483643"/>
            <ac:picMk id="10" creationId="{9D24590E-7F39-5EBE-27A5-EA7CC9041006}"/>
          </ac:picMkLst>
        </pc:picChg>
        <pc:picChg chg="mod">
          <ac:chgData name="Tori Allen" userId="70c3f91c-bd10-4203-b9b4-b0f2bef65189" providerId="ADAL" clId="{2392C884-0E38-4569-81E0-9AC45265BEDD}" dt="2026-08-11T18:34:10.944" v="2932" actId="1076"/>
          <ac:picMkLst>
            <pc:docMk/>
            <pc:sldMk cId="0" sldId="2147483643"/>
            <ac:picMk id="12" creationId="{CD952348-14B7-5739-0CBD-376E584145B1}"/>
          </ac:picMkLst>
        </pc:picChg>
        <pc:picChg chg="mod">
          <ac:chgData name="Tori Allen" userId="70c3f91c-bd10-4203-b9b4-b0f2bef65189" providerId="ADAL" clId="{2392C884-0E38-4569-81E0-9AC45265BEDD}" dt="2026-08-11T18:34:56.255" v="2933" actId="1076"/>
          <ac:picMkLst>
            <pc:docMk/>
            <pc:sldMk cId="0" sldId="2147483643"/>
            <ac:picMk id="14" creationId="{DE415D87-5C2D-6CDB-311A-5570B606C204}"/>
          </ac:picMkLst>
        </pc:picChg>
        <pc:picChg chg="mod">
          <ac:chgData name="Tori Allen" userId="70c3f91c-bd10-4203-b9b4-b0f2bef65189" providerId="ADAL" clId="{2392C884-0E38-4569-81E0-9AC45265BEDD}" dt="2026-08-11T00:05:50.761" v="2865" actId="1076"/>
          <ac:picMkLst>
            <pc:docMk/>
            <pc:sldMk cId="0" sldId="2147483643"/>
            <ac:picMk id="15" creationId="{54B86D0B-28C3-9633-7CA0-7CCEAD6ACDD0}"/>
          </ac:picMkLst>
        </pc:picChg>
        <pc:picChg chg="mod">
          <ac:chgData name="Tori Allen" userId="70c3f91c-bd10-4203-b9b4-b0f2bef65189" providerId="ADAL" clId="{2392C884-0E38-4569-81E0-9AC45265BEDD}" dt="2026-08-11T18:33:38.844" v="2922" actId="1076"/>
          <ac:picMkLst>
            <pc:docMk/>
            <pc:sldMk cId="0" sldId="2147483643"/>
            <ac:picMk id="16" creationId="{BAA4A099-E3AE-C2B3-A035-DB0B75E705B5}"/>
          </ac:picMkLst>
        </pc:picChg>
        <pc:picChg chg="mod">
          <ac:chgData name="Tori Allen" userId="70c3f91c-bd10-4203-b9b4-b0f2bef65189" providerId="ADAL" clId="{2392C884-0E38-4569-81E0-9AC45265BEDD}" dt="2026-08-11T18:35:01.041" v="2935" actId="1076"/>
          <ac:picMkLst>
            <pc:docMk/>
            <pc:sldMk cId="0" sldId="2147483643"/>
            <ac:picMk id="17" creationId="{85AD0EB7-933C-97CD-9B85-9441D519996A}"/>
          </ac:picMkLst>
        </pc:picChg>
        <pc:picChg chg="mod">
          <ac:chgData name="Tori Allen" userId="70c3f91c-bd10-4203-b9b4-b0f2bef65189" providerId="ADAL" clId="{2392C884-0E38-4569-81E0-9AC45265BEDD}" dt="2026-08-11T00:05:25.337" v="2862" actId="1076"/>
          <ac:picMkLst>
            <pc:docMk/>
            <pc:sldMk cId="0" sldId="2147483643"/>
            <ac:picMk id="18" creationId="{C67E1D35-4FB3-D363-C88D-58E4BCCEBA25}"/>
          </ac:picMkLst>
        </pc:picChg>
        <pc:picChg chg="mod">
          <ac:chgData name="Tori Allen" userId="70c3f91c-bd10-4203-b9b4-b0f2bef65189" providerId="ADAL" clId="{2392C884-0E38-4569-81E0-9AC45265BEDD}" dt="2026-08-11T18:34:57.548" v="2934" actId="1076"/>
          <ac:picMkLst>
            <pc:docMk/>
            <pc:sldMk cId="0" sldId="2147483643"/>
            <ac:picMk id="24" creationId="{4EA5693A-523F-61D0-B9BB-972886FFE038}"/>
          </ac:picMkLst>
        </pc:picChg>
        <pc:picChg chg="mod">
          <ac:chgData name="Tori Allen" userId="70c3f91c-bd10-4203-b9b4-b0f2bef65189" providerId="ADAL" clId="{2392C884-0E38-4569-81E0-9AC45265BEDD}" dt="2026-08-11T18:34:06.652" v="2931" actId="1076"/>
          <ac:picMkLst>
            <pc:docMk/>
            <pc:sldMk cId="0" sldId="2147483643"/>
            <ac:picMk id="33" creationId="{B57B12E9-8A5D-9FE1-AA61-57857A2F70EB}"/>
          </ac:picMkLst>
        </pc:picChg>
      </pc:sldChg>
      <pc:sldChg chg="addSp delSp modSp mod">
        <pc:chgData name="Tori Allen" userId="70c3f91c-bd10-4203-b9b4-b0f2bef65189" providerId="ADAL" clId="{2392C884-0E38-4569-81E0-9AC45265BEDD}" dt="2026-08-10T23:11:40.508" v="2571" actId="478"/>
        <pc:sldMkLst>
          <pc:docMk/>
          <pc:sldMk cId="0" sldId="2147483644"/>
        </pc:sldMkLst>
        <pc:spChg chg="add mod">
          <ac:chgData name="Tori Allen" userId="70c3f91c-bd10-4203-b9b4-b0f2bef65189" providerId="ADAL" clId="{2392C884-0E38-4569-81E0-9AC45265BEDD}" dt="2026-08-10T23:11:30.462" v="2567"/>
          <ac:spMkLst>
            <pc:docMk/>
            <pc:sldMk cId="0" sldId="2147483644"/>
            <ac:spMk id="5" creationId="{9CA0F1AA-D786-9630-1B73-BCD4DD1D98D6}"/>
          </ac:spMkLst>
        </pc:spChg>
        <pc:graphicFrameChg chg="mod modGraphic">
          <ac:chgData name="Tori Allen" userId="70c3f91c-bd10-4203-b9b4-b0f2bef65189" providerId="ADAL" clId="{2392C884-0E38-4569-81E0-9AC45265BEDD}" dt="2026-08-10T21:01:07.062" v="1702" actId="1076"/>
          <ac:graphicFrameMkLst>
            <pc:docMk/>
            <pc:sldMk cId="0" sldId="2147483644"/>
            <ac:graphicFrameMk id="3" creationId="{43B9DC73-1BA7-C619-F72C-9C34F8D237B5}"/>
          </ac:graphicFrameMkLst>
        </pc:graphicFrameChg>
      </pc:sldChg>
      <pc:sldChg chg="addSp delSp modSp del mod">
        <pc:chgData name="Tori Allen" userId="70c3f91c-bd10-4203-b9b4-b0f2bef65189" providerId="ADAL" clId="{2392C884-0E38-4569-81E0-9AC45265BEDD}" dt="2026-08-11T18:28:11.517" v="2874" actId="47"/>
        <pc:sldMkLst>
          <pc:docMk/>
          <pc:sldMk cId="0" sldId="2147483645"/>
        </pc:sldMkLst>
        <pc:spChg chg="add del mod">
          <ac:chgData name="Tori Allen" userId="70c3f91c-bd10-4203-b9b4-b0f2bef65189" providerId="ADAL" clId="{2392C884-0E38-4569-81E0-9AC45265BEDD}" dt="2026-08-11T18:27:29.647" v="2868"/>
          <ac:spMkLst>
            <pc:docMk/>
            <pc:sldMk cId="0" sldId="2147483645"/>
            <ac:spMk id="44" creationId="{BB50F9D8-A5DB-AC5D-FFFE-A313B056E0EA}"/>
          </ac:spMkLst>
        </pc:spChg>
      </pc:sldChg>
      <pc:sldChg chg="addSp delSp modSp mod ord">
        <pc:chgData name="Tori Allen" userId="70c3f91c-bd10-4203-b9b4-b0f2bef65189" providerId="ADAL" clId="{2392C884-0E38-4569-81E0-9AC45265BEDD}" dt="2026-08-12T08:54:28.773" v="4733" actId="20577"/>
        <pc:sldMkLst>
          <pc:docMk/>
          <pc:sldMk cId="0" sldId="2147483646"/>
        </pc:sldMkLst>
        <pc:spChg chg="mod">
          <ac:chgData name="Tori Allen" userId="70c3f91c-bd10-4203-b9b4-b0f2bef65189" providerId="ADAL" clId="{2392C884-0E38-4569-81E0-9AC45265BEDD}" dt="2026-08-12T08:54:28.773" v="4733" actId="20577"/>
          <ac:spMkLst>
            <pc:docMk/>
            <pc:sldMk cId="0" sldId="2147483646"/>
            <ac:spMk id="5" creationId="{F627EC76-A570-58C4-0129-2A89C87A6DF0}"/>
          </ac:spMkLst>
        </pc:spChg>
        <pc:spChg chg="mod">
          <ac:chgData name="Tori Allen" userId="70c3f91c-bd10-4203-b9b4-b0f2bef65189" providerId="ADAL" clId="{2392C884-0E38-4569-81E0-9AC45265BEDD}" dt="2026-08-11T20:00:53.827" v="3253" actId="1076"/>
          <ac:spMkLst>
            <pc:docMk/>
            <pc:sldMk cId="0" sldId="2147483646"/>
            <ac:spMk id="6" creationId="{BB24B65A-7369-7E01-DEB9-DE56D6A2E6D1}"/>
          </ac:spMkLst>
        </pc:spChg>
        <pc:spChg chg="mod">
          <ac:chgData name="Tori Allen" userId="70c3f91c-bd10-4203-b9b4-b0f2bef65189" providerId="ADAL" clId="{2392C884-0E38-4569-81E0-9AC45265BEDD}" dt="2026-08-12T07:12:44.020" v="3374" actId="2711"/>
          <ac:spMkLst>
            <pc:docMk/>
            <pc:sldMk cId="0" sldId="2147483646"/>
            <ac:spMk id="11" creationId="{C7944516-F368-7F48-D349-C17012A1D3C6}"/>
          </ac:spMkLst>
        </pc:spChg>
        <pc:spChg chg="add del mod">
          <ac:chgData name="Tori Allen" userId="70c3f91c-bd10-4203-b9b4-b0f2bef65189" providerId="ADAL" clId="{2392C884-0E38-4569-81E0-9AC45265BEDD}" dt="2026-08-11T19:59:16.711" v="3245"/>
          <ac:spMkLst>
            <pc:docMk/>
            <pc:sldMk cId="0" sldId="2147483646"/>
            <ac:spMk id="12" creationId="{D987731B-E6CD-FB28-AA63-CB5F35A11F0F}"/>
          </ac:spMkLst>
        </pc:spChg>
        <pc:spChg chg="mod">
          <ac:chgData name="Tori Allen" userId="70c3f91c-bd10-4203-b9b4-b0f2bef65189" providerId="ADAL" clId="{2392C884-0E38-4569-81E0-9AC45265BEDD}" dt="2026-08-11T19:58:45.423" v="3233" actId="1076"/>
          <ac:spMkLst>
            <pc:docMk/>
            <pc:sldMk cId="0" sldId="2147483646"/>
            <ac:spMk id="13" creationId="{A3561290-6402-8D8E-64BF-6DA11D988906}"/>
          </ac:spMkLst>
        </pc:spChg>
        <pc:spChg chg="add del mod">
          <ac:chgData name="Tori Allen" userId="70c3f91c-bd10-4203-b9b4-b0f2bef65189" providerId="ADAL" clId="{2392C884-0E38-4569-81E0-9AC45265BEDD}" dt="2026-08-11T19:59:33.322" v="3248"/>
          <ac:spMkLst>
            <pc:docMk/>
            <pc:sldMk cId="0" sldId="2147483646"/>
            <ac:spMk id="14" creationId="{7B599DED-5F9D-BA45-5DBF-1C7BFE433B0A}"/>
          </ac:spMkLst>
        </pc:spChg>
        <pc:spChg chg="mod">
          <ac:chgData name="Tori Allen" userId="70c3f91c-bd10-4203-b9b4-b0f2bef65189" providerId="ADAL" clId="{2392C884-0E38-4569-81E0-9AC45265BEDD}" dt="2026-08-12T07:14:07.219" v="3381" actId="1076"/>
          <ac:spMkLst>
            <pc:docMk/>
            <pc:sldMk cId="0" sldId="2147483646"/>
            <ac:spMk id="15" creationId="{33975566-77C9-4C18-5B0E-04486B9D8F6B}"/>
          </ac:spMkLst>
        </pc:spChg>
        <pc:spChg chg="mod">
          <ac:chgData name="Tori Allen" userId="70c3f91c-bd10-4203-b9b4-b0f2bef65189" providerId="ADAL" clId="{2392C884-0E38-4569-81E0-9AC45265BEDD}" dt="2026-08-12T07:14:09.905" v="3382" actId="1076"/>
          <ac:spMkLst>
            <pc:docMk/>
            <pc:sldMk cId="0" sldId="2147483646"/>
            <ac:spMk id="17" creationId="{EBD2F050-9820-946F-EDF8-E4A0E7D191BB}"/>
          </ac:spMkLst>
        </pc:spChg>
        <pc:spChg chg="mod">
          <ac:chgData name="Tori Allen" userId="70c3f91c-bd10-4203-b9b4-b0f2bef65189" providerId="ADAL" clId="{2392C884-0E38-4569-81E0-9AC45265BEDD}" dt="2026-08-11T19:55:42.225" v="3225" actId="2085"/>
          <ac:spMkLst>
            <pc:docMk/>
            <pc:sldMk cId="0" sldId="2147483646"/>
            <ac:spMk id="19" creationId="{415B1D2B-8A00-F842-503D-334843F73FB5}"/>
          </ac:spMkLst>
        </pc:spChg>
        <pc:spChg chg="mod">
          <ac:chgData name="Tori Allen" userId="70c3f91c-bd10-4203-b9b4-b0f2bef65189" providerId="ADAL" clId="{2392C884-0E38-4569-81E0-9AC45265BEDD}" dt="2026-08-11T20:00:42.573" v="3252" actId="1076"/>
          <ac:spMkLst>
            <pc:docMk/>
            <pc:sldMk cId="0" sldId="2147483646"/>
            <ac:spMk id="21" creationId="{69E23374-1CDC-2C66-B184-857864AC88E9}"/>
          </ac:spMkLst>
        </pc:spChg>
        <pc:spChg chg="mod">
          <ac:chgData name="Tori Allen" userId="70c3f91c-bd10-4203-b9b4-b0f2bef65189" providerId="ADAL" clId="{2392C884-0E38-4569-81E0-9AC45265BEDD}" dt="2026-08-11T20:00:09.143" v="3249" actId="1076"/>
          <ac:spMkLst>
            <pc:docMk/>
            <pc:sldMk cId="0" sldId="2147483646"/>
            <ac:spMk id="23" creationId="{19F90059-6AFD-B4CE-550B-245C1E38B88E}"/>
          </ac:spMkLst>
        </pc:spChg>
        <pc:spChg chg="mod">
          <ac:chgData name="Tori Allen" userId="70c3f91c-bd10-4203-b9b4-b0f2bef65189" providerId="ADAL" clId="{2392C884-0E38-4569-81E0-9AC45265BEDD}" dt="2026-08-11T20:00:09.143" v="3249" actId="1076"/>
          <ac:spMkLst>
            <pc:docMk/>
            <pc:sldMk cId="0" sldId="2147483646"/>
            <ac:spMk id="25" creationId="{CDB4573D-966B-0EE2-B712-340D10D5D272}"/>
          </ac:spMkLst>
        </pc:spChg>
        <pc:spChg chg="mod">
          <ac:chgData name="Tori Allen" userId="70c3f91c-bd10-4203-b9b4-b0f2bef65189" providerId="ADAL" clId="{2392C884-0E38-4569-81E0-9AC45265BEDD}" dt="2026-08-11T20:00:42.573" v="3252" actId="1076"/>
          <ac:spMkLst>
            <pc:docMk/>
            <pc:sldMk cId="0" sldId="2147483646"/>
            <ac:spMk id="27" creationId="{E1590643-C40C-21F1-AC23-8BC1861E1441}"/>
          </ac:spMkLst>
        </pc:spChg>
        <pc:spChg chg="add del">
          <ac:chgData name="Tori Allen" userId="70c3f91c-bd10-4203-b9b4-b0f2bef65189" providerId="ADAL" clId="{2392C884-0E38-4569-81E0-9AC45265BEDD}" dt="2026-08-11T19:51:00.086" v="3138" actId="478"/>
          <ac:spMkLst>
            <pc:docMk/>
            <pc:sldMk cId="0" sldId="2147483646"/>
            <ac:spMk id="29" creationId="{A5E94590-F25D-C3A8-E812-3ED765487F75}"/>
          </ac:spMkLst>
        </pc:spChg>
        <pc:spChg chg="del">
          <ac:chgData name="Tori Allen" userId="70c3f91c-bd10-4203-b9b4-b0f2bef65189" providerId="ADAL" clId="{2392C884-0E38-4569-81E0-9AC45265BEDD}" dt="2026-08-11T19:51:03.702" v="3139" actId="478"/>
          <ac:spMkLst>
            <pc:docMk/>
            <pc:sldMk cId="0" sldId="2147483646"/>
            <ac:spMk id="31" creationId="{E048764E-6164-60AF-BA7D-158EE6DE625E}"/>
          </ac:spMkLst>
        </pc:spChg>
        <pc:spChg chg="mod">
          <ac:chgData name="Tori Allen" userId="70c3f91c-bd10-4203-b9b4-b0f2bef65189" providerId="ADAL" clId="{2392C884-0E38-4569-81E0-9AC45265BEDD}" dt="2026-08-12T07:11:40.216" v="3367" actId="14100"/>
          <ac:spMkLst>
            <pc:docMk/>
            <pc:sldMk cId="0" sldId="2147483646"/>
            <ac:spMk id="43" creationId="{00000000-0000-0000-0000-000000000000}"/>
          </ac:spMkLst>
        </pc:spChg>
        <pc:spChg chg="mod">
          <ac:chgData name="Tori Allen" userId="70c3f91c-bd10-4203-b9b4-b0f2bef65189" providerId="ADAL" clId="{2392C884-0E38-4569-81E0-9AC45265BEDD}" dt="2026-08-12T07:11:33.735" v="3365" actId="14100"/>
          <ac:spMkLst>
            <pc:docMk/>
            <pc:sldMk cId="0" sldId="2147483646"/>
            <ac:spMk id="44" creationId="{00000000-0000-0000-0000-000000000000}"/>
          </ac:spMkLst>
        </pc:spChg>
        <pc:spChg chg="mod">
          <ac:chgData name="Tori Allen" userId="70c3f91c-bd10-4203-b9b4-b0f2bef65189" providerId="ADAL" clId="{2392C884-0E38-4569-81E0-9AC45265BEDD}" dt="2026-08-12T07:11:37.107" v="3366" actId="14100"/>
          <ac:spMkLst>
            <pc:docMk/>
            <pc:sldMk cId="0" sldId="2147483646"/>
            <ac:spMk id="45" creationId="{00000000-0000-0000-0000-000000000000}"/>
          </ac:spMkLst>
        </pc:spChg>
        <pc:spChg chg="mod">
          <ac:chgData name="Tori Allen" userId="70c3f91c-bd10-4203-b9b4-b0f2bef65189" providerId="ADAL" clId="{2392C884-0E38-4569-81E0-9AC45265BEDD}" dt="2026-08-12T07:11:45.669" v="3368" actId="14100"/>
          <ac:spMkLst>
            <pc:docMk/>
            <pc:sldMk cId="0" sldId="2147483646"/>
            <ac:spMk id="46" creationId="{00000000-0000-0000-0000-000000000000}"/>
          </ac:spMkLst>
        </pc:spChg>
        <pc:spChg chg="mod">
          <ac:chgData name="Tori Allen" userId="70c3f91c-bd10-4203-b9b4-b0f2bef65189" providerId="ADAL" clId="{2392C884-0E38-4569-81E0-9AC45265BEDD}" dt="2026-08-12T07:07:22.959" v="3338" actId="14100"/>
          <ac:spMkLst>
            <pc:docMk/>
            <pc:sldMk cId="0" sldId="2147483646"/>
            <ac:spMk id="47" creationId="{00000000-0000-0000-0000-000000000000}"/>
          </ac:spMkLst>
        </pc:spChg>
      </pc:sldChg>
      <pc:sldChg chg="addSp delSp modSp mod ord">
        <pc:chgData name="Tori Allen" userId="70c3f91c-bd10-4203-b9b4-b0f2bef65189" providerId="ADAL" clId="{2392C884-0E38-4569-81E0-9AC45265BEDD}" dt="2026-08-12T09:02:09.667" v="4814" actId="1076"/>
        <pc:sldMkLst>
          <pc:docMk/>
          <pc:sldMk cId="0" sldId="2147483647"/>
        </pc:sldMkLst>
        <pc:spChg chg="mod">
          <ac:chgData name="Tori Allen" userId="70c3f91c-bd10-4203-b9b4-b0f2bef65189" providerId="ADAL" clId="{2392C884-0E38-4569-81E0-9AC45265BEDD}" dt="2026-08-12T08:57:42.934" v="4763" actId="1076"/>
          <ac:spMkLst>
            <pc:docMk/>
            <pc:sldMk cId="0" sldId="2147483647"/>
            <ac:spMk id="6" creationId="{791451DC-63BF-5CFD-DFD6-8EC23DAE384C}"/>
          </ac:spMkLst>
        </pc:spChg>
        <pc:spChg chg="add del mod">
          <ac:chgData name="Tori Allen" userId="70c3f91c-bd10-4203-b9b4-b0f2bef65189" providerId="ADAL" clId="{2392C884-0E38-4569-81E0-9AC45265BEDD}" dt="2026-08-11T19:56:32.405" v="3232" actId="478"/>
          <ac:spMkLst>
            <pc:docMk/>
            <pc:sldMk cId="0" sldId="2147483647"/>
            <ac:spMk id="7" creationId="{D848FB2D-6D46-A1E3-C894-B44B51EC87CE}"/>
          </ac:spMkLst>
        </pc:spChg>
        <pc:spChg chg="mod">
          <ac:chgData name="Tori Allen" userId="70c3f91c-bd10-4203-b9b4-b0f2bef65189" providerId="ADAL" clId="{2392C884-0E38-4569-81E0-9AC45265BEDD}" dt="2026-08-12T07:55:23.529" v="3843" actId="1076"/>
          <ac:spMkLst>
            <pc:docMk/>
            <pc:sldMk cId="0" sldId="2147483647"/>
            <ac:spMk id="8" creationId="{FBE0F61E-D561-605D-2AFA-CCEBEC16382E}"/>
          </ac:spMkLst>
        </pc:spChg>
        <pc:spChg chg="mod">
          <ac:chgData name="Tori Allen" userId="70c3f91c-bd10-4203-b9b4-b0f2bef65189" providerId="ADAL" clId="{2392C884-0E38-4569-81E0-9AC45265BEDD}" dt="2026-08-12T08:57:42.934" v="4763" actId="1076"/>
          <ac:spMkLst>
            <pc:docMk/>
            <pc:sldMk cId="0" sldId="2147483647"/>
            <ac:spMk id="10" creationId="{3B02554E-C2A2-8757-B2DE-B5D7FC1BF49D}"/>
          </ac:spMkLst>
        </pc:spChg>
        <pc:spChg chg="add mod">
          <ac:chgData name="Tori Allen" userId="70c3f91c-bd10-4203-b9b4-b0f2bef65189" providerId="ADAL" clId="{2392C884-0E38-4569-81E0-9AC45265BEDD}" dt="2026-08-12T09:00:16.596" v="4788" actId="20577"/>
          <ac:spMkLst>
            <pc:docMk/>
            <pc:sldMk cId="0" sldId="2147483647"/>
            <ac:spMk id="11" creationId="{BDD6E24D-0536-B622-5BFB-B33973AC28A1}"/>
          </ac:spMkLst>
        </pc:spChg>
        <pc:spChg chg="add mod">
          <ac:chgData name="Tori Allen" userId="70c3f91c-bd10-4203-b9b4-b0f2bef65189" providerId="ADAL" clId="{2392C884-0E38-4569-81E0-9AC45265BEDD}" dt="2026-08-12T09:01:32.883" v="4811" actId="20577"/>
          <ac:spMkLst>
            <pc:docMk/>
            <pc:sldMk cId="0" sldId="2147483647"/>
            <ac:spMk id="14" creationId="{13A4A8ED-2E12-AF75-34D2-5D7918ECF0DE}"/>
          </ac:spMkLst>
        </pc:spChg>
        <pc:spChg chg="mod">
          <ac:chgData name="Tori Allen" userId="70c3f91c-bd10-4203-b9b4-b0f2bef65189" providerId="ADAL" clId="{2392C884-0E38-4569-81E0-9AC45265BEDD}" dt="2026-08-12T07:55:28.529" v="3844" actId="14100"/>
          <ac:spMkLst>
            <pc:docMk/>
            <pc:sldMk cId="0" sldId="2147483647"/>
            <ac:spMk id="43" creationId="{79D2DA6F-E034-85F1-CA10-AA8039B48313}"/>
          </ac:spMkLst>
        </pc:spChg>
        <pc:spChg chg="mod">
          <ac:chgData name="Tori Allen" userId="70c3f91c-bd10-4203-b9b4-b0f2bef65189" providerId="ADAL" clId="{2392C884-0E38-4569-81E0-9AC45265BEDD}" dt="2026-08-12T08:57:42.934" v="4763" actId="1076"/>
          <ac:spMkLst>
            <pc:docMk/>
            <pc:sldMk cId="0" sldId="2147483647"/>
            <ac:spMk id="45" creationId="{29EF9B29-B980-BF9E-1E81-D7D4CB619238}"/>
          </ac:spMkLst>
        </pc:spChg>
        <pc:spChg chg="mod">
          <ac:chgData name="Tori Allen" userId="70c3f91c-bd10-4203-b9b4-b0f2bef65189" providerId="ADAL" clId="{2392C884-0E38-4569-81E0-9AC45265BEDD}" dt="2026-08-12T08:57:42.934" v="4763" actId="1076"/>
          <ac:spMkLst>
            <pc:docMk/>
            <pc:sldMk cId="0" sldId="2147483647"/>
            <ac:spMk id="47" creationId="{444F0F2D-E0BC-5997-51D3-70EA2DCF2A6B}"/>
          </ac:spMkLst>
        </pc:spChg>
        <pc:spChg chg="mod">
          <ac:chgData name="Tori Allen" userId="70c3f91c-bd10-4203-b9b4-b0f2bef65189" providerId="ADAL" clId="{2392C884-0E38-4569-81E0-9AC45265BEDD}" dt="2026-08-12T08:57:42.934" v="4763" actId="1076"/>
          <ac:spMkLst>
            <pc:docMk/>
            <pc:sldMk cId="0" sldId="2147483647"/>
            <ac:spMk id="49" creationId="{081F416E-498B-F056-56CA-E1BF60841A49}"/>
          </ac:spMkLst>
        </pc:spChg>
        <pc:spChg chg="mod">
          <ac:chgData name="Tori Allen" userId="70c3f91c-bd10-4203-b9b4-b0f2bef65189" providerId="ADAL" clId="{2392C884-0E38-4569-81E0-9AC45265BEDD}" dt="2026-08-12T07:54:59.203" v="3841" actId="1076"/>
          <ac:spMkLst>
            <pc:docMk/>
            <pc:sldMk cId="0" sldId="2147483647"/>
            <ac:spMk id="51" creationId="{3EEAE27F-390F-3930-9767-F31783E3E534}"/>
          </ac:spMkLst>
        </pc:spChg>
        <pc:spChg chg="mod">
          <ac:chgData name="Tori Allen" userId="70c3f91c-bd10-4203-b9b4-b0f2bef65189" providerId="ADAL" clId="{2392C884-0E38-4569-81E0-9AC45265BEDD}" dt="2026-08-12T08:00:31.588" v="3894" actId="2711"/>
          <ac:spMkLst>
            <pc:docMk/>
            <pc:sldMk cId="0" sldId="2147483647"/>
            <ac:spMk id="53" creationId="{D58E4D5A-4460-0257-D3F9-15E931FD7CA4}"/>
          </ac:spMkLst>
        </pc:spChg>
        <pc:spChg chg="mod">
          <ac:chgData name="Tori Allen" userId="70c3f91c-bd10-4203-b9b4-b0f2bef65189" providerId="ADAL" clId="{2392C884-0E38-4569-81E0-9AC45265BEDD}" dt="2026-08-12T07:55:42.677" v="3846" actId="14100"/>
          <ac:spMkLst>
            <pc:docMk/>
            <pc:sldMk cId="0" sldId="2147483647"/>
            <ac:spMk id="55" creationId="{C10ECBB1-07CA-B513-01AC-57C35A589647}"/>
          </ac:spMkLst>
        </pc:spChg>
        <pc:spChg chg="mod">
          <ac:chgData name="Tori Allen" userId="70c3f91c-bd10-4203-b9b4-b0f2bef65189" providerId="ADAL" clId="{2392C884-0E38-4569-81E0-9AC45265BEDD}" dt="2026-08-12T07:54:49.076" v="3840" actId="1076"/>
          <ac:spMkLst>
            <pc:docMk/>
            <pc:sldMk cId="0" sldId="2147483647"/>
            <ac:spMk id="57" creationId="{D18276F2-5BB2-B362-CB20-B3D1D318B77D}"/>
          </ac:spMkLst>
        </pc:spChg>
        <pc:spChg chg="mod">
          <ac:chgData name="Tori Allen" userId="70c3f91c-bd10-4203-b9b4-b0f2bef65189" providerId="ADAL" clId="{2392C884-0E38-4569-81E0-9AC45265BEDD}" dt="2026-08-12T08:57:42.934" v="4763" actId="1076"/>
          <ac:spMkLst>
            <pc:docMk/>
            <pc:sldMk cId="0" sldId="2147483647"/>
            <ac:spMk id="59" creationId="{B1EAA9B3-E8BE-F8D0-B8DA-1508CE33FD55}"/>
          </ac:spMkLst>
        </pc:spChg>
        <pc:spChg chg="mod">
          <ac:chgData name="Tori Allen" userId="70c3f91c-bd10-4203-b9b4-b0f2bef65189" providerId="ADAL" clId="{2392C884-0E38-4569-81E0-9AC45265BEDD}" dt="2026-08-12T07:55:46.164" v="3847" actId="14100"/>
          <ac:spMkLst>
            <pc:docMk/>
            <pc:sldMk cId="0" sldId="2147483647"/>
            <ac:spMk id="62" creationId="{32EC81DF-E31F-B811-86DB-3ADC3F6DBD41}"/>
          </ac:spMkLst>
        </pc:spChg>
        <pc:spChg chg="mod">
          <ac:chgData name="Tori Allen" userId="70c3f91c-bd10-4203-b9b4-b0f2bef65189" providerId="ADAL" clId="{2392C884-0E38-4569-81E0-9AC45265BEDD}" dt="2026-08-12T08:57:42.934" v="4763" actId="1076"/>
          <ac:spMkLst>
            <pc:docMk/>
            <pc:sldMk cId="0" sldId="2147483647"/>
            <ac:spMk id="64" creationId="{6E13B760-4EDE-1D31-3546-81CA637E3D40}"/>
          </ac:spMkLst>
        </pc:spChg>
        <pc:spChg chg="mod">
          <ac:chgData name="Tori Allen" userId="70c3f91c-bd10-4203-b9b4-b0f2bef65189" providerId="ADAL" clId="{2392C884-0E38-4569-81E0-9AC45265BEDD}" dt="2026-08-12T08:00:45.927" v="3896" actId="2711"/>
          <ac:spMkLst>
            <pc:docMk/>
            <pc:sldMk cId="0" sldId="2147483647"/>
            <ac:spMk id="66" creationId="{1983FC94-D421-FB24-5635-6274DB2CDAFD}"/>
          </ac:spMkLst>
        </pc:spChg>
        <pc:spChg chg="mod">
          <ac:chgData name="Tori Allen" userId="70c3f91c-bd10-4203-b9b4-b0f2bef65189" providerId="ADAL" clId="{2392C884-0E38-4569-81E0-9AC45265BEDD}" dt="2026-08-12T08:57:42.934" v="4763" actId="1076"/>
          <ac:spMkLst>
            <pc:docMk/>
            <pc:sldMk cId="0" sldId="2147483647"/>
            <ac:spMk id="70" creationId="{696BC91A-4802-C36F-4809-67625D776D75}"/>
          </ac:spMkLst>
        </pc:spChg>
        <pc:spChg chg="mod">
          <ac:chgData name="Tori Allen" userId="70c3f91c-bd10-4203-b9b4-b0f2bef65189" providerId="ADAL" clId="{2392C884-0E38-4569-81E0-9AC45265BEDD}" dt="2026-08-12T07:57:38.877" v="3860" actId="1076"/>
          <ac:spMkLst>
            <pc:docMk/>
            <pc:sldMk cId="0" sldId="2147483647"/>
            <ac:spMk id="71" creationId="{3C69B559-E797-7E6F-97BE-59932E5F1C60}"/>
          </ac:spMkLst>
        </pc:spChg>
        <pc:spChg chg="mod">
          <ac:chgData name="Tori Allen" userId="70c3f91c-bd10-4203-b9b4-b0f2bef65189" providerId="ADAL" clId="{2392C884-0E38-4569-81E0-9AC45265BEDD}" dt="2026-08-12T08:57:42.934" v="4763" actId="1076"/>
          <ac:spMkLst>
            <pc:docMk/>
            <pc:sldMk cId="0" sldId="2147483647"/>
            <ac:spMk id="72" creationId="{F06D290E-218F-3CE2-C943-EA075A28F1F7}"/>
          </ac:spMkLst>
        </pc:spChg>
        <pc:spChg chg="mod">
          <ac:chgData name="Tori Allen" userId="70c3f91c-bd10-4203-b9b4-b0f2bef65189" providerId="ADAL" clId="{2392C884-0E38-4569-81E0-9AC45265BEDD}" dt="2026-08-12T08:57:42.934" v="4763" actId="1076"/>
          <ac:spMkLst>
            <pc:docMk/>
            <pc:sldMk cId="0" sldId="2147483647"/>
            <ac:spMk id="73" creationId="{8EA47E13-7308-F023-E0C1-667477EABF91}"/>
          </ac:spMkLst>
        </pc:spChg>
        <pc:graphicFrameChg chg="mod modGraphic">
          <ac:chgData name="Tori Allen" userId="70c3f91c-bd10-4203-b9b4-b0f2bef65189" providerId="ADAL" clId="{2392C884-0E38-4569-81E0-9AC45265BEDD}" dt="2026-08-12T09:02:09.667" v="4814" actId="1076"/>
          <ac:graphicFrameMkLst>
            <pc:docMk/>
            <pc:sldMk cId="0" sldId="2147483647"/>
            <ac:graphicFrameMk id="3" creationId="{907AA977-CC59-A64C-BA65-569A17F148DC}"/>
          </ac:graphicFrameMkLst>
        </pc:graphicFrameChg>
        <pc:graphicFrameChg chg="mod">
          <ac:chgData name="Tori Allen" userId="70c3f91c-bd10-4203-b9b4-b0f2bef65189" providerId="ADAL" clId="{2392C884-0E38-4569-81E0-9AC45265BEDD}" dt="2026-08-12T09:01:52.785" v="4813" actId="1076"/>
          <ac:graphicFrameMkLst>
            <pc:docMk/>
            <pc:sldMk cId="0" sldId="2147483647"/>
            <ac:graphicFrameMk id="15" creationId="{78992201-C6BA-B11A-D429-B26077F94289}"/>
          </ac:graphicFrameMkLst>
        </pc:graphicFrameChg>
        <pc:graphicFrameChg chg="mod modGraphic">
          <ac:chgData name="Tori Allen" userId="70c3f91c-bd10-4203-b9b4-b0f2bef65189" providerId="ADAL" clId="{2392C884-0E38-4569-81E0-9AC45265BEDD}" dt="2026-08-12T07:58:51.539" v="3882" actId="255"/>
          <ac:graphicFrameMkLst>
            <pc:docMk/>
            <pc:sldMk cId="0" sldId="2147483647"/>
            <ac:graphicFrameMk id="68" creationId="{02B48A52-3B66-D950-320B-F9B23EE62243}"/>
          </ac:graphicFrameMkLst>
        </pc:graphicFrameChg>
      </pc:sldChg>
    </pc:docChg>
  </pc:docChgLst>
  <pc:docChgLst>
    <pc:chgData name="Fathima S Mohammed" userId="S::fathima.mohammed@tredence.com::0508d131-15fa-493b-8a96-870cc98e6f70" providerId="AD" clId="Web-{90278FF1-5221-4622-36B1-446BAB8707C0}"/>
    <pc:docChg chg="delSld modSection">
      <pc:chgData name="Fathima S Mohammed" userId="S::fathima.mohammed@tredence.com::0508d131-15fa-493b-8a96-870cc98e6f70" providerId="AD" clId="Web-{90278FF1-5221-4622-36B1-446BAB8707C0}" dt="2026-08-10T14:19:49.200" v="0"/>
      <pc:docMkLst>
        <pc:docMk/>
      </pc:docMkLst>
    </pc:docChg>
  </pc:docChgLst>
  <pc:docChgLst>
    <pc:chgData name="Fathima S Mohammed" userId="0508d131-15fa-493b-8a96-870cc98e6f70" providerId="ADAL" clId="{D1CE1D21-30D2-4FDF-B50B-BAEEF89A1EE3}"/>
    <pc:docChg chg="undo custSel addSld delSld modSld sldOrd addSection delSection modSection">
      <pc:chgData name="Fathima S Mohammed" userId="0508d131-15fa-493b-8a96-870cc98e6f70" providerId="ADAL" clId="{D1CE1D21-30D2-4FDF-B50B-BAEEF89A1EE3}" dt="2026-08-12T18:53:43.377" v="3461" actId="207"/>
      <pc:docMkLst>
        <pc:docMk/>
      </pc:docMkLst>
      <pc:sldChg chg="delSp modSp mod">
        <pc:chgData name="Fathima S Mohammed" userId="0508d131-15fa-493b-8a96-870cc98e6f70" providerId="ADAL" clId="{D1CE1D21-30D2-4FDF-B50B-BAEEF89A1EE3}" dt="2026-08-11T20:07:27.622" v="3199" actId="1076"/>
        <pc:sldMkLst>
          <pc:docMk/>
          <pc:sldMk cId="944402863" sldId="256"/>
        </pc:sldMkLst>
        <pc:spChg chg="del">
          <ac:chgData name="Fathima S Mohammed" userId="0508d131-15fa-493b-8a96-870cc98e6f70" providerId="ADAL" clId="{D1CE1D21-30D2-4FDF-B50B-BAEEF89A1EE3}" dt="2026-08-11T20:06:39.674" v="3197" actId="478"/>
          <ac:spMkLst>
            <pc:docMk/>
            <pc:sldMk cId="944402863" sldId="256"/>
            <ac:spMk id="20" creationId="{3D345374-BF30-52B6-BACB-411640EF433F}"/>
          </ac:spMkLst>
        </pc:spChg>
        <pc:graphicFrameChg chg="mod">
          <ac:chgData name="Fathima S Mohammed" userId="0508d131-15fa-493b-8a96-870cc98e6f70" providerId="ADAL" clId="{D1CE1D21-30D2-4FDF-B50B-BAEEF89A1EE3}" dt="2026-08-11T20:07:27.622" v="3199" actId="1076"/>
          <ac:graphicFrameMkLst>
            <pc:docMk/>
            <pc:sldMk cId="944402863" sldId="256"/>
            <ac:graphicFrameMk id="3" creationId="{65C821D5-98DF-B4C3-456D-1ACB53664A46}"/>
          </ac:graphicFrameMkLst>
        </pc:graphicFrameChg>
        <pc:graphicFrameChg chg="mod">
          <ac:chgData name="Fathima S Mohammed" userId="0508d131-15fa-493b-8a96-870cc98e6f70" providerId="ADAL" clId="{D1CE1D21-30D2-4FDF-B50B-BAEEF89A1EE3}" dt="2026-08-10T22:54:33.702" v="2693"/>
          <ac:graphicFrameMkLst>
            <pc:docMk/>
            <pc:sldMk cId="944402863" sldId="256"/>
            <ac:graphicFrameMk id="21" creationId="{2DB41350-247D-3611-9E17-BDA2085190CD}"/>
          </ac:graphicFrameMkLst>
        </pc:graphicFrameChg>
        <pc:cxnChg chg="del">
          <ac:chgData name="Fathima S Mohammed" userId="0508d131-15fa-493b-8a96-870cc98e6f70" providerId="ADAL" clId="{D1CE1D21-30D2-4FDF-B50B-BAEEF89A1EE3}" dt="2026-08-11T20:06:41.955" v="3198" actId="478"/>
          <ac:cxnSpMkLst>
            <pc:docMk/>
            <pc:sldMk cId="944402863" sldId="256"/>
            <ac:cxnSpMk id="10" creationId="{1192205C-04EA-AD27-C544-CFD29F23B8CA}"/>
          </ac:cxnSpMkLst>
        </pc:cxnChg>
      </pc:sldChg>
      <pc:sldChg chg="addSp delSp modSp mod">
        <pc:chgData name="Fathima S Mohammed" userId="0508d131-15fa-493b-8a96-870cc98e6f70" providerId="ADAL" clId="{D1CE1D21-30D2-4FDF-B50B-BAEEF89A1EE3}" dt="2026-08-11T20:52:52.882" v="3319" actId="27309"/>
        <pc:sldMkLst>
          <pc:docMk/>
          <pc:sldMk cId="630246667" sldId="257"/>
        </pc:sldMkLst>
        <pc:spChg chg="mod">
          <ac:chgData name="Fathima S Mohammed" userId="0508d131-15fa-493b-8a96-870cc98e6f70" providerId="ADAL" clId="{D1CE1D21-30D2-4FDF-B50B-BAEEF89A1EE3}" dt="2026-08-10T21:27:45.716" v="1995" actId="14100"/>
          <ac:spMkLst>
            <pc:docMk/>
            <pc:sldMk cId="630246667" sldId="257"/>
            <ac:spMk id="43" creationId="{4E4B1805-CCE4-DBDE-CCB1-F34014AC9943}"/>
          </ac:spMkLst>
        </pc:spChg>
        <pc:spChg chg="mod">
          <ac:chgData name="Fathima S Mohammed" userId="0508d131-15fa-493b-8a96-870cc98e6f70" providerId="ADAL" clId="{D1CE1D21-30D2-4FDF-B50B-BAEEF89A1EE3}" dt="2026-08-10T21:27:47.978" v="1996" actId="14100"/>
          <ac:spMkLst>
            <pc:docMk/>
            <pc:sldMk cId="630246667" sldId="257"/>
            <ac:spMk id="45" creationId="{59F9C918-D9BF-B5FF-2DA6-3058E956BB84}"/>
          </ac:spMkLst>
        </pc:spChg>
        <pc:graphicFrameChg chg="add del modGraphic">
          <ac:chgData name="Fathima S Mohammed" userId="0508d131-15fa-493b-8a96-870cc98e6f70" providerId="ADAL" clId="{D1CE1D21-30D2-4FDF-B50B-BAEEF89A1EE3}" dt="2026-08-11T20:52:52.882" v="3319" actId="27309"/>
          <ac:graphicFrameMkLst>
            <pc:docMk/>
            <pc:sldMk cId="630246667" sldId="257"/>
            <ac:graphicFrameMk id="4" creationId="{D4DD0C78-D75C-2FAD-E467-9A8FEC9F5114}"/>
          </ac:graphicFrameMkLst>
        </pc:graphicFrameChg>
        <pc:picChg chg="mod">
          <ac:chgData name="Fathima S Mohammed" userId="0508d131-15fa-493b-8a96-870cc98e6f70" providerId="ADAL" clId="{D1CE1D21-30D2-4FDF-B50B-BAEEF89A1EE3}" dt="2026-08-11T20:44:49.182" v="3316" actId="1076"/>
          <ac:picMkLst>
            <pc:docMk/>
            <pc:sldMk cId="630246667" sldId="257"/>
            <ac:picMk id="31" creationId="{D5B5C061-77E2-AF50-73EB-29D7EBAE7F33}"/>
          </ac:picMkLst>
        </pc:picChg>
        <pc:picChg chg="mod">
          <ac:chgData name="Fathima S Mohammed" userId="0508d131-15fa-493b-8a96-870cc98e6f70" providerId="ADAL" clId="{D1CE1D21-30D2-4FDF-B50B-BAEEF89A1EE3}" dt="2026-08-10T23:11:28.572" v="2759" actId="1076"/>
          <ac:picMkLst>
            <pc:docMk/>
            <pc:sldMk cId="630246667" sldId="257"/>
            <ac:picMk id="63" creationId="{6645F9EF-046C-0CF9-DEC0-944152F246D6}"/>
          </ac:picMkLst>
        </pc:picChg>
        <pc:picChg chg="mod">
          <ac:chgData name="Fathima S Mohammed" userId="0508d131-15fa-493b-8a96-870cc98e6f70" providerId="ADAL" clId="{D1CE1D21-30D2-4FDF-B50B-BAEEF89A1EE3}" dt="2026-08-10T23:11:33.204" v="2760" actId="1076"/>
          <ac:picMkLst>
            <pc:docMk/>
            <pc:sldMk cId="630246667" sldId="257"/>
            <ac:picMk id="65" creationId="{0932AEAB-559D-27B2-545B-FB20BBA08885}"/>
          </ac:picMkLst>
        </pc:picChg>
        <pc:picChg chg="mod">
          <ac:chgData name="Fathima S Mohammed" userId="0508d131-15fa-493b-8a96-870cc98e6f70" providerId="ADAL" clId="{D1CE1D21-30D2-4FDF-B50B-BAEEF89A1EE3}" dt="2026-08-10T23:11:22.730" v="2758" actId="1076"/>
          <ac:picMkLst>
            <pc:docMk/>
            <pc:sldMk cId="630246667" sldId="257"/>
            <ac:picMk id="67" creationId="{8183E0E3-6CBA-94D7-0142-B212D098A691}"/>
          </ac:picMkLst>
        </pc:picChg>
        <pc:picChg chg="mod">
          <ac:chgData name="Fathima S Mohammed" userId="0508d131-15fa-493b-8a96-870cc98e6f70" providerId="ADAL" clId="{D1CE1D21-30D2-4FDF-B50B-BAEEF89A1EE3}" dt="2026-08-10T23:11:02.882" v="2754" actId="1076"/>
          <ac:picMkLst>
            <pc:docMk/>
            <pc:sldMk cId="630246667" sldId="257"/>
            <ac:picMk id="69" creationId="{DE525741-2EE6-433A-902C-BCD55648294A}"/>
          </ac:picMkLst>
        </pc:picChg>
      </pc:sldChg>
      <pc:sldChg chg="delSp mod">
        <pc:chgData name="Fathima S Mohammed" userId="0508d131-15fa-493b-8a96-870cc98e6f70" providerId="ADAL" clId="{D1CE1D21-30D2-4FDF-B50B-BAEEF89A1EE3}" dt="2026-08-11T19:26:12.697" v="2948" actId="478"/>
        <pc:sldMkLst>
          <pc:docMk/>
          <pc:sldMk cId="2027973528" sldId="258"/>
        </pc:sldMkLst>
        <pc:spChg chg="del">
          <ac:chgData name="Fathima S Mohammed" userId="0508d131-15fa-493b-8a96-870cc98e6f70" providerId="ADAL" clId="{D1CE1D21-30D2-4FDF-B50B-BAEEF89A1EE3}" dt="2026-08-11T19:26:12.697" v="2948" actId="478"/>
          <ac:spMkLst>
            <pc:docMk/>
            <pc:sldMk cId="2027973528" sldId="258"/>
            <ac:spMk id="74" creationId="{63B312C6-0C2B-2AE6-5536-1F9E0877D61A}"/>
          </ac:spMkLst>
        </pc:spChg>
      </pc:sldChg>
      <pc:sldChg chg="delSp new del mod">
        <pc:chgData name="Fathima S Mohammed" userId="0508d131-15fa-493b-8a96-870cc98e6f70" providerId="ADAL" clId="{D1CE1D21-30D2-4FDF-B50B-BAEEF89A1EE3}" dt="2026-08-12T02:38:10.745" v="3460" actId="47"/>
        <pc:sldMkLst>
          <pc:docMk/>
          <pc:sldMk cId="4187578473" sldId="258"/>
        </pc:sldMkLst>
        <pc:spChg chg="del">
          <ac:chgData name="Fathima S Mohammed" userId="0508d131-15fa-493b-8a96-870cc98e6f70" providerId="ADAL" clId="{D1CE1D21-30D2-4FDF-B50B-BAEEF89A1EE3}" dt="2026-08-12T02:37:51.499" v="3459" actId="478"/>
          <ac:spMkLst>
            <pc:docMk/>
            <pc:sldMk cId="4187578473" sldId="258"/>
            <ac:spMk id="3" creationId="{ECE14FB4-158E-F792-3498-7B1451E0CE15}"/>
          </ac:spMkLst>
        </pc:spChg>
        <pc:spChg chg="del">
          <ac:chgData name="Fathima S Mohammed" userId="0508d131-15fa-493b-8a96-870cc98e6f70" providerId="ADAL" clId="{D1CE1D21-30D2-4FDF-B50B-BAEEF89A1EE3}" dt="2026-08-12T02:37:49.451" v="3458" actId="478"/>
          <ac:spMkLst>
            <pc:docMk/>
            <pc:sldMk cId="4187578473" sldId="258"/>
            <ac:spMk id="4" creationId="{B715B83A-45D4-DBCE-8FF7-03DAF51D86B4}"/>
          </ac:spMkLst>
        </pc:spChg>
      </pc:sldChg>
      <pc:sldChg chg="addSp delSp modSp mod">
        <pc:chgData name="Fathima S Mohammed" userId="0508d131-15fa-493b-8a96-870cc98e6f70" providerId="ADAL" clId="{D1CE1D21-30D2-4FDF-B50B-BAEEF89A1EE3}" dt="2026-08-12T01:42:26.671" v="3443" actId="14100"/>
        <pc:sldMkLst>
          <pc:docMk/>
          <pc:sldMk cId="3800409035" sldId="259"/>
        </pc:sldMkLst>
        <pc:spChg chg="add mod">
          <ac:chgData name="Fathima S Mohammed" userId="0508d131-15fa-493b-8a96-870cc98e6f70" providerId="ADAL" clId="{D1CE1D21-30D2-4FDF-B50B-BAEEF89A1EE3}" dt="2026-08-12T01:42:26.671" v="3443" actId="14100"/>
          <ac:spMkLst>
            <pc:docMk/>
            <pc:sldMk cId="3800409035" sldId="259"/>
            <ac:spMk id="8" creationId="{3D399E9E-FB6B-8CF0-A930-34489DB639EE}"/>
          </ac:spMkLst>
        </pc:spChg>
        <pc:picChg chg="del">
          <ac:chgData name="Fathima S Mohammed" userId="0508d131-15fa-493b-8a96-870cc98e6f70" providerId="ADAL" clId="{D1CE1D21-30D2-4FDF-B50B-BAEEF89A1EE3}" dt="2026-08-12T01:37:23.734" v="3433" actId="478"/>
          <ac:picMkLst>
            <pc:docMk/>
            <pc:sldMk cId="3800409035" sldId="259"/>
            <ac:picMk id="5" creationId="{D32FD569-9391-3E2D-11DE-B32A9D7F2F2A}"/>
          </ac:picMkLst>
        </pc:picChg>
        <pc:picChg chg="add mod">
          <ac:chgData name="Fathima S Mohammed" userId="0508d131-15fa-493b-8a96-870cc98e6f70" providerId="ADAL" clId="{D1CE1D21-30D2-4FDF-B50B-BAEEF89A1EE3}" dt="2026-08-12T01:41:48.047" v="3437" actId="14100"/>
          <ac:picMkLst>
            <pc:docMk/>
            <pc:sldMk cId="3800409035" sldId="259"/>
            <ac:picMk id="6" creationId="{8F051E7B-E306-4D04-2944-5581CCF6DF7D}"/>
          </ac:picMkLst>
        </pc:picChg>
      </pc:sldChg>
      <pc:sldChg chg="addSp delSp modSp mod ord">
        <pc:chgData name="Fathima S Mohammed" userId="0508d131-15fa-493b-8a96-870cc98e6f70" providerId="ADAL" clId="{D1CE1D21-30D2-4FDF-B50B-BAEEF89A1EE3}" dt="2026-08-11T19:20:31.213" v="2933" actId="478"/>
        <pc:sldMkLst>
          <pc:docMk/>
          <pc:sldMk cId="0" sldId="260"/>
        </pc:sldMkLst>
        <pc:spChg chg="add del mod">
          <ac:chgData name="Fathima S Mohammed" userId="0508d131-15fa-493b-8a96-870cc98e6f70" providerId="ADAL" clId="{D1CE1D21-30D2-4FDF-B50B-BAEEF89A1EE3}" dt="2026-08-11T19:20:31.213" v="2933" actId="478"/>
          <ac:spMkLst>
            <pc:docMk/>
            <pc:sldMk cId="0" sldId="260"/>
            <ac:spMk id="8" creationId="{45FF5BDA-031A-F4BC-A83F-834F82BCAF02}"/>
          </ac:spMkLst>
        </pc:spChg>
      </pc:sldChg>
      <pc:sldChg chg="addSp modSp mod modTransition">
        <pc:chgData name="Fathima S Mohammed" userId="0508d131-15fa-493b-8a96-870cc98e6f70" providerId="ADAL" clId="{D1CE1D21-30D2-4FDF-B50B-BAEEF89A1EE3}" dt="2026-08-11T19:19:51.619" v="2925"/>
        <pc:sldMkLst>
          <pc:docMk/>
          <pc:sldMk cId="3624687223" sldId="261"/>
        </pc:sldMkLst>
        <pc:graphicFrameChg chg="add mod modGraphic">
          <ac:chgData name="Fathima S Mohammed" userId="0508d131-15fa-493b-8a96-870cc98e6f70" providerId="ADAL" clId="{D1CE1D21-30D2-4FDF-B50B-BAEEF89A1EE3}" dt="2026-08-11T19:03:58.419" v="2921" actId="1076"/>
          <ac:graphicFrameMkLst>
            <pc:docMk/>
            <pc:sldMk cId="3624687223" sldId="261"/>
            <ac:graphicFrameMk id="5" creationId="{F40CA4CA-CED7-BD74-3821-2AA16A8AC2DC}"/>
          </ac:graphicFrameMkLst>
        </pc:graphicFrameChg>
      </pc:sldChg>
      <pc:sldChg chg="del ord">
        <pc:chgData name="Fathima S Mohammed" userId="0508d131-15fa-493b-8a96-870cc98e6f70" providerId="ADAL" clId="{D1CE1D21-30D2-4FDF-B50B-BAEEF89A1EE3}" dt="2026-08-11T19:27:29.289" v="2954" actId="2696"/>
        <pc:sldMkLst>
          <pc:docMk/>
          <pc:sldMk cId="803701093" sldId="262"/>
        </pc:sldMkLst>
      </pc:sldChg>
      <pc:sldChg chg="addSp delSp modSp del mod">
        <pc:chgData name="Fathima S Mohammed" userId="0508d131-15fa-493b-8a96-870cc98e6f70" providerId="ADAL" clId="{D1CE1D21-30D2-4FDF-B50B-BAEEF89A1EE3}" dt="2026-08-12T01:37:20.228" v="3432" actId="47"/>
        <pc:sldMkLst>
          <pc:docMk/>
          <pc:sldMk cId="0" sldId="263"/>
        </pc:sldMkLst>
        <pc:spChg chg="add mod">
          <ac:chgData name="Fathima S Mohammed" userId="0508d131-15fa-493b-8a96-870cc98e6f70" providerId="ADAL" clId="{D1CE1D21-30D2-4FDF-B50B-BAEEF89A1EE3}" dt="2026-08-11T20:18:27.673" v="3217" actId="1076"/>
          <ac:spMkLst>
            <pc:docMk/>
            <pc:sldMk cId="0" sldId="263"/>
            <ac:spMk id="3" creationId="{A90A6D64-BC70-AB75-7936-2116C0DCD0F4}"/>
          </ac:spMkLst>
        </pc:spChg>
        <pc:spChg chg="add mod">
          <ac:chgData name="Fathima S Mohammed" userId="0508d131-15fa-493b-8a96-870cc98e6f70" providerId="ADAL" clId="{D1CE1D21-30D2-4FDF-B50B-BAEEF89A1EE3}" dt="2026-08-11T20:18:46.358" v="3221" actId="14100"/>
          <ac:spMkLst>
            <pc:docMk/>
            <pc:sldMk cId="0" sldId="263"/>
            <ac:spMk id="5" creationId="{EBFA5B08-844B-519A-4071-C227B652A374}"/>
          </ac:spMkLst>
        </pc:spChg>
        <pc:spChg chg="add mod">
          <ac:chgData name="Fathima S Mohammed" userId="0508d131-15fa-493b-8a96-870cc98e6f70" providerId="ADAL" clId="{D1CE1D21-30D2-4FDF-B50B-BAEEF89A1EE3}" dt="2026-08-11T20:22:34.170" v="3231" actId="1076"/>
          <ac:spMkLst>
            <pc:docMk/>
            <pc:sldMk cId="0" sldId="263"/>
            <ac:spMk id="6" creationId="{3723A1C2-AC4E-E9B6-6795-BD073EF6EF64}"/>
          </ac:spMkLst>
        </pc:spChg>
        <pc:spChg chg="add mod">
          <ac:chgData name="Fathima S Mohammed" userId="0508d131-15fa-493b-8a96-870cc98e6f70" providerId="ADAL" clId="{D1CE1D21-30D2-4FDF-B50B-BAEEF89A1EE3}" dt="2026-08-11T20:18:55.575" v="3223" actId="14100"/>
          <ac:spMkLst>
            <pc:docMk/>
            <pc:sldMk cId="0" sldId="263"/>
            <ac:spMk id="7" creationId="{1070C541-AB52-CE0A-C5BD-5FCE58496AF0}"/>
          </ac:spMkLst>
        </pc:spChg>
        <pc:spChg chg="add mod">
          <ac:chgData name="Fathima S Mohammed" userId="0508d131-15fa-493b-8a96-870cc98e6f70" providerId="ADAL" clId="{D1CE1D21-30D2-4FDF-B50B-BAEEF89A1EE3}" dt="2026-08-11T20:28:35.590" v="3310" actId="1076"/>
          <ac:spMkLst>
            <pc:docMk/>
            <pc:sldMk cId="0" sldId="263"/>
            <ac:spMk id="11" creationId="{DAEA444B-C242-182F-D2A4-33E0617AD0BD}"/>
          </ac:spMkLst>
        </pc:spChg>
        <pc:spChg chg="add mod">
          <ac:chgData name="Fathima S Mohammed" userId="0508d131-15fa-493b-8a96-870cc98e6f70" providerId="ADAL" clId="{D1CE1D21-30D2-4FDF-B50B-BAEEF89A1EE3}" dt="2026-08-11T20:17:59.680" v="3212" actId="1076"/>
          <ac:spMkLst>
            <pc:docMk/>
            <pc:sldMk cId="0" sldId="263"/>
            <ac:spMk id="13" creationId="{61DD55AA-3B6D-0189-AC02-4DEADA5B69FB}"/>
          </ac:spMkLst>
        </pc:spChg>
        <pc:spChg chg="add mod">
          <ac:chgData name="Fathima S Mohammed" userId="0508d131-15fa-493b-8a96-870cc98e6f70" providerId="ADAL" clId="{D1CE1D21-30D2-4FDF-B50B-BAEEF89A1EE3}" dt="2026-08-11T20:17:59.680" v="3212" actId="1076"/>
          <ac:spMkLst>
            <pc:docMk/>
            <pc:sldMk cId="0" sldId="263"/>
            <ac:spMk id="19" creationId="{10927E56-7280-2273-C80D-1CD98CE4A9F6}"/>
          </ac:spMkLst>
        </pc:spChg>
        <pc:spChg chg="add mod">
          <ac:chgData name="Fathima S Mohammed" userId="0508d131-15fa-493b-8a96-870cc98e6f70" providerId="ADAL" clId="{D1CE1D21-30D2-4FDF-B50B-BAEEF89A1EE3}" dt="2026-08-11T20:17:59.680" v="3212" actId="1076"/>
          <ac:spMkLst>
            <pc:docMk/>
            <pc:sldMk cId="0" sldId="263"/>
            <ac:spMk id="21" creationId="{21E6EBD5-1038-F19B-F48A-E74C5CD3632A}"/>
          </ac:spMkLst>
        </pc:spChg>
        <pc:spChg chg="add del mod">
          <ac:chgData name="Fathima S Mohammed" userId="0508d131-15fa-493b-8a96-870cc98e6f70" providerId="ADAL" clId="{D1CE1D21-30D2-4FDF-B50B-BAEEF89A1EE3}" dt="2026-08-11T20:43:49.832" v="3314"/>
          <ac:spMkLst>
            <pc:docMk/>
            <pc:sldMk cId="0" sldId="263"/>
            <ac:spMk id="24" creationId="{352608F6-0CCF-932B-9375-5991CB8C0709}"/>
          </ac:spMkLst>
        </pc:spChg>
        <pc:spChg chg="add mod">
          <ac:chgData name="Fathima S Mohammed" userId="0508d131-15fa-493b-8a96-870cc98e6f70" providerId="ADAL" clId="{D1CE1D21-30D2-4FDF-B50B-BAEEF89A1EE3}" dt="2026-08-11T20:17:59.680" v="3212" actId="1076"/>
          <ac:spMkLst>
            <pc:docMk/>
            <pc:sldMk cId="0" sldId="263"/>
            <ac:spMk id="25" creationId="{E4DC8ED7-B29B-5BD6-A41D-397314F55FF8}"/>
          </ac:spMkLst>
        </pc:spChg>
        <pc:spChg chg="mod">
          <ac:chgData name="Fathima S Mohammed" userId="0508d131-15fa-493b-8a96-870cc98e6f70" providerId="ADAL" clId="{D1CE1D21-30D2-4FDF-B50B-BAEEF89A1EE3}" dt="2026-08-11T20:17:59.680" v="3212" actId="1076"/>
          <ac:spMkLst>
            <pc:docMk/>
            <pc:sldMk cId="0" sldId="263"/>
            <ac:spMk id="27" creationId="{0B117EC0-6273-A43B-17A8-3C748350CB13}"/>
          </ac:spMkLst>
        </pc:spChg>
        <pc:spChg chg="add mod">
          <ac:chgData name="Fathima S Mohammed" userId="0508d131-15fa-493b-8a96-870cc98e6f70" providerId="ADAL" clId="{D1CE1D21-30D2-4FDF-B50B-BAEEF89A1EE3}" dt="2026-08-12T01:09:24.822" v="3329" actId="255"/>
          <ac:spMkLst>
            <pc:docMk/>
            <pc:sldMk cId="0" sldId="263"/>
            <ac:spMk id="28" creationId="{BDD8260A-7BC3-BE88-3B53-8D5D859DBA5D}"/>
          </ac:spMkLst>
        </pc:spChg>
        <pc:spChg chg="add del mod">
          <ac:chgData name="Fathima S Mohammed" userId="0508d131-15fa-493b-8a96-870cc98e6f70" providerId="ADAL" clId="{D1CE1D21-30D2-4FDF-B50B-BAEEF89A1EE3}" dt="2026-08-11T20:27:09.360" v="3265" actId="478"/>
          <ac:spMkLst>
            <pc:docMk/>
            <pc:sldMk cId="0" sldId="263"/>
            <ac:spMk id="30" creationId="{ECB15B96-F411-3E49-7696-F234AA9AA6EC}"/>
          </ac:spMkLst>
        </pc:spChg>
        <pc:spChg chg="add mod">
          <ac:chgData name="Fathima S Mohammed" userId="0508d131-15fa-493b-8a96-870cc98e6f70" providerId="ADAL" clId="{D1CE1D21-30D2-4FDF-B50B-BAEEF89A1EE3}" dt="2026-08-12T01:09:28.706" v="3330" actId="255"/>
          <ac:spMkLst>
            <pc:docMk/>
            <pc:sldMk cId="0" sldId="263"/>
            <ac:spMk id="32" creationId="{281CDBB8-C54B-D0CC-BF11-E60534F441C2}"/>
          </ac:spMkLst>
        </pc:spChg>
        <pc:spChg chg="add del mod">
          <ac:chgData name="Fathima S Mohammed" userId="0508d131-15fa-493b-8a96-870cc98e6f70" providerId="ADAL" clId="{D1CE1D21-30D2-4FDF-B50B-BAEEF89A1EE3}" dt="2026-08-11T20:27:34.456" v="3284" actId="478"/>
          <ac:spMkLst>
            <pc:docMk/>
            <pc:sldMk cId="0" sldId="263"/>
            <ac:spMk id="34" creationId="{D0B08789-5D39-10A9-12FD-C4BADE1483DB}"/>
          </ac:spMkLst>
        </pc:spChg>
        <pc:spChg chg="add del mod">
          <ac:chgData name="Fathima S Mohammed" userId="0508d131-15fa-493b-8a96-870cc98e6f70" providerId="ADAL" clId="{D1CE1D21-30D2-4FDF-B50B-BAEEF89A1EE3}" dt="2026-08-11T20:28:02.284" v="3301" actId="478"/>
          <ac:spMkLst>
            <pc:docMk/>
            <pc:sldMk cId="0" sldId="263"/>
            <ac:spMk id="36" creationId="{5D6870E6-D518-5A98-5B1A-0C110647D1D3}"/>
          </ac:spMkLst>
        </pc:spChg>
        <pc:spChg chg="add mod">
          <ac:chgData name="Fathima S Mohammed" userId="0508d131-15fa-493b-8a96-870cc98e6f70" providerId="ADAL" clId="{D1CE1D21-30D2-4FDF-B50B-BAEEF89A1EE3}" dt="2026-08-12T01:09:33.367" v="3331" actId="255"/>
          <ac:spMkLst>
            <pc:docMk/>
            <pc:sldMk cId="0" sldId="263"/>
            <ac:spMk id="38" creationId="{E2965EC1-AC85-FB19-4B4B-5BA7FFDAB28B}"/>
          </ac:spMkLst>
        </pc:spChg>
        <pc:cxnChg chg="add mod">
          <ac:chgData name="Fathima S Mohammed" userId="0508d131-15fa-493b-8a96-870cc98e6f70" providerId="ADAL" clId="{D1CE1D21-30D2-4FDF-B50B-BAEEF89A1EE3}" dt="2026-08-11T20:22:34.170" v="3231" actId="1076"/>
          <ac:cxnSpMkLst>
            <pc:docMk/>
            <pc:sldMk cId="0" sldId="263"/>
            <ac:cxnSpMk id="8" creationId="{E6CD9B2E-8F9F-2A86-82DF-E297DC42C362}"/>
          </ac:cxnSpMkLst>
        </pc:cxnChg>
        <pc:cxnChg chg="add mod">
          <ac:chgData name="Fathima S Mohammed" userId="0508d131-15fa-493b-8a96-870cc98e6f70" providerId="ADAL" clId="{D1CE1D21-30D2-4FDF-B50B-BAEEF89A1EE3}" dt="2026-08-11T20:22:34.170" v="3231" actId="1076"/>
          <ac:cxnSpMkLst>
            <pc:docMk/>
            <pc:sldMk cId="0" sldId="263"/>
            <ac:cxnSpMk id="9" creationId="{46726945-7FC2-84F9-E775-C8BCACE98A1F}"/>
          </ac:cxnSpMkLst>
        </pc:cxnChg>
      </pc:sldChg>
      <pc:sldChg chg="del">
        <pc:chgData name="Fathima S Mohammed" userId="0508d131-15fa-493b-8a96-870cc98e6f70" providerId="ADAL" clId="{D1CE1D21-30D2-4FDF-B50B-BAEEF89A1EE3}" dt="2026-08-11T20:38:10.391" v="3311" actId="47"/>
        <pc:sldMkLst>
          <pc:docMk/>
          <pc:sldMk cId="2906368800" sldId="264"/>
        </pc:sldMkLst>
      </pc:sldChg>
      <pc:sldChg chg="addSp modSp mod ord">
        <pc:chgData name="Fathima S Mohammed" userId="0508d131-15fa-493b-8a96-870cc98e6f70" providerId="ADAL" clId="{D1CE1D21-30D2-4FDF-B50B-BAEEF89A1EE3}" dt="2026-08-11T19:20:45.554" v="2937"/>
        <pc:sldMkLst>
          <pc:docMk/>
          <pc:sldMk cId="103511915" sldId="265"/>
        </pc:sldMkLst>
        <pc:spChg chg="add mod">
          <ac:chgData name="Fathima S Mohammed" userId="0508d131-15fa-493b-8a96-870cc98e6f70" providerId="ADAL" clId="{D1CE1D21-30D2-4FDF-B50B-BAEEF89A1EE3}" dt="2026-08-11T19:20:40.281" v="2935" actId="1076"/>
          <ac:spMkLst>
            <pc:docMk/>
            <pc:sldMk cId="103511915" sldId="265"/>
            <ac:spMk id="4" creationId="{4E47D40D-FE18-F790-B659-21E2C9B328B0}"/>
          </ac:spMkLst>
        </pc:spChg>
        <pc:graphicFrameChg chg="mod">
          <ac:chgData name="Fathima S Mohammed" userId="0508d131-15fa-493b-8a96-870cc98e6f70" providerId="ADAL" clId="{D1CE1D21-30D2-4FDF-B50B-BAEEF89A1EE3}" dt="2026-08-11T19:20:19.544" v="2931" actId="1076"/>
          <ac:graphicFrameMkLst>
            <pc:docMk/>
            <pc:sldMk cId="103511915" sldId="265"/>
            <ac:graphicFrameMk id="6" creationId="{55688412-BABC-C07D-C916-5608D1AB642D}"/>
          </ac:graphicFrameMkLst>
        </pc:graphicFrameChg>
      </pc:sldChg>
      <pc:sldChg chg="add del">
        <pc:chgData name="Fathima S Mohammed" userId="0508d131-15fa-493b-8a96-870cc98e6f70" providerId="ADAL" clId="{D1CE1D21-30D2-4FDF-B50B-BAEEF89A1EE3}" dt="2026-08-11T19:25:43.701" v="2945"/>
        <pc:sldMkLst>
          <pc:docMk/>
          <pc:sldMk cId="1065009707" sldId="266"/>
        </pc:sldMkLst>
      </pc:sldChg>
      <pc:sldChg chg="addSp modSp mod ord">
        <pc:chgData name="Fathima S Mohammed" userId="0508d131-15fa-493b-8a96-870cc98e6f70" providerId="ADAL" clId="{D1CE1D21-30D2-4FDF-B50B-BAEEF89A1EE3}" dt="2026-08-11T19:05:00.945" v="2924" actId="1076"/>
        <pc:sldMkLst>
          <pc:docMk/>
          <pc:sldMk cId="3430357071" sldId="268"/>
        </pc:sldMkLst>
        <pc:spChg chg="mod">
          <ac:chgData name="Fathima S Mohammed" userId="0508d131-15fa-493b-8a96-870cc98e6f70" providerId="ADAL" clId="{D1CE1D21-30D2-4FDF-B50B-BAEEF89A1EE3}" dt="2026-08-10T16:54:15.001" v="382" actId="1076"/>
          <ac:spMkLst>
            <pc:docMk/>
            <pc:sldMk cId="3430357071" sldId="268"/>
            <ac:spMk id="6" creationId="{5ABD8F76-D9D7-6803-E752-846193258110}"/>
          </ac:spMkLst>
        </pc:spChg>
        <pc:spChg chg="mod">
          <ac:chgData name="Fathima S Mohammed" userId="0508d131-15fa-493b-8a96-870cc98e6f70" providerId="ADAL" clId="{D1CE1D21-30D2-4FDF-B50B-BAEEF89A1EE3}" dt="2026-08-10T15:54:18.530" v="80" actId="20577"/>
          <ac:spMkLst>
            <pc:docMk/>
            <pc:sldMk cId="3430357071" sldId="268"/>
            <ac:spMk id="11" creationId="{9867F7E4-7C90-D64D-3066-1669D76E8BBA}"/>
          </ac:spMkLst>
        </pc:spChg>
        <pc:spChg chg="mod">
          <ac:chgData name="Fathima S Mohammed" userId="0508d131-15fa-493b-8a96-870cc98e6f70" providerId="ADAL" clId="{D1CE1D21-30D2-4FDF-B50B-BAEEF89A1EE3}" dt="2026-08-10T16:54:15.001" v="382" actId="1076"/>
          <ac:spMkLst>
            <pc:docMk/>
            <pc:sldMk cId="3430357071" sldId="268"/>
            <ac:spMk id="12" creationId="{E5516F9C-F36E-8D64-6BA1-39CA746D3FC1}"/>
          </ac:spMkLst>
        </pc:spChg>
        <pc:spChg chg="mod">
          <ac:chgData name="Fathima S Mohammed" userId="0508d131-15fa-493b-8a96-870cc98e6f70" providerId="ADAL" clId="{D1CE1D21-30D2-4FDF-B50B-BAEEF89A1EE3}" dt="2026-08-10T16:54:15.001" v="382" actId="1076"/>
          <ac:spMkLst>
            <pc:docMk/>
            <pc:sldMk cId="3430357071" sldId="268"/>
            <ac:spMk id="14" creationId="{C63BA27C-27F6-5A15-A903-88F97CC0B6D4}"/>
          </ac:spMkLst>
        </pc:spChg>
        <pc:spChg chg="mod">
          <ac:chgData name="Fathima S Mohammed" userId="0508d131-15fa-493b-8a96-870cc98e6f70" providerId="ADAL" clId="{D1CE1D21-30D2-4FDF-B50B-BAEEF89A1EE3}" dt="2026-08-10T16:54:15.001" v="382" actId="1076"/>
          <ac:spMkLst>
            <pc:docMk/>
            <pc:sldMk cId="3430357071" sldId="268"/>
            <ac:spMk id="18" creationId="{6F5C4E0E-42A2-5CB5-6C37-5B010BC0A8A9}"/>
          </ac:spMkLst>
        </pc:spChg>
        <pc:spChg chg="mod">
          <ac:chgData name="Fathima S Mohammed" userId="0508d131-15fa-493b-8a96-870cc98e6f70" providerId="ADAL" clId="{D1CE1D21-30D2-4FDF-B50B-BAEEF89A1EE3}" dt="2026-08-10T16:54:15.001" v="382" actId="1076"/>
          <ac:spMkLst>
            <pc:docMk/>
            <pc:sldMk cId="3430357071" sldId="268"/>
            <ac:spMk id="19" creationId="{84CA35AA-6BA1-2A25-5343-9B7091CB0788}"/>
          </ac:spMkLst>
        </pc:spChg>
        <pc:spChg chg="mod">
          <ac:chgData name="Fathima S Mohammed" userId="0508d131-15fa-493b-8a96-870cc98e6f70" providerId="ADAL" clId="{D1CE1D21-30D2-4FDF-B50B-BAEEF89A1EE3}" dt="2026-08-10T16:54:15.001" v="382" actId="1076"/>
          <ac:spMkLst>
            <pc:docMk/>
            <pc:sldMk cId="3430357071" sldId="268"/>
            <ac:spMk id="20" creationId="{6D9EE2C2-0897-7F1D-DE69-739BB76ECCF7}"/>
          </ac:spMkLst>
        </pc:spChg>
        <pc:spChg chg="mod">
          <ac:chgData name="Fathima S Mohammed" userId="0508d131-15fa-493b-8a96-870cc98e6f70" providerId="ADAL" clId="{D1CE1D21-30D2-4FDF-B50B-BAEEF89A1EE3}" dt="2026-08-10T16:54:15.001" v="382" actId="1076"/>
          <ac:spMkLst>
            <pc:docMk/>
            <pc:sldMk cId="3430357071" sldId="268"/>
            <ac:spMk id="23" creationId="{04729420-F114-E185-AC11-D91FB4448825}"/>
          </ac:spMkLst>
        </pc:spChg>
        <pc:spChg chg="mod">
          <ac:chgData name="Fathima S Mohammed" userId="0508d131-15fa-493b-8a96-870cc98e6f70" providerId="ADAL" clId="{D1CE1D21-30D2-4FDF-B50B-BAEEF89A1EE3}" dt="2026-08-10T16:54:15.001" v="382" actId="1076"/>
          <ac:spMkLst>
            <pc:docMk/>
            <pc:sldMk cId="3430357071" sldId="268"/>
            <ac:spMk id="24" creationId="{F11F7E7F-DC17-5569-FBD1-04AEC6F4BFC8}"/>
          </ac:spMkLst>
        </pc:spChg>
        <pc:spChg chg="mod">
          <ac:chgData name="Fathima S Mohammed" userId="0508d131-15fa-493b-8a96-870cc98e6f70" providerId="ADAL" clId="{D1CE1D21-30D2-4FDF-B50B-BAEEF89A1EE3}" dt="2026-08-10T16:54:15.001" v="382" actId="1076"/>
          <ac:spMkLst>
            <pc:docMk/>
            <pc:sldMk cId="3430357071" sldId="268"/>
            <ac:spMk id="27" creationId="{C3AEE53E-BDFD-4549-1B83-C6D3D7F662B1}"/>
          </ac:spMkLst>
        </pc:spChg>
        <pc:spChg chg="mod">
          <ac:chgData name="Fathima S Mohammed" userId="0508d131-15fa-493b-8a96-870cc98e6f70" providerId="ADAL" clId="{D1CE1D21-30D2-4FDF-B50B-BAEEF89A1EE3}" dt="2026-08-10T16:54:25.874" v="383" actId="1076"/>
          <ac:spMkLst>
            <pc:docMk/>
            <pc:sldMk cId="3430357071" sldId="268"/>
            <ac:spMk id="28" creationId="{8E15F828-553E-397C-558E-754F87073B3F}"/>
          </ac:spMkLst>
        </pc:spChg>
        <pc:spChg chg="mod">
          <ac:chgData name="Fathima S Mohammed" userId="0508d131-15fa-493b-8a96-870cc98e6f70" providerId="ADAL" clId="{D1CE1D21-30D2-4FDF-B50B-BAEEF89A1EE3}" dt="2026-08-10T16:54:15.001" v="382" actId="1076"/>
          <ac:spMkLst>
            <pc:docMk/>
            <pc:sldMk cId="3430357071" sldId="268"/>
            <ac:spMk id="31" creationId="{B13020E1-225D-0E95-2245-6486F24FAE09}"/>
          </ac:spMkLst>
        </pc:spChg>
        <pc:spChg chg="mod">
          <ac:chgData name="Fathima S Mohammed" userId="0508d131-15fa-493b-8a96-870cc98e6f70" providerId="ADAL" clId="{D1CE1D21-30D2-4FDF-B50B-BAEEF89A1EE3}" dt="2026-08-10T16:54:25.874" v="383" actId="1076"/>
          <ac:spMkLst>
            <pc:docMk/>
            <pc:sldMk cId="3430357071" sldId="268"/>
            <ac:spMk id="32" creationId="{A8787F06-C698-5D9B-B601-AF0D2896DB48}"/>
          </ac:spMkLst>
        </pc:spChg>
        <pc:graphicFrameChg chg="add mod modGraphic">
          <ac:chgData name="Fathima S Mohammed" userId="0508d131-15fa-493b-8a96-870cc98e6f70" providerId="ADAL" clId="{D1CE1D21-30D2-4FDF-B50B-BAEEF89A1EE3}" dt="2026-08-11T19:05:00.945" v="2924" actId="1076"/>
          <ac:graphicFrameMkLst>
            <pc:docMk/>
            <pc:sldMk cId="3430357071" sldId="268"/>
            <ac:graphicFrameMk id="33" creationId="{BD6222FD-49BE-1FFC-E952-BDA1B0557601}"/>
          </ac:graphicFrameMkLst>
        </pc:graphicFrameChg>
      </pc:sldChg>
      <pc:sldChg chg="addSp delSp modSp add del mod modNotesTx">
        <pc:chgData name="Fathima S Mohammed" userId="0508d131-15fa-493b-8a96-870cc98e6f70" providerId="ADAL" clId="{D1CE1D21-30D2-4FDF-B50B-BAEEF89A1EE3}" dt="2026-08-11T20:26:31.215" v="3260" actId="14100"/>
        <pc:sldMkLst>
          <pc:docMk/>
          <pc:sldMk cId="0" sldId="271"/>
        </pc:sldMkLst>
        <pc:spChg chg="mod">
          <ac:chgData name="Fathima S Mohammed" userId="0508d131-15fa-493b-8a96-870cc98e6f70" providerId="ADAL" clId="{D1CE1D21-30D2-4FDF-B50B-BAEEF89A1EE3}" dt="2026-08-11T20:26:31.215" v="3260" actId="14100"/>
          <ac:spMkLst>
            <pc:docMk/>
            <pc:sldMk cId="0" sldId="271"/>
            <ac:spMk id="6" creationId="{00000000-0000-0000-0000-000000000000}"/>
          </ac:spMkLst>
        </pc:spChg>
        <pc:spChg chg="mod">
          <ac:chgData name="Fathima S Mohammed" userId="0508d131-15fa-493b-8a96-870cc98e6f70" providerId="ADAL" clId="{D1CE1D21-30D2-4FDF-B50B-BAEEF89A1EE3}" dt="2026-08-11T20:26:31.215" v="3260" actId="14100"/>
          <ac:spMkLst>
            <pc:docMk/>
            <pc:sldMk cId="0" sldId="271"/>
            <ac:spMk id="7" creationId="{00000000-0000-0000-0000-000000000000}"/>
          </ac:spMkLst>
        </pc:spChg>
        <pc:spChg chg="mod">
          <ac:chgData name="Fathima S Mohammed" userId="0508d131-15fa-493b-8a96-870cc98e6f70" providerId="ADAL" clId="{D1CE1D21-30D2-4FDF-B50B-BAEEF89A1EE3}" dt="2026-08-11T20:26:31.215" v="3260" actId="14100"/>
          <ac:spMkLst>
            <pc:docMk/>
            <pc:sldMk cId="0" sldId="271"/>
            <ac:spMk id="8" creationId="{00000000-0000-0000-0000-000000000000}"/>
          </ac:spMkLst>
        </pc:spChg>
        <pc:spChg chg="add mod">
          <ac:chgData name="Fathima S Mohammed" userId="0508d131-15fa-493b-8a96-870cc98e6f70" providerId="ADAL" clId="{D1CE1D21-30D2-4FDF-B50B-BAEEF89A1EE3}" dt="2026-08-11T20:26:31.215" v="3260" actId="14100"/>
          <ac:spMkLst>
            <pc:docMk/>
            <pc:sldMk cId="0" sldId="271"/>
            <ac:spMk id="15" creationId="{0809290F-7A24-3BD9-BB62-AACC1EF9D361}"/>
          </ac:spMkLst>
        </pc:spChg>
        <pc:spChg chg="add mod">
          <ac:chgData name="Fathima S Mohammed" userId="0508d131-15fa-493b-8a96-870cc98e6f70" providerId="ADAL" clId="{D1CE1D21-30D2-4FDF-B50B-BAEEF89A1EE3}" dt="2026-08-11T20:26:31.215" v="3260" actId="14100"/>
          <ac:spMkLst>
            <pc:docMk/>
            <pc:sldMk cId="0" sldId="271"/>
            <ac:spMk id="16" creationId="{A059D512-1542-9CFE-8CFC-EA4C32C23930}"/>
          </ac:spMkLst>
        </pc:spChg>
        <pc:graphicFrameChg chg="add mod">
          <ac:chgData name="Fathima S Mohammed" userId="0508d131-15fa-493b-8a96-870cc98e6f70" providerId="ADAL" clId="{D1CE1D21-30D2-4FDF-B50B-BAEEF89A1EE3}" dt="2026-08-11T20:26:31.215" v="3260" actId="14100"/>
          <ac:graphicFrameMkLst>
            <pc:docMk/>
            <pc:sldMk cId="0" sldId="271"/>
            <ac:graphicFrameMk id="10" creationId="{D5A5550B-2A40-F3EB-1156-F8B04A776820}"/>
          </ac:graphicFrameMkLst>
        </pc:graphicFrameChg>
        <pc:graphicFrameChg chg="add mod">
          <ac:chgData name="Fathima S Mohammed" userId="0508d131-15fa-493b-8a96-870cc98e6f70" providerId="ADAL" clId="{D1CE1D21-30D2-4FDF-B50B-BAEEF89A1EE3}" dt="2026-08-11T20:26:31.215" v="3260" actId="14100"/>
          <ac:graphicFrameMkLst>
            <pc:docMk/>
            <pc:sldMk cId="0" sldId="271"/>
            <ac:graphicFrameMk id="11" creationId="{B6D1ABB2-F24A-2435-7086-8D5DFB7A1B9A}"/>
          </ac:graphicFrameMkLst>
        </pc:graphicFrameChg>
        <pc:graphicFrameChg chg="add del mod">
          <ac:chgData name="Fathima S Mohammed" userId="0508d131-15fa-493b-8a96-870cc98e6f70" providerId="ADAL" clId="{D1CE1D21-30D2-4FDF-B50B-BAEEF89A1EE3}" dt="2026-08-11T20:26:31.215" v="3260" actId="14100"/>
          <ac:graphicFrameMkLst>
            <pc:docMk/>
            <pc:sldMk cId="0" sldId="271"/>
            <ac:graphicFrameMk id="12" creationId="{F9271752-F26D-ED14-B46B-F2C528AEE72D}"/>
          </ac:graphicFrameMkLst>
        </pc:graphicFrameChg>
        <pc:graphicFrameChg chg="add mod">
          <ac:chgData name="Fathima S Mohammed" userId="0508d131-15fa-493b-8a96-870cc98e6f70" providerId="ADAL" clId="{D1CE1D21-30D2-4FDF-B50B-BAEEF89A1EE3}" dt="2026-08-11T20:26:31.215" v="3260" actId="14100"/>
          <ac:graphicFrameMkLst>
            <pc:docMk/>
            <pc:sldMk cId="0" sldId="271"/>
            <ac:graphicFrameMk id="13" creationId="{314E3A71-8E92-70D3-7B4F-86979A85772B}"/>
          </ac:graphicFrameMkLst>
        </pc:graphicFrameChg>
      </pc:sldChg>
      <pc:sldChg chg="addSp delSp modSp mod ord">
        <pc:chgData name="Fathima S Mohammed" userId="0508d131-15fa-493b-8a96-870cc98e6f70" providerId="ADAL" clId="{D1CE1D21-30D2-4FDF-B50B-BAEEF89A1EE3}" dt="2026-08-12T02:37:32.229" v="3456" actId="1076"/>
        <pc:sldMkLst>
          <pc:docMk/>
          <pc:sldMk cId="0" sldId="273"/>
        </pc:sldMkLst>
        <pc:spChg chg="mod">
          <ac:chgData name="Fathima S Mohammed" userId="0508d131-15fa-493b-8a96-870cc98e6f70" providerId="ADAL" clId="{D1CE1D21-30D2-4FDF-B50B-BAEEF89A1EE3}" dt="2026-08-12T02:37:32.229" v="3456" actId="1076"/>
          <ac:spMkLst>
            <pc:docMk/>
            <pc:sldMk cId="0" sldId="273"/>
            <ac:spMk id="2" creationId="{00000000-0000-0000-0000-000000000000}"/>
          </ac:spMkLst>
        </pc:spChg>
        <pc:spChg chg="add mod">
          <ac:chgData name="Fathima S Mohammed" userId="0508d131-15fa-493b-8a96-870cc98e6f70" providerId="ADAL" clId="{D1CE1D21-30D2-4FDF-B50B-BAEEF89A1EE3}" dt="2026-08-12T02:37:32.229" v="3456" actId="1076"/>
          <ac:spMkLst>
            <pc:docMk/>
            <pc:sldMk cId="0" sldId="273"/>
            <ac:spMk id="3" creationId="{FB59E05F-DE72-F449-840C-3E1B52563920}"/>
          </ac:spMkLst>
        </pc:spChg>
        <pc:spChg chg="add del mod">
          <ac:chgData name="Fathima S Mohammed" userId="0508d131-15fa-493b-8a96-870cc98e6f70" providerId="ADAL" clId="{D1CE1D21-30D2-4FDF-B50B-BAEEF89A1EE3}" dt="2026-08-11T19:30:43.619" v="3012" actId="478"/>
          <ac:spMkLst>
            <pc:docMk/>
            <pc:sldMk cId="0" sldId="273"/>
            <ac:spMk id="5" creationId="{267A5231-B1F2-70F7-5282-16249D6E1DFA}"/>
          </ac:spMkLst>
        </pc:spChg>
        <pc:spChg chg="add del">
          <ac:chgData name="Fathima S Mohammed" userId="0508d131-15fa-493b-8a96-870cc98e6f70" providerId="ADAL" clId="{D1CE1D21-30D2-4FDF-B50B-BAEEF89A1EE3}" dt="2026-08-12T01:13:01.455" v="3359" actId="478"/>
          <ac:spMkLst>
            <pc:docMk/>
            <pc:sldMk cId="0" sldId="273"/>
            <ac:spMk id="8" creationId="{BE8D801F-CD32-381A-C1F8-249813B2E97F}"/>
          </ac:spMkLst>
        </pc:spChg>
        <pc:spChg chg="add del mod">
          <ac:chgData name="Fathima S Mohammed" userId="0508d131-15fa-493b-8a96-870cc98e6f70" providerId="ADAL" clId="{D1CE1D21-30D2-4FDF-B50B-BAEEF89A1EE3}" dt="2026-08-12T01:12:36.070" v="3349" actId="478"/>
          <ac:spMkLst>
            <pc:docMk/>
            <pc:sldMk cId="0" sldId="273"/>
            <ac:spMk id="10" creationId="{5DE8ACA7-F2CD-7ABA-ABBB-B64E1EB62FAF}"/>
          </ac:spMkLst>
        </pc:spChg>
        <pc:spChg chg="add del mod">
          <ac:chgData name="Fathima S Mohammed" userId="0508d131-15fa-493b-8a96-870cc98e6f70" providerId="ADAL" clId="{D1CE1D21-30D2-4FDF-B50B-BAEEF89A1EE3}" dt="2026-08-12T01:13:32.458" v="3369" actId="478"/>
          <ac:spMkLst>
            <pc:docMk/>
            <pc:sldMk cId="0" sldId="273"/>
            <ac:spMk id="11" creationId="{730D1EFB-EB52-CDAC-FDD3-4833B97C6D06}"/>
          </ac:spMkLst>
        </pc:spChg>
        <pc:spChg chg="add del mod">
          <ac:chgData name="Fathima S Mohammed" userId="0508d131-15fa-493b-8a96-870cc98e6f70" providerId="ADAL" clId="{D1CE1D21-30D2-4FDF-B50B-BAEEF89A1EE3}" dt="2026-08-12T01:12:28.397" v="3343" actId="478"/>
          <ac:spMkLst>
            <pc:docMk/>
            <pc:sldMk cId="0" sldId="273"/>
            <ac:spMk id="12" creationId="{E7C7F61B-1778-0B1A-1B4C-93221EFA8C23}"/>
          </ac:spMkLst>
        </pc:spChg>
        <pc:spChg chg="add del mod">
          <ac:chgData name="Fathima S Mohammed" userId="0508d131-15fa-493b-8a96-870cc98e6f70" providerId="ADAL" clId="{D1CE1D21-30D2-4FDF-B50B-BAEEF89A1EE3}" dt="2026-08-12T01:12:41.237" v="3352" actId="478"/>
          <ac:spMkLst>
            <pc:docMk/>
            <pc:sldMk cId="0" sldId="273"/>
            <ac:spMk id="13" creationId="{9E0BF0A6-4A0D-FC87-64B7-777FBC4398E5}"/>
          </ac:spMkLst>
        </pc:spChg>
        <pc:spChg chg="add del mod">
          <ac:chgData name="Fathima S Mohammed" userId="0508d131-15fa-493b-8a96-870cc98e6f70" providerId="ADAL" clId="{D1CE1D21-30D2-4FDF-B50B-BAEEF89A1EE3}" dt="2026-08-12T01:12:37.287" v="3350" actId="478"/>
          <ac:spMkLst>
            <pc:docMk/>
            <pc:sldMk cId="0" sldId="273"/>
            <ac:spMk id="15" creationId="{8DAFAD0D-B084-8DB6-0454-0EF9C32A1127}"/>
          </ac:spMkLst>
        </pc:spChg>
        <pc:spChg chg="add del mod">
          <ac:chgData name="Fathima S Mohammed" userId="0508d131-15fa-493b-8a96-870cc98e6f70" providerId="ADAL" clId="{D1CE1D21-30D2-4FDF-B50B-BAEEF89A1EE3}" dt="2026-08-12T01:13:31.249" v="3368" actId="478"/>
          <ac:spMkLst>
            <pc:docMk/>
            <pc:sldMk cId="0" sldId="273"/>
            <ac:spMk id="16" creationId="{324AA2CA-5D66-9B88-FADF-CCD64A0C4DAE}"/>
          </ac:spMkLst>
        </pc:spChg>
        <pc:spChg chg="add del">
          <ac:chgData name="Fathima S Mohammed" userId="0508d131-15fa-493b-8a96-870cc98e6f70" providerId="ADAL" clId="{D1CE1D21-30D2-4FDF-B50B-BAEEF89A1EE3}" dt="2026-08-11T20:19:07.411" v="3224" actId="478"/>
          <ac:spMkLst>
            <pc:docMk/>
            <pc:sldMk cId="0" sldId="273"/>
            <ac:spMk id="20" creationId="{F5E7D2A7-32E6-497A-3186-2A3667DE7EA7}"/>
          </ac:spMkLst>
        </pc:spChg>
        <pc:spChg chg="add del mod">
          <ac:chgData name="Fathima S Mohammed" userId="0508d131-15fa-493b-8a96-870cc98e6f70" providerId="ADAL" clId="{D1CE1D21-30D2-4FDF-B50B-BAEEF89A1EE3}" dt="2026-08-12T01:13:27.352" v="3367" actId="478"/>
          <ac:spMkLst>
            <pc:docMk/>
            <pc:sldMk cId="0" sldId="273"/>
            <ac:spMk id="22" creationId="{ABFD6B8A-8529-BA47-562F-64BBA87C4593}"/>
          </ac:spMkLst>
        </pc:spChg>
        <pc:spChg chg="add del mod">
          <ac:chgData name="Fathima S Mohammed" userId="0508d131-15fa-493b-8a96-870cc98e6f70" providerId="ADAL" clId="{D1CE1D21-30D2-4FDF-B50B-BAEEF89A1EE3}" dt="2026-08-11T20:19:13.868" v="3229" actId="478"/>
          <ac:spMkLst>
            <pc:docMk/>
            <pc:sldMk cId="0" sldId="273"/>
            <ac:spMk id="24" creationId="{0FBB2F98-1F2C-8389-BAB9-6E91975E902D}"/>
          </ac:spMkLst>
        </pc:spChg>
        <pc:spChg chg="add del mod">
          <ac:chgData name="Fathima S Mohammed" userId="0508d131-15fa-493b-8a96-870cc98e6f70" providerId="ADAL" clId="{D1CE1D21-30D2-4FDF-B50B-BAEEF89A1EE3}" dt="2026-08-12T01:13:26.258" v="3366" actId="478"/>
          <ac:spMkLst>
            <pc:docMk/>
            <pc:sldMk cId="0" sldId="273"/>
            <ac:spMk id="26" creationId="{13C4530E-EAE3-A0D1-D4B3-012F245BDAF3}"/>
          </ac:spMkLst>
        </pc:spChg>
        <pc:spChg chg="del">
          <ac:chgData name="Fathima S Mohammed" userId="0508d131-15fa-493b-8a96-870cc98e6f70" providerId="ADAL" clId="{D1CE1D21-30D2-4FDF-B50B-BAEEF89A1EE3}" dt="2026-08-11T20:19:10.585" v="3226" actId="478"/>
          <ac:spMkLst>
            <pc:docMk/>
            <pc:sldMk cId="0" sldId="273"/>
            <ac:spMk id="27" creationId="{F0E1AF8E-9FA7-C547-1EBC-2E4987C7E991}"/>
          </ac:spMkLst>
        </pc:spChg>
        <pc:spChg chg="add del">
          <ac:chgData name="Fathima S Mohammed" userId="0508d131-15fa-493b-8a96-870cc98e6f70" providerId="ADAL" clId="{D1CE1D21-30D2-4FDF-B50B-BAEEF89A1EE3}" dt="2026-08-11T20:19:09.147" v="3225" actId="478"/>
          <ac:spMkLst>
            <pc:docMk/>
            <pc:sldMk cId="0" sldId="273"/>
            <ac:spMk id="29" creationId="{4AA3B740-E1AA-C83A-B527-7B4047D4CDDA}"/>
          </ac:spMkLst>
        </pc:spChg>
        <pc:spChg chg="add mod">
          <ac:chgData name="Fathima S Mohammed" userId="0508d131-15fa-493b-8a96-870cc98e6f70" providerId="ADAL" clId="{D1CE1D21-30D2-4FDF-B50B-BAEEF89A1EE3}" dt="2026-08-12T02:37:32.229" v="3456" actId="1076"/>
          <ac:spMkLst>
            <pc:docMk/>
            <pc:sldMk cId="0" sldId="273"/>
            <ac:spMk id="30" creationId="{6DE532B7-9845-BAC2-EE7F-14B1B1A6C115}"/>
          </ac:spMkLst>
        </pc:spChg>
        <pc:spChg chg="add mod">
          <ac:chgData name="Fathima S Mohammed" userId="0508d131-15fa-493b-8a96-870cc98e6f70" providerId="ADAL" clId="{D1CE1D21-30D2-4FDF-B50B-BAEEF89A1EE3}" dt="2026-08-12T02:37:32.229" v="3456" actId="1076"/>
          <ac:spMkLst>
            <pc:docMk/>
            <pc:sldMk cId="0" sldId="273"/>
            <ac:spMk id="32" creationId="{5E4F4FE9-7AD3-34F5-CF0A-92F7CFA5A01B}"/>
          </ac:spMkLst>
        </pc:spChg>
        <pc:spChg chg="add mod">
          <ac:chgData name="Fathima S Mohammed" userId="0508d131-15fa-493b-8a96-870cc98e6f70" providerId="ADAL" clId="{D1CE1D21-30D2-4FDF-B50B-BAEEF89A1EE3}" dt="2026-08-12T02:37:32.229" v="3456" actId="1076"/>
          <ac:spMkLst>
            <pc:docMk/>
            <pc:sldMk cId="0" sldId="273"/>
            <ac:spMk id="35" creationId="{5005C4E3-C76D-31BA-24B9-D7790E2C953F}"/>
          </ac:spMkLst>
        </pc:spChg>
        <pc:spChg chg="add mod">
          <ac:chgData name="Fathima S Mohammed" userId="0508d131-15fa-493b-8a96-870cc98e6f70" providerId="ADAL" clId="{D1CE1D21-30D2-4FDF-B50B-BAEEF89A1EE3}" dt="2026-08-12T02:37:32.229" v="3456" actId="1076"/>
          <ac:spMkLst>
            <pc:docMk/>
            <pc:sldMk cId="0" sldId="273"/>
            <ac:spMk id="38" creationId="{669A57B9-E5C5-404A-6748-B4383263F689}"/>
          </ac:spMkLst>
        </pc:spChg>
        <pc:spChg chg="add mod">
          <ac:chgData name="Fathima S Mohammed" userId="0508d131-15fa-493b-8a96-870cc98e6f70" providerId="ADAL" clId="{D1CE1D21-30D2-4FDF-B50B-BAEEF89A1EE3}" dt="2026-08-12T01:33:51.125" v="3402"/>
          <ac:spMkLst>
            <pc:docMk/>
            <pc:sldMk cId="0" sldId="273"/>
            <ac:spMk id="39" creationId="{C21DE2B8-CFBF-2061-14EC-CF7EEBC97E89}"/>
          </ac:spMkLst>
        </pc:spChg>
        <pc:spChg chg="add del mod">
          <ac:chgData name="Fathima S Mohammed" userId="0508d131-15fa-493b-8a96-870cc98e6f70" providerId="ADAL" clId="{D1CE1D21-30D2-4FDF-B50B-BAEEF89A1EE3}" dt="2026-08-12T01:33:56.599" v="3405" actId="478"/>
          <ac:spMkLst>
            <pc:docMk/>
            <pc:sldMk cId="0" sldId="273"/>
            <ac:spMk id="40" creationId="{98D580DC-2CB5-25EE-FE18-0572E5FFB11A}"/>
          </ac:spMkLst>
        </pc:spChg>
        <pc:spChg chg="add mod">
          <ac:chgData name="Fathima S Mohammed" userId="0508d131-15fa-493b-8a96-870cc98e6f70" providerId="ADAL" clId="{D1CE1D21-30D2-4FDF-B50B-BAEEF89A1EE3}" dt="2026-08-12T01:33:51.125" v="3402"/>
          <ac:spMkLst>
            <pc:docMk/>
            <pc:sldMk cId="0" sldId="273"/>
            <ac:spMk id="41" creationId="{F35A58EA-D57E-F07F-9DCC-A12AAB1BB6C4}"/>
          </ac:spMkLst>
        </pc:spChg>
        <pc:spChg chg="add del mod">
          <ac:chgData name="Fathima S Mohammed" userId="0508d131-15fa-493b-8a96-870cc98e6f70" providerId="ADAL" clId="{D1CE1D21-30D2-4FDF-B50B-BAEEF89A1EE3}" dt="2026-08-12T01:33:59.580" v="3406" actId="478"/>
          <ac:spMkLst>
            <pc:docMk/>
            <pc:sldMk cId="0" sldId="273"/>
            <ac:spMk id="42" creationId="{7C37F0B3-259F-C8CF-102D-361C61B98BAA}"/>
          </ac:spMkLst>
        </pc:spChg>
        <pc:spChg chg="add mod">
          <ac:chgData name="Fathima S Mohammed" userId="0508d131-15fa-493b-8a96-870cc98e6f70" providerId="ADAL" clId="{D1CE1D21-30D2-4FDF-B50B-BAEEF89A1EE3}" dt="2026-08-12T01:33:51.125" v="3402"/>
          <ac:spMkLst>
            <pc:docMk/>
            <pc:sldMk cId="0" sldId="273"/>
            <ac:spMk id="43" creationId="{D7F594F3-A8BD-3E05-14F9-1D213D1247AF}"/>
          </ac:spMkLst>
        </pc:spChg>
        <pc:spChg chg="add del mod">
          <ac:chgData name="Fathima S Mohammed" userId="0508d131-15fa-493b-8a96-870cc98e6f70" providerId="ADAL" clId="{D1CE1D21-30D2-4FDF-B50B-BAEEF89A1EE3}" dt="2026-08-12T01:33:55.128" v="3404" actId="478"/>
          <ac:spMkLst>
            <pc:docMk/>
            <pc:sldMk cId="0" sldId="273"/>
            <ac:spMk id="44" creationId="{643165DD-1A38-17C8-1A51-E2CCB9770CE3}"/>
          </ac:spMkLst>
        </pc:spChg>
        <pc:spChg chg="add del mod">
          <ac:chgData name="Fathima S Mohammed" userId="0508d131-15fa-493b-8a96-870cc98e6f70" providerId="ADAL" clId="{D1CE1D21-30D2-4FDF-B50B-BAEEF89A1EE3}" dt="2026-08-12T01:33:54.140" v="3403" actId="478"/>
          <ac:spMkLst>
            <pc:docMk/>
            <pc:sldMk cId="0" sldId="273"/>
            <ac:spMk id="45" creationId="{BD619EF5-7C33-B3A6-27EE-2984B65F467B}"/>
          </ac:spMkLst>
        </pc:spChg>
        <pc:spChg chg="add mod">
          <ac:chgData name="Fathima S Mohammed" userId="0508d131-15fa-493b-8a96-870cc98e6f70" providerId="ADAL" clId="{D1CE1D21-30D2-4FDF-B50B-BAEEF89A1EE3}" dt="2026-08-12T01:35:08.586" v="3416" actId="120"/>
          <ac:spMkLst>
            <pc:docMk/>
            <pc:sldMk cId="0" sldId="273"/>
            <ac:spMk id="46" creationId="{261CD3AB-A3F7-7DF7-290D-2B92DAFEBC01}"/>
          </ac:spMkLst>
        </pc:spChg>
        <pc:spChg chg="add mod">
          <ac:chgData name="Fathima S Mohammed" userId="0508d131-15fa-493b-8a96-870cc98e6f70" providerId="ADAL" clId="{D1CE1D21-30D2-4FDF-B50B-BAEEF89A1EE3}" dt="2026-08-12T01:35:06.718" v="3415" actId="120"/>
          <ac:spMkLst>
            <pc:docMk/>
            <pc:sldMk cId="0" sldId="273"/>
            <ac:spMk id="47" creationId="{AAA8CF65-E976-3CF6-C526-3E4040C465EC}"/>
          </ac:spMkLst>
        </pc:spChg>
        <pc:spChg chg="add mod">
          <ac:chgData name="Fathima S Mohammed" userId="0508d131-15fa-493b-8a96-870cc98e6f70" providerId="ADAL" clId="{D1CE1D21-30D2-4FDF-B50B-BAEEF89A1EE3}" dt="2026-08-12T01:34:54.149" v="3413" actId="1076"/>
          <ac:spMkLst>
            <pc:docMk/>
            <pc:sldMk cId="0" sldId="273"/>
            <ac:spMk id="48" creationId="{21FD6D2C-DA3C-5735-365A-677612DCC511}"/>
          </ac:spMkLst>
        </pc:spChg>
        <pc:spChg chg="add mod">
          <ac:chgData name="Fathima S Mohammed" userId="0508d131-15fa-493b-8a96-870cc98e6f70" providerId="ADAL" clId="{D1CE1D21-30D2-4FDF-B50B-BAEEF89A1EE3}" dt="2026-08-12T01:35:35.497" v="3418" actId="1076"/>
          <ac:spMkLst>
            <pc:docMk/>
            <pc:sldMk cId="0" sldId="273"/>
            <ac:spMk id="49" creationId="{8F008C44-AA6D-15DC-5FCC-B5C3F36E78A3}"/>
          </ac:spMkLst>
        </pc:spChg>
        <pc:spChg chg="add mod">
          <ac:chgData name="Fathima S Mohammed" userId="0508d131-15fa-493b-8a96-870cc98e6f70" providerId="ADAL" clId="{D1CE1D21-30D2-4FDF-B50B-BAEEF89A1EE3}" dt="2026-08-12T01:36:03.924" v="3421" actId="13822"/>
          <ac:spMkLst>
            <pc:docMk/>
            <pc:sldMk cId="0" sldId="273"/>
            <ac:spMk id="50" creationId="{2481ABE4-C5D3-F3D4-183B-AE79CD46AD46}"/>
          </ac:spMkLst>
        </pc:spChg>
        <pc:spChg chg="add mod">
          <ac:chgData name="Fathima S Mohammed" userId="0508d131-15fa-493b-8a96-870cc98e6f70" providerId="ADAL" clId="{D1CE1D21-30D2-4FDF-B50B-BAEEF89A1EE3}" dt="2026-08-12T01:36:10.003" v="3422" actId="13822"/>
          <ac:spMkLst>
            <pc:docMk/>
            <pc:sldMk cId="0" sldId="273"/>
            <ac:spMk id="51" creationId="{0EE200F3-8200-8A89-CA7F-676330F3CBF9}"/>
          </ac:spMkLst>
        </pc:spChg>
        <pc:spChg chg="add mod">
          <ac:chgData name="Fathima S Mohammed" userId="0508d131-15fa-493b-8a96-870cc98e6f70" providerId="ADAL" clId="{D1CE1D21-30D2-4FDF-B50B-BAEEF89A1EE3}" dt="2026-08-12T01:36:19.251" v="3423" actId="13822"/>
          <ac:spMkLst>
            <pc:docMk/>
            <pc:sldMk cId="0" sldId="273"/>
            <ac:spMk id="52" creationId="{0696CDB3-5067-8031-AA58-939BA1BA9149}"/>
          </ac:spMkLst>
        </pc:spChg>
        <pc:picChg chg="add del mod">
          <ac:chgData name="Fathima S Mohammed" userId="0508d131-15fa-493b-8a96-870cc98e6f70" providerId="ADAL" clId="{D1CE1D21-30D2-4FDF-B50B-BAEEF89A1EE3}" dt="2026-08-12T01:12:38.809" v="3351" actId="478"/>
          <ac:picMkLst>
            <pc:docMk/>
            <pc:sldMk cId="0" sldId="273"/>
            <ac:picMk id="7" creationId="{7278F2CE-46F7-B735-9898-D38D85C730CF}"/>
          </ac:picMkLst>
        </pc:picChg>
        <pc:picChg chg="add del mod">
          <ac:chgData name="Fathima S Mohammed" userId="0508d131-15fa-493b-8a96-870cc98e6f70" providerId="ADAL" clId="{D1CE1D21-30D2-4FDF-B50B-BAEEF89A1EE3}" dt="2026-08-12T01:12:11.771" v="3339" actId="478"/>
          <ac:picMkLst>
            <pc:docMk/>
            <pc:sldMk cId="0" sldId="273"/>
            <ac:picMk id="17" creationId="{FAABC738-A32C-6B66-D430-BD6F9C72E5FB}"/>
          </ac:picMkLst>
        </pc:picChg>
        <pc:picChg chg="add del mod">
          <ac:chgData name="Fathima S Mohammed" userId="0508d131-15fa-493b-8a96-870cc98e6f70" providerId="ADAL" clId="{D1CE1D21-30D2-4FDF-B50B-BAEEF89A1EE3}" dt="2026-08-12T01:12:03.120" v="3334" actId="478"/>
          <ac:picMkLst>
            <pc:docMk/>
            <pc:sldMk cId="0" sldId="273"/>
            <ac:picMk id="19" creationId="{90B4EFEC-67B2-BEA5-70EF-C80DCBFA8E7A}"/>
          </ac:picMkLst>
        </pc:picChg>
        <pc:picChg chg="add del mod">
          <ac:chgData name="Fathima S Mohammed" userId="0508d131-15fa-493b-8a96-870cc98e6f70" providerId="ADAL" clId="{D1CE1D21-30D2-4FDF-B50B-BAEEF89A1EE3}" dt="2026-08-12T01:12:00.772" v="3333" actId="478"/>
          <ac:picMkLst>
            <pc:docMk/>
            <pc:sldMk cId="0" sldId="273"/>
            <ac:picMk id="21" creationId="{C177A965-BCB5-1AD8-FB54-F0CB46F103F7}"/>
          </ac:picMkLst>
        </pc:picChg>
        <pc:picChg chg="add del mod">
          <ac:chgData name="Fathima S Mohammed" userId="0508d131-15fa-493b-8a96-870cc98e6f70" providerId="ADAL" clId="{D1CE1D21-30D2-4FDF-B50B-BAEEF89A1EE3}" dt="2026-08-12T01:12:42.701" v="3353" actId="478"/>
          <ac:picMkLst>
            <pc:docMk/>
            <pc:sldMk cId="0" sldId="273"/>
            <ac:picMk id="25" creationId="{C0389FC8-D2C7-23A2-57E5-090C3B7A3E18}"/>
          </ac:picMkLst>
        </pc:picChg>
        <pc:cxnChg chg="add del mod">
          <ac:chgData name="Fathima S Mohammed" userId="0508d131-15fa-493b-8a96-870cc98e6f70" providerId="ADAL" clId="{D1CE1D21-30D2-4FDF-B50B-BAEEF89A1EE3}" dt="2026-08-11T20:19:07.411" v="3224" actId="478"/>
          <ac:cxnSpMkLst>
            <pc:docMk/>
            <pc:sldMk cId="0" sldId="273"/>
            <ac:cxnSpMk id="33" creationId="{4A1EDA8B-378C-7312-6366-325906CBD4AA}"/>
          </ac:cxnSpMkLst>
        </pc:cxnChg>
        <pc:cxnChg chg="add del mod">
          <ac:chgData name="Fathima S Mohammed" userId="0508d131-15fa-493b-8a96-870cc98e6f70" providerId="ADAL" clId="{D1CE1D21-30D2-4FDF-B50B-BAEEF89A1EE3}" dt="2026-08-11T20:19:07.411" v="3224" actId="478"/>
          <ac:cxnSpMkLst>
            <pc:docMk/>
            <pc:sldMk cId="0" sldId="273"/>
            <ac:cxnSpMk id="36" creationId="{C723089A-442C-DF6B-B4FB-11C5E1B8A26D}"/>
          </ac:cxnSpMkLst>
        </pc:cxnChg>
        <pc:cxnChg chg="add mod">
          <ac:chgData name="Fathima S Mohammed" userId="0508d131-15fa-493b-8a96-870cc98e6f70" providerId="ADAL" clId="{D1CE1D21-30D2-4FDF-B50B-BAEEF89A1EE3}" dt="2026-08-12T01:35:45.787" v="3419" actId="1076"/>
          <ac:cxnSpMkLst>
            <pc:docMk/>
            <pc:sldMk cId="0" sldId="273"/>
            <ac:cxnSpMk id="53" creationId="{0F4F801D-E171-3C6A-B378-C5E275497A33}"/>
          </ac:cxnSpMkLst>
        </pc:cxnChg>
        <pc:cxnChg chg="add mod">
          <ac:chgData name="Fathima S Mohammed" userId="0508d131-15fa-493b-8a96-870cc98e6f70" providerId="ADAL" clId="{D1CE1D21-30D2-4FDF-B50B-BAEEF89A1EE3}" dt="2026-08-12T01:35:52.337" v="3420" actId="1076"/>
          <ac:cxnSpMkLst>
            <pc:docMk/>
            <pc:sldMk cId="0" sldId="273"/>
            <ac:cxnSpMk id="54" creationId="{89E842CF-6CF1-165B-E3F5-CF81AFA87EE5}"/>
          </ac:cxnSpMkLst>
        </pc:cxnChg>
      </pc:sldChg>
      <pc:sldChg chg="addSp delSp modSp mod">
        <pc:chgData name="Fathima S Mohammed" userId="0508d131-15fa-493b-8a96-870cc98e6f70" providerId="ADAL" clId="{D1CE1D21-30D2-4FDF-B50B-BAEEF89A1EE3}" dt="2026-08-10T23:42:37.059" v="2913" actId="1076"/>
        <pc:sldMkLst>
          <pc:docMk/>
          <pc:sldMk cId="4095106968" sldId="2147473762"/>
        </pc:sldMkLst>
        <pc:spChg chg="mod">
          <ac:chgData name="Fathima S Mohammed" userId="0508d131-15fa-493b-8a96-870cc98e6f70" providerId="ADAL" clId="{D1CE1D21-30D2-4FDF-B50B-BAEEF89A1EE3}" dt="2026-08-10T23:42:37.059" v="2913" actId="1076"/>
          <ac:spMkLst>
            <pc:docMk/>
            <pc:sldMk cId="4095106968" sldId="2147473762"/>
            <ac:spMk id="3" creationId="{DCA74837-8B9E-4788-A017-1E39DF0A1A63}"/>
          </ac:spMkLst>
        </pc:spChg>
        <pc:picChg chg="add mod ord">
          <ac:chgData name="Fathima S Mohammed" userId="0508d131-15fa-493b-8a96-870cc98e6f70" providerId="ADAL" clId="{D1CE1D21-30D2-4FDF-B50B-BAEEF89A1EE3}" dt="2026-08-10T23:42:23.980" v="2911" actId="167"/>
          <ac:picMkLst>
            <pc:docMk/>
            <pc:sldMk cId="4095106968" sldId="2147473762"/>
            <ac:picMk id="7" creationId="{DDD7CAB1-B244-8501-2BDB-A0A967E9E54E}"/>
          </ac:picMkLst>
        </pc:picChg>
      </pc:sldChg>
      <pc:sldChg chg="modSp mod">
        <pc:chgData name="Fathima S Mohammed" userId="0508d131-15fa-493b-8a96-870cc98e6f70" providerId="ADAL" clId="{D1CE1D21-30D2-4FDF-B50B-BAEEF89A1EE3}" dt="2026-08-10T15:50:26.084" v="13" actId="255"/>
        <pc:sldMkLst>
          <pc:docMk/>
          <pc:sldMk cId="2382690932" sldId="2147479566"/>
        </pc:sldMkLst>
        <pc:spChg chg="mod">
          <ac:chgData name="Fathima S Mohammed" userId="0508d131-15fa-493b-8a96-870cc98e6f70" providerId="ADAL" clId="{D1CE1D21-30D2-4FDF-B50B-BAEEF89A1EE3}" dt="2026-08-10T15:50:26.084" v="13" actId="255"/>
          <ac:spMkLst>
            <pc:docMk/>
            <pc:sldMk cId="2382690932" sldId="2147479566"/>
            <ac:spMk id="2" creationId="{B145E5D6-A2C0-4414-8EC6-7F5C2122BD21}"/>
          </ac:spMkLst>
        </pc:spChg>
      </pc:sldChg>
      <pc:sldChg chg="addSp modSp mod ord">
        <pc:chgData name="Fathima S Mohammed" userId="0508d131-15fa-493b-8a96-870cc98e6f70" providerId="ADAL" clId="{D1CE1D21-30D2-4FDF-B50B-BAEEF89A1EE3}" dt="2026-08-12T01:45:53.905" v="3451" actId="1076"/>
        <pc:sldMkLst>
          <pc:docMk/>
          <pc:sldMk cId="0" sldId="2147483644"/>
        </pc:sldMkLst>
        <pc:graphicFrameChg chg="add mod modGraphic">
          <ac:chgData name="Fathima S Mohammed" userId="0508d131-15fa-493b-8a96-870cc98e6f70" providerId="ADAL" clId="{D1CE1D21-30D2-4FDF-B50B-BAEEF89A1EE3}" dt="2026-08-10T23:08:23.598" v="2738"/>
          <ac:graphicFrameMkLst>
            <pc:docMk/>
            <pc:sldMk cId="0" sldId="2147483644"/>
            <ac:graphicFrameMk id="3" creationId="{43B9DC73-1BA7-C619-F72C-9C34F8D237B5}"/>
          </ac:graphicFrameMkLst>
        </pc:graphicFrameChg>
        <pc:graphicFrameChg chg="add mod modGraphic">
          <ac:chgData name="Fathima S Mohammed" userId="0508d131-15fa-493b-8a96-870cc98e6f70" providerId="ADAL" clId="{D1CE1D21-30D2-4FDF-B50B-BAEEF89A1EE3}" dt="2026-08-12T01:45:53.905" v="3451" actId="1076"/>
          <ac:graphicFrameMkLst>
            <pc:docMk/>
            <pc:sldMk cId="0" sldId="2147483644"/>
            <ac:graphicFrameMk id="6" creationId="{CB6F9B3B-931C-3CF1-DCC2-D362CD69A4BC}"/>
          </ac:graphicFrameMkLst>
        </pc:graphicFrameChg>
      </pc:sldChg>
      <pc:sldChg chg="addSp delSp modSp mod">
        <pc:chgData name="Fathima S Mohammed" userId="0508d131-15fa-493b-8a96-870cc98e6f70" providerId="ADAL" clId="{D1CE1D21-30D2-4FDF-B50B-BAEEF89A1EE3}" dt="2026-08-11T20:58:45.794" v="3328" actId="1076"/>
        <pc:sldMkLst>
          <pc:docMk/>
          <pc:sldMk cId="0" sldId="2147483646"/>
        </pc:sldMkLst>
        <pc:spChg chg="del mod">
          <ac:chgData name="Fathima S Mohammed" userId="0508d131-15fa-493b-8a96-870cc98e6f70" providerId="ADAL" clId="{D1CE1D21-30D2-4FDF-B50B-BAEEF89A1EE3}" dt="2026-08-11T19:43:40.524" v="3058" actId="478"/>
          <ac:spMkLst>
            <pc:docMk/>
            <pc:sldMk cId="0" sldId="2147483646"/>
            <ac:spMk id="3" creationId="{36B4FB95-B8A0-D952-7932-AC57594FC69B}"/>
          </ac:spMkLst>
        </pc:spChg>
        <pc:spChg chg="add mod">
          <ac:chgData name="Fathima S Mohammed" userId="0508d131-15fa-493b-8a96-870cc98e6f70" providerId="ADAL" clId="{D1CE1D21-30D2-4FDF-B50B-BAEEF89A1EE3}" dt="2026-08-11T20:58:45.794" v="3328" actId="1076"/>
          <ac:spMkLst>
            <pc:docMk/>
            <pc:sldMk cId="0" sldId="2147483646"/>
            <ac:spMk id="6" creationId="{BB24B65A-7369-7E01-DEB9-DE56D6A2E6D1}"/>
          </ac:spMkLst>
        </pc:spChg>
        <pc:spChg chg="del mod">
          <ac:chgData name="Fathima S Mohammed" userId="0508d131-15fa-493b-8a96-870cc98e6f70" providerId="ADAL" clId="{D1CE1D21-30D2-4FDF-B50B-BAEEF89A1EE3}" dt="2026-08-11T19:24:58.393" v="2940" actId="478"/>
          <ac:spMkLst>
            <pc:docMk/>
            <pc:sldMk cId="0" sldId="2147483646"/>
            <ac:spMk id="7" creationId="{C13E0367-0EBC-36D1-938F-D8A2B4B804B2}"/>
          </ac:spMkLst>
        </pc:spChg>
        <pc:spChg chg="del mod">
          <ac:chgData name="Fathima S Mohammed" userId="0508d131-15fa-493b-8a96-870cc98e6f70" providerId="ADAL" clId="{D1CE1D21-30D2-4FDF-B50B-BAEEF89A1EE3}" dt="2026-08-11T19:25:00.894" v="2941" actId="478"/>
          <ac:spMkLst>
            <pc:docMk/>
            <pc:sldMk cId="0" sldId="2147483646"/>
            <ac:spMk id="8" creationId="{B3CE2623-F02C-4338-7481-4F85F1798A91}"/>
          </ac:spMkLst>
        </pc:spChg>
        <pc:spChg chg="del mod">
          <ac:chgData name="Fathima S Mohammed" userId="0508d131-15fa-493b-8a96-870cc98e6f70" providerId="ADAL" clId="{D1CE1D21-30D2-4FDF-B50B-BAEEF89A1EE3}" dt="2026-08-11T19:25:03.640" v="2943" actId="478"/>
          <ac:spMkLst>
            <pc:docMk/>
            <pc:sldMk cId="0" sldId="2147483646"/>
            <ac:spMk id="9" creationId="{DAC6D49B-FC9C-60EC-5020-39120476751E}"/>
          </ac:spMkLst>
        </pc:spChg>
        <pc:spChg chg="add mod">
          <ac:chgData name="Fathima S Mohammed" userId="0508d131-15fa-493b-8a96-870cc98e6f70" providerId="ADAL" clId="{D1CE1D21-30D2-4FDF-B50B-BAEEF89A1EE3}" dt="2026-08-11T20:58:37.950" v="3327" actId="1076"/>
          <ac:spMkLst>
            <pc:docMk/>
            <pc:sldMk cId="0" sldId="2147483646"/>
            <ac:spMk id="11" creationId="{C7944516-F368-7F48-D349-C17012A1D3C6}"/>
          </ac:spMkLst>
        </pc:spChg>
        <pc:spChg chg="add mod">
          <ac:chgData name="Fathima S Mohammed" userId="0508d131-15fa-493b-8a96-870cc98e6f70" providerId="ADAL" clId="{D1CE1D21-30D2-4FDF-B50B-BAEEF89A1EE3}" dt="2026-08-11T19:56:46.371" v="3183" actId="1076"/>
          <ac:spMkLst>
            <pc:docMk/>
            <pc:sldMk cId="0" sldId="2147483646"/>
            <ac:spMk id="13" creationId="{A3561290-6402-8D8E-64BF-6DA11D988906}"/>
          </ac:spMkLst>
        </pc:spChg>
        <pc:spChg chg="add mod">
          <ac:chgData name="Fathima S Mohammed" userId="0508d131-15fa-493b-8a96-870cc98e6f70" providerId="ADAL" clId="{D1CE1D21-30D2-4FDF-B50B-BAEEF89A1EE3}" dt="2026-08-11T19:56:46.371" v="3183" actId="1076"/>
          <ac:spMkLst>
            <pc:docMk/>
            <pc:sldMk cId="0" sldId="2147483646"/>
            <ac:spMk id="15" creationId="{33975566-77C9-4C18-5B0E-04486B9D8F6B}"/>
          </ac:spMkLst>
        </pc:spChg>
        <pc:spChg chg="add mod">
          <ac:chgData name="Fathima S Mohammed" userId="0508d131-15fa-493b-8a96-870cc98e6f70" providerId="ADAL" clId="{D1CE1D21-30D2-4FDF-B50B-BAEEF89A1EE3}" dt="2026-08-11T20:58:28.730" v="3325" actId="1076"/>
          <ac:spMkLst>
            <pc:docMk/>
            <pc:sldMk cId="0" sldId="2147483646"/>
            <ac:spMk id="17" creationId="{EBD2F050-9820-946F-EDF8-E4A0E7D191BB}"/>
          </ac:spMkLst>
        </pc:spChg>
        <pc:spChg chg="add mod">
          <ac:chgData name="Fathima S Mohammed" userId="0508d131-15fa-493b-8a96-870cc98e6f70" providerId="ADAL" clId="{D1CE1D21-30D2-4FDF-B50B-BAEEF89A1EE3}" dt="2026-08-11T19:54:12.393" v="3159" actId="13822"/>
          <ac:spMkLst>
            <pc:docMk/>
            <pc:sldMk cId="0" sldId="2147483646"/>
            <ac:spMk id="19" creationId="{415B1D2B-8A00-F842-503D-334843F73FB5}"/>
          </ac:spMkLst>
        </pc:spChg>
        <pc:spChg chg="add mod">
          <ac:chgData name="Fathima S Mohammed" userId="0508d131-15fa-493b-8a96-870cc98e6f70" providerId="ADAL" clId="{D1CE1D21-30D2-4FDF-B50B-BAEEF89A1EE3}" dt="2026-08-11T19:55:29.286" v="3175" actId="1076"/>
          <ac:spMkLst>
            <pc:docMk/>
            <pc:sldMk cId="0" sldId="2147483646"/>
            <ac:spMk id="21" creationId="{69E23374-1CDC-2C66-B184-857864AC88E9}"/>
          </ac:spMkLst>
        </pc:spChg>
        <pc:spChg chg="add mod">
          <ac:chgData name="Fathima S Mohammed" userId="0508d131-15fa-493b-8a96-870cc98e6f70" providerId="ADAL" clId="{D1CE1D21-30D2-4FDF-B50B-BAEEF89A1EE3}" dt="2026-08-11T19:56:46.371" v="3183" actId="1076"/>
          <ac:spMkLst>
            <pc:docMk/>
            <pc:sldMk cId="0" sldId="2147483646"/>
            <ac:spMk id="23" creationId="{19F90059-6AFD-B4CE-550B-245C1E38B88E}"/>
          </ac:spMkLst>
        </pc:spChg>
        <pc:spChg chg="add mod">
          <ac:chgData name="Fathima S Mohammed" userId="0508d131-15fa-493b-8a96-870cc98e6f70" providerId="ADAL" clId="{D1CE1D21-30D2-4FDF-B50B-BAEEF89A1EE3}" dt="2026-08-11T19:56:46.371" v="3183" actId="1076"/>
          <ac:spMkLst>
            <pc:docMk/>
            <pc:sldMk cId="0" sldId="2147483646"/>
            <ac:spMk id="25" creationId="{CDB4573D-966B-0EE2-B712-340D10D5D272}"/>
          </ac:spMkLst>
        </pc:spChg>
        <pc:spChg chg="add mod">
          <ac:chgData name="Fathima S Mohammed" userId="0508d131-15fa-493b-8a96-870cc98e6f70" providerId="ADAL" clId="{D1CE1D21-30D2-4FDF-B50B-BAEEF89A1EE3}" dt="2026-08-11T19:56:46.371" v="3183" actId="1076"/>
          <ac:spMkLst>
            <pc:docMk/>
            <pc:sldMk cId="0" sldId="2147483646"/>
            <ac:spMk id="27" creationId="{E1590643-C40C-21F1-AC23-8BC1861E1441}"/>
          </ac:spMkLst>
        </pc:spChg>
        <pc:spChg chg="add mod">
          <ac:chgData name="Fathima S Mohammed" userId="0508d131-15fa-493b-8a96-870cc98e6f70" providerId="ADAL" clId="{D1CE1D21-30D2-4FDF-B50B-BAEEF89A1EE3}" dt="2026-08-11T19:43:14.892" v="3055" actId="14100"/>
          <ac:spMkLst>
            <pc:docMk/>
            <pc:sldMk cId="0" sldId="2147483646"/>
            <ac:spMk id="29" creationId="{A5E94590-F25D-C3A8-E812-3ED765487F75}"/>
          </ac:spMkLst>
        </pc:spChg>
        <pc:spChg chg="add mod">
          <ac:chgData name="Fathima S Mohammed" userId="0508d131-15fa-493b-8a96-870cc98e6f70" providerId="ADAL" clId="{D1CE1D21-30D2-4FDF-B50B-BAEEF89A1EE3}" dt="2026-08-11T19:43:10.408" v="3054" actId="14100"/>
          <ac:spMkLst>
            <pc:docMk/>
            <pc:sldMk cId="0" sldId="2147483646"/>
            <ac:spMk id="31" creationId="{E048764E-6164-60AF-BA7D-158EE6DE625E}"/>
          </ac:spMkLst>
        </pc:spChg>
        <pc:spChg chg="add mod">
          <ac:chgData name="Fathima S Mohammed" userId="0508d131-15fa-493b-8a96-870cc98e6f70" providerId="ADAL" clId="{D1CE1D21-30D2-4FDF-B50B-BAEEF89A1EE3}" dt="2026-08-11T19:55:09.954" v="3173" actId="1076"/>
          <ac:spMkLst>
            <pc:docMk/>
            <pc:sldMk cId="0" sldId="2147483646"/>
            <ac:spMk id="33" creationId="{0C388084-A5AB-5D5D-3395-42B90A6F26B4}"/>
          </ac:spMkLst>
        </pc:spChg>
        <pc:spChg chg="add del">
          <ac:chgData name="Fathima S Mohammed" userId="0508d131-15fa-493b-8a96-870cc98e6f70" providerId="ADAL" clId="{D1CE1D21-30D2-4FDF-B50B-BAEEF89A1EE3}" dt="2026-08-11T19:57:08.781" v="3185" actId="478"/>
          <ac:spMkLst>
            <pc:docMk/>
            <pc:sldMk cId="0" sldId="2147483646"/>
            <ac:spMk id="34" creationId="{007F37A9-A24A-8BD0-BE8C-387D77F0F2F6}"/>
          </ac:spMkLst>
        </pc:spChg>
        <pc:spChg chg="add del">
          <ac:chgData name="Fathima S Mohammed" userId="0508d131-15fa-493b-8a96-870cc98e6f70" providerId="ADAL" clId="{D1CE1D21-30D2-4FDF-B50B-BAEEF89A1EE3}" dt="2026-08-11T19:57:16.154" v="3187" actId="478"/>
          <ac:spMkLst>
            <pc:docMk/>
            <pc:sldMk cId="0" sldId="2147483646"/>
            <ac:spMk id="35" creationId="{FEE953F1-35A6-3CBC-F757-A5B5663284D2}"/>
          </ac:spMkLst>
        </pc:spChg>
        <pc:spChg chg="mod">
          <ac:chgData name="Fathima S Mohammed" userId="0508d131-15fa-493b-8a96-870cc98e6f70" providerId="ADAL" clId="{D1CE1D21-30D2-4FDF-B50B-BAEEF89A1EE3}" dt="2026-08-11T20:55:47.415" v="3321" actId="20577"/>
          <ac:spMkLst>
            <pc:docMk/>
            <pc:sldMk cId="0" sldId="2147483646"/>
            <ac:spMk id="43" creationId="{00000000-0000-0000-0000-000000000000}"/>
          </ac:spMkLst>
        </pc:spChg>
        <pc:spChg chg="mod">
          <ac:chgData name="Fathima S Mohammed" userId="0508d131-15fa-493b-8a96-870cc98e6f70" providerId="ADAL" clId="{D1CE1D21-30D2-4FDF-B50B-BAEEF89A1EE3}" dt="2026-08-11T20:55:50.883" v="3322" actId="20577"/>
          <ac:spMkLst>
            <pc:docMk/>
            <pc:sldMk cId="0" sldId="2147483646"/>
            <ac:spMk id="44" creationId="{00000000-0000-0000-0000-000000000000}"/>
          </ac:spMkLst>
        </pc:spChg>
        <pc:spChg chg="mod">
          <ac:chgData name="Fathima S Mohammed" userId="0508d131-15fa-493b-8a96-870cc98e6f70" providerId="ADAL" clId="{D1CE1D21-30D2-4FDF-B50B-BAEEF89A1EE3}" dt="2026-08-11T20:55:44.553" v="3320" actId="20577"/>
          <ac:spMkLst>
            <pc:docMk/>
            <pc:sldMk cId="0" sldId="2147483646"/>
            <ac:spMk id="45" creationId="{00000000-0000-0000-0000-000000000000}"/>
          </ac:spMkLst>
        </pc:spChg>
        <pc:spChg chg="mod">
          <ac:chgData name="Fathima S Mohammed" userId="0508d131-15fa-493b-8a96-870cc98e6f70" providerId="ADAL" clId="{D1CE1D21-30D2-4FDF-B50B-BAEEF89A1EE3}" dt="2026-08-11T20:55:54.092" v="3323" actId="20577"/>
          <ac:spMkLst>
            <pc:docMk/>
            <pc:sldMk cId="0" sldId="2147483646"/>
            <ac:spMk id="46" creationId="{00000000-0000-0000-0000-000000000000}"/>
          </ac:spMkLst>
        </pc:spChg>
        <pc:spChg chg="mod">
          <ac:chgData name="Fathima S Mohammed" userId="0508d131-15fa-493b-8a96-870cc98e6f70" providerId="ADAL" clId="{D1CE1D21-30D2-4FDF-B50B-BAEEF89A1EE3}" dt="2026-08-11T20:58:13.637" v="3324" actId="20577"/>
          <ac:spMkLst>
            <pc:docMk/>
            <pc:sldMk cId="0" sldId="2147483646"/>
            <ac:spMk id="47" creationId="{00000000-0000-0000-0000-000000000000}"/>
          </ac:spMkLst>
        </pc:spChg>
      </pc:sldChg>
      <pc:sldChg chg="addSp delSp modSp mod ord">
        <pc:chgData name="Fathima S Mohammed" userId="0508d131-15fa-493b-8a96-870cc98e6f70" providerId="ADAL" clId="{D1CE1D21-30D2-4FDF-B50B-BAEEF89A1EE3}" dt="2026-08-12T18:53:43.377" v="3461" actId="207"/>
        <pc:sldMkLst>
          <pc:docMk/>
          <pc:sldMk cId="0" sldId="2147483647"/>
        </pc:sldMkLst>
        <pc:spChg chg="add del mod">
          <ac:chgData name="Fathima S Mohammed" userId="0508d131-15fa-493b-8a96-870cc98e6f70" providerId="ADAL" clId="{D1CE1D21-30D2-4FDF-B50B-BAEEF89A1EE3}" dt="2026-08-11T19:49:48.141" v="3088" actId="478"/>
          <ac:spMkLst>
            <pc:docMk/>
            <pc:sldMk cId="0" sldId="2147483647"/>
            <ac:spMk id="5" creationId="{682C57C4-A543-8F6B-19EC-6A44FE0FF657}"/>
          </ac:spMkLst>
        </pc:spChg>
        <pc:spChg chg="add mod">
          <ac:chgData name="Fathima S Mohammed" userId="0508d131-15fa-493b-8a96-870cc98e6f70" providerId="ADAL" clId="{D1CE1D21-30D2-4FDF-B50B-BAEEF89A1EE3}" dt="2026-08-11T19:58:21.949" v="3192" actId="14100"/>
          <ac:spMkLst>
            <pc:docMk/>
            <pc:sldMk cId="0" sldId="2147483647"/>
            <ac:spMk id="6" creationId="{791451DC-63BF-5CFD-DFD6-8EC23DAE384C}"/>
          </ac:spMkLst>
        </pc:spChg>
        <pc:spChg chg="mod">
          <ac:chgData name="Fathima S Mohammed" userId="0508d131-15fa-493b-8a96-870cc98e6f70" providerId="ADAL" clId="{D1CE1D21-30D2-4FDF-B50B-BAEEF89A1EE3}" dt="2026-08-11T19:47:08.824" v="3071" actId="1076"/>
          <ac:spMkLst>
            <pc:docMk/>
            <pc:sldMk cId="0" sldId="2147483647"/>
            <ac:spMk id="7" creationId="{D848FB2D-6D46-A1E3-C894-B44B51EC87CE}"/>
          </ac:spMkLst>
        </pc:spChg>
        <pc:spChg chg="add mod">
          <ac:chgData name="Fathima S Mohammed" userId="0508d131-15fa-493b-8a96-870cc98e6f70" providerId="ADAL" clId="{D1CE1D21-30D2-4FDF-B50B-BAEEF89A1EE3}" dt="2026-08-10T23:04:38.974" v="2722" actId="13822"/>
          <ac:spMkLst>
            <pc:docMk/>
            <pc:sldMk cId="0" sldId="2147483647"/>
            <ac:spMk id="8" creationId="{FBE0F61E-D561-605D-2AFA-CCEBEC16382E}"/>
          </ac:spMkLst>
        </pc:spChg>
        <pc:spChg chg="add mod">
          <ac:chgData name="Fathima S Mohammed" userId="0508d131-15fa-493b-8a96-870cc98e6f70" providerId="ADAL" clId="{D1CE1D21-30D2-4FDF-B50B-BAEEF89A1EE3}" dt="2026-08-10T18:35:32.236" v="1152" actId="1076"/>
          <ac:spMkLst>
            <pc:docMk/>
            <pc:sldMk cId="0" sldId="2147483647"/>
            <ac:spMk id="10" creationId="{3B02554E-C2A2-8757-B2DE-B5D7FC1BF49D}"/>
          </ac:spMkLst>
        </pc:spChg>
        <pc:spChg chg="add del mod">
          <ac:chgData name="Fathima S Mohammed" userId="0508d131-15fa-493b-8a96-870cc98e6f70" providerId="ADAL" clId="{D1CE1D21-30D2-4FDF-B50B-BAEEF89A1EE3}" dt="2026-08-11T19:49:48.141" v="3088" actId="478"/>
          <ac:spMkLst>
            <pc:docMk/>
            <pc:sldMk cId="0" sldId="2147483647"/>
            <ac:spMk id="12" creationId="{3D3435EE-1ADF-2AEB-4000-3C5F8AF26262}"/>
          </ac:spMkLst>
        </pc:spChg>
        <pc:spChg chg="add mod">
          <ac:chgData name="Fathima S Mohammed" userId="0508d131-15fa-493b-8a96-870cc98e6f70" providerId="ADAL" clId="{D1CE1D21-30D2-4FDF-B50B-BAEEF89A1EE3}" dt="2026-08-11T19:57:45.664" v="3191" actId="14100"/>
          <ac:spMkLst>
            <pc:docMk/>
            <pc:sldMk cId="0" sldId="2147483647"/>
            <ac:spMk id="43" creationId="{79D2DA6F-E034-85F1-CA10-AA8039B48313}"/>
          </ac:spMkLst>
        </pc:spChg>
        <pc:spChg chg="add mod">
          <ac:chgData name="Fathima S Mohammed" userId="0508d131-15fa-493b-8a96-870cc98e6f70" providerId="ADAL" clId="{D1CE1D21-30D2-4FDF-B50B-BAEEF89A1EE3}" dt="2026-08-11T19:52:04.209" v="3143" actId="1076"/>
          <ac:spMkLst>
            <pc:docMk/>
            <pc:sldMk cId="0" sldId="2147483647"/>
            <ac:spMk id="45" creationId="{29EF9B29-B980-BF9E-1E81-D7D4CB619238}"/>
          </ac:spMkLst>
        </pc:spChg>
        <pc:spChg chg="add del mod">
          <ac:chgData name="Fathima S Mohammed" userId="0508d131-15fa-493b-8a96-870cc98e6f70" providerId="ADAL" clId="{D1CE1D21-30D2-4FDF-B50B-BAEEF89A1EE3}" dt="2026-08-10T18:35:32.236" v="1152" actId="1076"/>
          <ac:spMkLst>
            <pc:docMk/>
            <pc:sldMk cId="0" sldId="2147483647"/>
            <ac:spMk id="47" creationId="{444F0F2D-E0BC-5997-51D3-70EA2DCF2A6B}"/>
          </ac:spMkLst>
        </pc:spChg>
        <pc:spChg chg="add mod">
          <ac:chgData name="Fathima S Mohammed" userId="0508d131-15fa-493b-8a96-870cc98e6f70" providerId="ADAL" clId="{D1CE1D21-30D2-4FDF-B50B-BAEEF89A1EE3}" dt="2026-08-11T19:57:35.321" v="3188" actId="14100"/>
          <ac:spMkLst>
            <pc:docMk/>
            <pc:sldMk cId="0" sldId="2147483647"/>
            <ac:spMk id="49" creationId="{081F416E-498B-F056-56CA-E1BF60841A49}"/>
          </ac:spMkLst>
        </pc:spChg>
        <pc:spChg chg="add mod">
          <ac:chgData name="Fathima S Mohammed" userId="0508d131-15fa-493b-8a96-870cc98e6f70" providerId="ADAL" clId="{D1CE1D21-30D2-4FDF-B50B-BAEEF89A1EE3}" dt="2026-08-10T23:04:47.046" v="2723" actId="13822"/>
          <ac:spMkLst>
            <pc:docMk/>
            <pc:sldMk cId="0" sldId="2147483647"/>
            <ac:spMk id="51" creationId="{3EEAE27F-390F-3930-9767-F31783E3E534}"/>
          </ac:spMkLst>
        </pc:spChg>
        <pc:spChg chg="add mod">
          <ac:chgData name="Fathima S Mohammed" userId="0508d131-15fa-493b-8a96-870cc98e6f70" providerId="ADAL" clId="{D1CE1D21-30D2-4FDF-B50B-BAEEF89A1EE3}" dt="2026-08-11T19:52:04.209" v="3143" actId="1076"/>
          <ac:spMkLst>
            <pc:docMk/>
            <pc:sldMk cId="0" sldId="2147483647"/>
            <ac:spMk id="53" creationId="{D58E4D5A-4460-0257-D3F9-15E931FD7CA4}"/>
          </ac:spMkLst>
        </pc:spChg>
        <pc:spChg chg="add mod">
          <ac:chgData name="Fathima S Mohammed" userId="0508d131-15fa-493b-8a96-870cc98e6f70" providerId="ADAL" clId="{D1CE1D21-30D2-4FDF-B50B-BAEEF89A1EE3}" dt="2026-08-11T19:57:38.671" v="3189" actId="14100"/>
          <ac:spMkLst>
            <pc:docMk/>
            <pc:sldMk cId="0" sldId="2147483647"/>
            <ac:spMk id="55" creationId="{C10ECBB1-07CA-B513-01AC-57C35A589647}"/>
          </ac:spMkLst>
        </pc:spChg>
        <pc:spChg chg="add mod">
          <ac:chgData name="Fathima S Mohammed" userId="0508d131-15fa-493b-8a96-870cc98e6f70" providerId="ADAL" clId="{D1CE1D21-30D2-4FDF-B50B-BAEEF89A1EE3}" dt="2026-08-10T23:04:55.326" v="2724" actId="13822"/>
          <ac:spMkLst>
            <pc:docMk/>
            <pc:sldMk cId="0" sldId="2147483647"/>
            <ac:spMk id="57" creationId="{D18276F2-5BB2-B362-CB20-B3D1D318B77D}"/>
          </ac:spMkLst>
        </pc:spChg>
        <pc:spChg chg="add mod">
          <ac:chgData name="Fathima S Mohammed" userId="0508d131-15fa-493b-8a96-870cc98e6f70" providerId="ADAL" clId="{D1CE1D21-30D2-4FDF-B50B-BAEEF89A1EE3}" dt="2026-08-11T19:52:04.209" v="3143" actId="1076"/>
          <ac:spMkLst>
            <pc:docMk/>
            <pc:sldMk cId="0" sldId="2147483647"/>
            <ac:spMk id="59" creationId="{B1EAA9B3-E8BE-F8D0-B8DA-1508CE33FD55}"/>
          </ac:spMkLst>
        </pc:spChg>
        <pc:spChg chg="add mod">
          <ac:chgData name="Fathima S Mohammed" userId="0508d131-15fa-493b-8a96-870cc98e6f70" providerId="ADAL" clId="{D1CE1D21-30D2-4FDF-B50B-BAEEF89A1EE3}" dt="2026-08-11T19:57:42.142" v="3190" actId="14100"/>
          <ac:spMkLst>
            <pc:docMk/>
            <pc:sldMk cId="0" sldId="2147483647"/>
            <ac:spMk id="62" creationId="{32EC81DF-E31F-B811-86DB-3ADC3F6DBD41}"/>
          </ac:spMkLst>
        </pc:spChg>
        <pc:spChg chg="add mod">
          <ac:chgData name="Fathima S Mohammed" userId="0508d131-15fa-493b-8a96-870cc98e6f70" providerId="ADAL" clId="{D1CE1D21-30D2-4FDF-B50B-BAEEF89A1EE3}" dt="2026-08-10T23:04:55.326" v="2724" actId="13822"/>
          <ac:spMkLst>
            <pc:docMk/>
            <pc:sldMk cId="0" sldId="2147483647"/>
            <ac:spMk id="64" creationId="{6E13B760-4EDE-1D31-3546-81CA637E3D40}"/>
          </ac:spMkLst>
        </pc:spChg>
        <pc:spChg chg="add mod">
          <ac:chgData name="Fathima S Mohammed" userId="0508d131-15fa-493b-8a96-870cc98e6f70" providerId="ADAL" clId="{D1CE1D21-30D2-4FDF-B50B-BAEEF89A1EE3}" dt="2026-08-11T19:52:04.209" v="3143" actId="1076"/>
          <ac:spMkLst>
            <pc:docMk/>
            <pc:sldMk cId="0" sldId="2147483647"/>
            <ac:spMk id="66" creationId="{1983FC94-D421-FB24-5635-6274DB2CDAFD}"/>
          </ac:spMkLst>
        </pc:spChg>
        <pc:spChg chg="add mod">
          <ac:chgData name="Fathima S Mohammed" userId="0508d131-15fa-493b-8a96-870cc98e6f70" providerId="ADAL" clId="{D1CE1D21-30D2-4FDF-B50B-BAEEF89A1EE3}" dt="2026-08-10T18:49:03.048" v="1177" actId="1076"/>
          <ac:spMkLst>
            <pc:docMk/>
            <pc:sldMk cId="0" sldId="2147483647"/>
            <ac:spMk id="70" creationId="{696BC91A-4802-C36F-4809-67625D776D75}"/>
          </ac:spMkLst>
        </pc:spChg>
        <pc:spChg chg="add mod">
          <ac:chgData name="Fathima S Mohammed" userId="0508d131-15fa-493b-8a96-870cc98e6f70" providerId="ADAL" clId="{D1CE1D21-30D2-4FDF-B50B-BAEEF89A1EE3}" dt="2026-08-11T19:58:55.892" v="3196" actId="207"/>
          <ac:spMkLst>
            <pc:docMk/>
            <pc:sldMk cId="0" sldId="2147483647"/>
            <ac:spMk id="71" creationId="{3C69B559-E797-7E6F-97BE-59932E5F1C60}"/>
          </ac:spMkLst>
        </pc:spChg>
        <pc:spChg chg="add mod">
          <ac:chgData name="Fathima S Mohammed" userId="0508d131-15fa-493b-8a96-870cc98e6f70" providerId="ADAL" clId="{D1CE1D21-30D2-4FDF-B50B-BAEEF89A1EE3}" dt="2026-08-11T19:52:04.209" v="3143" actId="1076"/>
          <ac:spMkLst>
            <pc:docMk/>
            <pc:sldMk cId="0" sldId="2147483647"/>
            <ac:spMk id="72" creationId="{F06D290E-218F-3CE2-C943-EA075A28F1F7}"/>
          </ac:spMkLst>
        </pc:spChg>
        <pc:spChg chg="add mod">
          <ac:chgData name="Fathima S Mohammed" userId="0508d131-15fa-493b-8a96-870cc98e6f70" providerId="ADAL" clId="{D1CE1D21-30D2-4FDF-B50B-BAEEF89A1EE3}" dt="2026-08-12T18:53:43.377" v="3461" actId="207"/>
          <ac:spMkLst>
            <pc:docMk/>
            <pc:sldMk cId="0" sldId="2147483647"/>
            <ac:spMk id="73" creationId="{8EA47E13-7308-F023-E0C1-667477EABF91}"/>
          </ac:spMkLst>
        </pc:spChg>
        <pc:graphicFrameChg chg="add mod modGraphic">
          <ac:chgData name="Fathima S Mohammed" userId="0508d131-15fa-493b-8a96-870cc98e6f70" providerId="ADAL" clId="{D1CE1D21-30D2-4FDF-B50B-BAEEF89A1EE3}" dt="2026-08-10T23:15:33.932" v="2784" actId="12385"/>
          <ac:graphicFrameMkLst>
            <pc:docMk/>
            <pc:sldMk cId="0" sldId="2147483647"/>
            <ac:graphicFrameMk id="3" creationId="{907AA977-CC59-A64C-BA65-569A17F148DC}"/>
          </ac:graphicFrameMkLst>
        </pc:graphicFrameChg>
        <pc:graphicFrameChg chg="add mod modGraphic">
          <ac:chgData name="Fathima S Mohammed" userId="0508d131-15fa-493b-8a96-870cc98e6f70" providerId="ADAL" clId="{D1CE1D21-30D2-4FDF-B50B-BAEEF89A1EE3}" dt="2026-08-12T01:45:33.014" v="3448" actId="1076"/>
          <ac:graphicFrameMkLst>
            <pc:docMk/>
            <pc:sldMk cId="0" sldId="2147483647"/>
            <ac:graphicFrameMk id="15" creationId="{78992201-C6BA-B11A-D429-B26077F94289}"/>
          </ac:graphicFrameMkLst>
        </pc:graphicFrameChg>
        <pc:graphicFrameChg chg="add mod modGraphic">
          <ac:chgData name="Fathima S Mohammed" userId="0508d131-15fa-493b-8a96-870cc98e6f70" providerId="ADAL" clId="{D1CE1D21-30D2-4FDF-B50B-BAEEF89A1EE3}" dt="2026-08-11T19:58:26.161" v="3193" actId="14100"/>
          <ac:graphicFrameMkLst>
            <pc:docMk/>
            <pc:sldMk cId="0" sldId="2147483647"/>
            <ac:graphicFrameMk id="68" creationId="{02B48A52-3B66-D950-320B-F9B23EE62243}"/>
          </ac:graphicFrameMkLst>
        </pc:graphicFrameChg>
      </pc:sldChg>
    </pc:docChg>
  </pc:docChgLst>
  <pc:docChgLst>
    <pc:chgData name="Fathima S Mohammed" userId="S::fathima.mohammed@tredence.com::0508d131-15fa-493b-8a96-870cc98e6f70" providerId="AD" clId="Web-{73371AEF-666A-6706-381E-AF0AC9429805}"/>
    <pc:docChg chg="modSld">
      <pc:chgData name="Fathima S Mohammed" userId="S::fathima.mohammed@tredence.com::0508d131-15fa-493b-8a96-870cc98e6f70" providerId="AD" clId="Web-{73371AEF-666A-6706-381E-AF0AC9429805}" dt="2026-08-11T19:01:56.012" v="0"/>
      <pc:docMkLst>
        <pc:docMk/>
      </pc:docMkLst>
      <pc:sldChg chg="modTransition">
        <pc:chgData name="Fathima S Mohammed" userId="S::fathima.mohammed@tredence.com::0508d131-15fa-493b-8a96-870cc98e6f70" providerId="AD" clId="Web-{73371AEF-666A-6706-381E-AF0AC9429805}" dt="2026-08-11T19:01:56.012" v="0"/>
        <pc:sldMkLst>
          <pc:docMk/>
          <pc:sldMk cId="3624687223" sldId="261"/>
        </pc:sldMkLst>
      </pc:sldChg>
    </pc:docChg>
  </pc:docChgLst>
  <pc:docChgLst>
    <pc:chgData name="Maya Kusumakar" userId="S::maya.kusumakar@tredence.com::f8e47150-c6fa-4f18-a963-1648f02f2c3b" providerId="AD" clId="Web-{24D28F85-E37C-9728-AC2D-B04715C6B9A1}"/>
    <pc:docChg chg="modSld">
      <pc:chgData name="Maya Kusumakar" userId="S::maya.kusumakar@tredence.com::f8e47150-c6fa-4f18-a963-1648f02f2c3b" providerId="AD" clId="Web-{24D28F85-E37C-9728-AC2D-B04715C6B9A1}" dt="2026-08-12T18:45:22.895" v="49"/>
      <pc:docMkLst>
        <pc:docMk/>
      </pc:docMkLst>
      <pc:sldChg chg="modNotes">
        <pc:chgData name="Maya Kusumakar" userId="S::maya.kusumakar@tredence.com::f8e47150-c6fa-4f18-a963-1648f02f2c3b" providerId="AD" clId="Web-{24D28F85-E37C-9728-AC2D-B04715C6B9A1}" dt="2026-08-12T18:44:52.739" v="43"/>
        <pc:sldMkLst>
          <pc:docMk/>
          <pc:sldMk cId="944402863" sldId="256"/>
        </pc:sldMkLst>
      </pc:sldChg>
      <pc:sldChg chg="modNotes">
        <pc:chgData name="Maya Kusumakar" userId="S::maya.kusumakar@tredence.com::f8e47150-c6fa-4f18-a963-1648f02f2c3b" providerId="AD" clId="Web-{24D28F85-E37C-9728-AC2D-B04715C6B9A1}" dt="2026-08-12T18:44:30.817" v="39"/>
        <pc:sldMkLst>
          <pc:docMk/>
          <pc:sldMk cId="0" sldId="271"/>
        </pc:sldMkLst>
      </pc:sldChg>
      <pc:sldChg chg="modNotes">
        <pc:chgData name="Maya Kusumakar" userId="S::maya.kusumakar@tredence.com::f8e47150-c6fa-4f18-a963-1648f02f2c3b" providerId="AD" clId="Web-{24D28F85-E37C-9728-AC2D-B04715C6B9A1}" dt="2026-08-12T18:45:22.895" v="49"/>
        <pc:sldMkLst>
          <pc:docMk/>
          <pc:sldMk cId="0" sldId="2147483647"/>
        </pc:sldMkLst>
      </pc:sldChg>
    </pc:docChg>
  </pc:docChgLst>
  <pc:docChgLst>
    <pc:chgData name="Nitya Srikant" userId="S::nitya.srikant@tredence.com::56bc82d3-6a22-47a5-b0b2-51d78e794c34" providerId="AD" clId="Web-{96C6A0F4-DE0D-087E-B594-317A8ED4062B}"/>
    <pc:docChg chg="modSld">
      <pc:chgData name="Nitya Srikant" userId="S::nitya.srikant@tredence.com::56bc82d3-6a22-47a5-b0b2-51d78e794c34" providerId="AD" clId="Web-{96C6A0F4-DE0D-087E-B594-317A8ED4062B}" dt="2026-08-11T20:37:34.510" v="6" actId="1076"/>
      <pc:docMkLst>
        <pc:docMk/>
      </pc:docMkLst>
      <pc:sldChg chg="modSp">
        <pc:chgData name="Nitya Srikant" userId="S::nitya.srikant@tredence.com::56bc82d3-6a22-47a5-b0b2-51d78e794c34" providerId="AD" clId="Web-{96C6A0F4-DE0D-087E-B594-317A8ED4062B}" dt="2026-08-11T20:36:40.665" v="5" actId="1076"/>
        <pc:sldMkLst>
          <pc:docMk/>
          <pc:sldMk cId="3624687223" sldId="261"/>
        </pc:sldMkLst>
        <pc:spChg chg="mod">
          <ac:chgData name="Nitya Srikant" userId="S::nitya.srikant@tredence.com::56bc82d3-6a22-47a5-b0b2-51d78e794c34" providerId="AD" clId="Web-{96C6A0F4-DE0D-087E-B594-317A8ED4062B}" dt="2026-08-11T20:36:35.993" v="4" actId="1076"/>
          <ac:spMkLst>
            <pc:docMk/>
            <pc:sldMk cId="3624687223" sldId="261"/>
            <ac:spMk id="30" creationId="{D4FF8286-0265-B37C-969A-DE85B395763A}"/>
          </ac:spMkLst>
        </pc:spChg>
        <pc:picChg chg="mod">
          <ac:chgData name="Nitya Srikant" userId="S::nitya.srikant@tredence.com::56bc82d3-6a22-47a5-b0b2-51d78e794c34" providerId="AD" clId="Web-{96C6A0F4-DE0D-087E-B594-317A8ED4062B}" dt="2026-08-11T20:36:22.680" v="3" actId="1076"/>
          <ac:picMkLst>
            <pc:docMk/>
            <pc:sldMk cId="3624687223" sldId="261"/>
            <ac:picMk id="4" creationId="{B97EB659-CAF4-3B23-2300-384A1F4F7D12}"/>
          </ac:picMkLst>
        </pc:picChg>
        <pc:picChg chg="mod">
          <ac:chgData name="Nitya Srikant" userId="S::nitya.srikant@tredence.com::56bc82d3-6a22-47a5-b0b2-51d78e794c34" providerId="AD" clId="Web-{96C6A0F4-DE0D-087E-B594-317A8ED4062B}" dt="2026-08-11T20:36:40.665" v="5" actId="1076"/>
          <ac:picMkLst>
            <pc:docMk/>
            <pc:sldMk cId="3624687223" sldId="261"/>
            <ac:picMk id="40" creationId="{8CB12AE4-1472-01CB-502E-A5EFFF53E912}"/>
          </ac:picMkLst>
        </pc:picChg>
      </pc:sldChg>
      <pc:sldChg chg="modSp">
        <pc:chgData name="Nitya Srikant" userId="S::nitya.srikant@tredence.com::56bc82d3-6a22-47a5-b0b2-51d78e794c34" providerId="AD" clId="Web-{96C6A0F4-DE0D-087E-B594-317A8ED4062B}" dt="2026-08-11T20:37:34.510" v="6" actId="1076"/>
        <pc:sldMkLst>
          <pc:docMk/>
          <pc:sldMk cId="0" sldId="2147483646"/>
        </pc:sldMkLst>
        <pc:spChg chg="mod">
          <ac:chgData name="Nitya Srikant" userId="S::nitya.srikant@tredence.com::56bc82d3-6a22-47a5-b0b2-51d78e794c34" providerId="AD" clId="Web-{96C6A0F4-DE0D-087E-B594-317A8ED4062B}" dt="2026-08-11T20:37:34.510" v="6" actId="1076"/>
          <ac:spMkLst>
            <pc:docMk/>
            <pc:sldMk cId="0" sldId="2147483646"/>
            <ac:spMk id="43"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tasolutions-my.sharepoint.com/personal/fathima_mohammed_tredence_com/Documents/Book2.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Importance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Sheet1!$A$2:$A$10</c:f>
              <c:strCache>
                <c:ptCount val="9"/>
                <c:pt idx="0">
                  <c:v>Opportunity Amount USD</c:v>
                </c:pt>
                <c:pt idx="1">
                  <c:v>Elapsed Days In Sales Stage</c:v>
                </c:pt>
                <c:pt idx="2">
                  <c:v>Stage Bounce Rate</c:v>
                </c:pt>
                <c:pt idx="3">
                  <c:v>Sales Stage Change Count</c:v>
                </c:pt>
                <c:pt idx="4">
                  <c:v>Route To Market</c:v>
                </c:pt>
                <c:pt idx="5">
                  <c:v>Supplies Subgroup</c:v>
                </c:pt>
                <c:pt idx="6">
                  <c:v>Competitor Type</c:v>
                </c:pt>
                <c:pt idx="7">
                  <c:v>Revenue From Client Past Two Years</c:v>
                </c:pt>
                <c:pt idx="8">
                  <c:v>Client Size By Revenue</c:v>
                </c:pt>
              </c:strCache>
            </c:strRef>
          </c:cat>
          <c:val>
            <c:numRef>
              <c:f>Sheet1!$B$2:$B$10</c:f>
              <c:numCache>
                <c:formatCode>General</c:formatCode>
                <c:ptCount val="9"/>
                <c:pt idx="0">
                  <c:v>1010</c:v>
                </c:pt>
                <c:pt idx="1">
                  <c:v>855</c:v>
                </c:pt>
                <c:pt idx="2">
                  <c:v>298</c:v>
                </c:pt>
                <c:pt idx="3">
                  <c:v>200</c:v>
                </c:pt>
                <c:pt idx="4">
                  <c:v>283</c:v>
                </c:pt>
                <c:pt idx="5">
                  <c:v>146</c:v>
                </c:pt>
                <c:pt idx="6">
                  <c:v>136</c:v>
                </c:pt>
                <c:pt idx="7">
                  <c:v>102</c:v>
                </c:pt>
                <c:pt idx="8">
                  <c:v>70</c:v>
                </c:pt>
              </c:numCache>
            </c:numRef>
          </c:val>
          <c:extLst>
            <c:ext xmlns:c16="http://schemas.microsoft.com/office/drawing/2014/chart" uri="{C3380CC4-5D6E-409C-BE32-E72D297353CC}">
              <c16:uniqueId val="{00000000-07F4-43BD-9C8C-0FFAEC2930A9}"/>
            </c:ext>
          </c:extLst>
        </c:ser>
        <c:dLbls>
          <c:showLegendKey val="0"/>
          <c:showVal val="0"/>
          <c:showCatName val="0"/>
          <c:showSerName val="0"/>
          <c:showPercent val="0"/>
          <c:showBubbleSize val="0"/>
        </c:dLbls>
        <c:gapWidth val="115"/>
        <c:overlap val="-20"/>
        <c:axId val="1512830496"/>
        <c:axId val="1511836336"/>
      </c:barChart>
      <c:catAx>
        <c:axId val="1512830496"/>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11836336"/>
        <c:crosses val="autoZero"/>
        <c:auto val="1"/>
        <c:lblAlgn val="ctr"/>
        <c:lblOffset val="100"/>
        <c:noMultiLvlLbl val="0"/>
      </c:catAx>
      <c:valAx>
        <c:axId val="1511836336"/>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12830496"/>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100" b="1" i="0" u="none" strike="noStrike" kern="1200" cap="all" spc="50" baseline="0">
                <a:solidFill>
                  <a:schemeClr val="tx1">
                    <a:lumMod val="65000"/>
                    <a:lumOff val="35000"/>
                  </a:schemeClr>
                </a:solidFill>
                <a:latin typeface="+mn-lt"/>
                <a:ea typeface="+mn-ea"/>
                <a:cs typeface="+mn-cs"/>
              </a:defRPr>
            </a:pPr>
            <a:r>
              <a:rPr lang="en-US" sz="1100"/>
              <a:t>Correctly Predicted Value</a:t>
            </a:r>
          </a:p>
        </c:rich>
      </c:tx>
      <c:layout>
        <c:manualLayout>
          <c:xMode val="edge"/>
          <c:yMode val="edge"/>
          <c:x val="0.12920694759629489"/>
          <c:y val="4.956650033983722E-3"/>
        </c:manualLayout>
      </c:layout>
      <c:overlay val="0"/>
      <c:spPr>
        <a:noFill/>
        <a:ln>
          <a:noFill/>
        </a:ln>
        <a:effectLst/>
      </c:spPr>
      <c:txPr>
        <a:bodyPr rot="0" spcFirstLastPara="1" vertOverflow="ellipsis" vert="horz" wrap="square" anchor="ctr" anchorCtr="1"/>
        <a:lstStyle/>
        <a:p>
          <a:pPr>
            <a:defRPr sz="11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7335254229286865"/>
          <c:y val="0.31859263323498743"/>
          <c:w val="0.48272500278187097"/>
          <c:h val="0.46306286927730111"/>
        </c:manualLayout>
      </c:layout>
      <c:doughnutChart>
        <c:varyColors val="1"/>
        <c:ser>
          <c:idx val="0"/>
          <c:order val="0"/>
          <c:tx>
            <c:strRef>
              <c:f>Sheet1!$B$1</c:f>
              <c:strCache>
                <c:ptCount val="1"/>
                <c:pt idx="0">
                  <c:v>Corrected Predicted Value</c:v>
                </c:pt>
              </c:strCache>
            </c:strRef>
          </c:tx>
          <c:dPt>
            <c:idx val="0"/>
            <c:bubble3D val="0"/>
            <c:spPr>
              <a:solidFill>
                <a:schemeClr val="accent1">
                  <a:shade val="7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A448-4A86-8AF3-2F9250146B00}"/>
              </c:ext>
            </c:extLst>
          </c:dPt>
          <c:dPt>
            <c:idx val="1"/>
            <c:bubble3D val="0"/>
            <c:spPr>
              <a:solidFill>
                <a:schemeClr val="accent1">
                  <a:tint val="77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A448-4A86-8AF3-2F9250146B00}"/>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Correctly Predicted Loss</c:v>
                </c:pt>
                <c:pt idx="1">
                  <c:v>Remainder</c:v>
                </c:pt>
              </c:strCache>
            </c:strRef>
          </c:cat>
          <c:val>
            <c:numRef>
              <c:f>Sheet1!$B$2:$B$3</c:f>
              <c:numCache>
                <c:formatCode>0.00%</c:formatCode>
                <c:ptCount val="2"/>
                <c:pt idx="0">
                  <c:v>0.73899999999999999</c:v>
                </c:pt>
                <c:pt idx="1">
                  <c:v>0.26100000000000001</c:v>
                </c:pt>
              </c:numCache>
            </c:numRef>
          </c:val>
          <c:extLst>
            <c:ext xmlns:c16="http://schemas.microsoft.com/office/drawing/2014/chart" uri="{C3380CC4-5D6E-409C-BE32-E72D297353CC}">
              <c16:uniqueId val="{00000004-A448-4A86-8AF3-2F9250146B00}"/>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t"/>
      <c:layout>
        <c:manualLayout>
          <c:xMode val="edge"/>
          <c:yMode val="edge"/>
          <c:x val="0.11515759350341458"/>
          <c:y val="0.84828812950554966"/>
          <c:w val="0.78186991909001213"/>
          <c:h val="8.96525955088947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100" b="1" i="0" u="none" strike="noStrike" kern="1200" cap="all" spc="50" baseline="0">
                <a:solidFill>
                  <a:schemeClr val="tx1">
                    <a:lumMod val="65000"/>
                    <a:lumOff val="35000"/>
                  </a:schemeClr>
                </a:solidFill>
                <a:latin typeface="+mn-lt"/>
                <a:ea typeface="+mn-ea"/>
                <a:cs typeface="+mn-cs"/>
              </a:defRPr>
            </a:pPr>
            <a:r>
              <a:rPr lang="en-US"/>
              <a:t>False Alarm</a:t>
            </a:r>
          </a:p>
        </c:rich>
      </c:tx>
      <c:layout>
        <c:manualLayout>
          <c:xMode val="edge"/>
          <c:yMode val="edge"/>
          <c:x val="0.27145328311353739"/>
          <c:y val="4.8438997318540743E-3"/>
        </c:manualLayout>
      </c:layout>
      <c:overlay val="0"/>
      <c:spPr>
        <a:noFill/>
        <a:ln>
          <a:noFill/>
        </a:ln>
        <a:effectLst/>
      </c:spPr>
      <c:txPr>
        <a:bodyPr rot="0" spcFirstLastPara="1" vertOverflow="ellipsis" vert="horz" wrap="square" anchor="ctr" anchorCtr="1"/>
        <a:lstStyle/>
        <a:p>
          <a:pPr>
            <a:defRPr sz="11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5371042577799663"/>
          <c:y val="0.30273174952715987"/>
          <c:w val="0.48844764856033962"/>
          <c:h val="0.47887085317016748"/>
        </c:manualLayout>
      </c:layout>
      <c:doughnutChart>
        <c:varyColors val="1"/>
        <c:ser>
          <c:idx val="0"/>
          <c:order val="0"/>
          <c:tx>
            <c:strRef>
              <c:f>Sheet1!$F$1</c:f>
              <c:strCache>
                <c:ptCount val="1"/>
                <c:pt idx="0">
                  <c:v>False Alarm</c:v>
                </c:pt>
              </c:strCache>
            </c:strRef>
          </c:tx>
          <c:dPt>
            <c:idx val="0"/>
            <c:bubble3D val="0"/>
            <c:spPr>
              <a:solidFill>
                <a:schemeClr val="accent4">
                  <a:shade val="7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46F8-4719-A416-CF64E6D3AB19}"/>
              </c:ext>
            </c:extLst>
          </c:dPt>
          <c:dPt>
            <c:idx val="1"/>
            <c:bubble3D val="0"/>
            <c:spPr>
              <a:solidFill>
                <a:schemeClr val="accent4">
                  <a:tint val="77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46F8-4719-A416-CF64E6D3AB19}"/>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Sheet1!$E$2:$E$3</c:f>
              <c:strCache>
                <c:ptCount val="2"/>
                <c:pt idx="0">
                  <c:v>Wrongly predicted Loss</c:v>
                </c:pt>
                <c:pt idx="1">
                  <c:v>Remainder</c:v>
                </c:pt>
              </c:strCache>
            </c:strRef>
          </c:cat>
          <c:val>
            <c:numRef>
              <c:f>Sheet1!$F$2:$F$3</c:f>
              <c:numCache>
                <c:formatCode>0.00%</c:formatCode>
                <c:ptCount val="2"/>
                <c:pt idx="0">
                  <c:v>3.5999999999999997E-2</c:v>
                </c:pt>
                <c:pt idx="1">
                  <c:v>0.96399999999999997</c:v>
                </c:pt>
              </c:numCache>
            </c:numRef>
          </c:val>
          <c:extLst>
            <c:ext xmlns:c16="http://schemas.microsoft.com/office/drawing/2014/chart" uri="{C3380CC4-5D6E-409C-BE32-E72D297353CC}">
              <c16:uniqueId val="{00000004-46F8-4719-A416-CF64E6D3AB19}"/>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t"/>
      <c:legendEntry>
        <c:idx val="1"/>
        <c:delete val="1"/>
      </c:legendEntry>
      <c:layout>
        <c:manualLayout>
          <c:xMode val="edge"/>
          <c:yMode val="edge"/>
          <c:x val="0.13699942006291144"/>
          <c:y val="0.84574889069711268"/>
          <c:w val="0.71963560215183342"/>
          <c:h val="9.7713612322479756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layout>
        <c:manualLayout>
          <c:xMode val="edge"/>
          <c:yMode val="edge"/>
          <c:x val="0.11489136784710823"/>
          <c:y val="1.2479596685881941E-4"/>
        </c:manualLayout>
      </c:layout>
      <c:overlay val="0"/>
      <c:spPr>
        <a:noFill/>
        <a:ln>
          <a:noFill/>
        </a:ln>
        <a:effectLst/>
      </c:spPr>
      <c:txPr>
        <a:bodyPr rot="0" spcFirstLastPara="1" vertOverflow="ellipsis" vert="horz" wrap="square" anchor="ctr" anchorCtr="1"/>
        <a:lstStyle/>
        <a:p>
          <a:pPr>
            <a:defRPr sz="11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5028598500654581"/>
          <c:y val="0.30558482613277133"/>
          <c:w val="0.48334374428346111"/>
          <c:h val="0.47386681543007086"/>
        </c:manualLayout>
      </c:layout>
      <c:doughnutChart>
        <c:varyColors val="1"/>
        <c:ser>
          <c:idx val="0"/>
          <c:order val="0"/>
          <c:tx>
            <c:strRef>
              <c:f>Sheet1!$I$1</c:f>
              <c:strCache>
                <c:ptCount val="1"/>
                <c:pt idx="0">
                  <c:v>Missed Opportunity</c:v>
                </c:pt>
              </c:strCache>
            </c:strRef>
          </c:tx>
          <c:dPt>
            <c:idx val="0"/>
            <c:bubble3D val="0"/>
            <c:spPr>
              <a:solidFill>
                <a:schemeClr val="accent3">
                  <a:shade val="7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D44A-43D1-814E-9E8320A8DAE4}"/>
              </c:ext>
            </c:extLst>
          </c:dPt>
          <c:dPt>
            <c:idx val="1"/>
            <c:bubble3D val="0"/>
            <c:spPr>
              <a:solidFill>
                <a:schemeClr val="accent3">
                  <a:tint val="77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D44A-43D1-814E-9E8320A8DAE4}"/>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Sheet1!$H$2:$H$3</c:f>
              <c:strCache>
                <c:ptCount val="2"/>
                <c:pt idx="0">
                  <c:v>Wrongly predicted win</c:v>
                </c:pt>
                <c:pt idx="1">
                  <c:v>Remainder</c:v>
                </c:pt>
              </c:strCache>
            </c:strRef>
          </c:cat>
          <c:val>
            <c:numRef>
              <c:f>Sheet1!$I$2:$I$3</c:f>
              <c:numCache>
                <c:formatCode>0.00%</c:formatCode>
                <c:ptCount val="2"/>
                <c:pt idx="0">
                  <c:v>0.10100000000000001</c:v>
                </c:pt>
                <c:pt idx="1">
                  <c:v>0.89900000000000002</c:v>
                </c:pt>
              </c:numCache>
            </c:numRef>
          </c:val>
          <c:extLst>
            <c:ext xmlns:c16="http://schemas.microsoft.com/office/drawing/2014/chart" uri="{C3380CC4-5D6E-409C-BE32-E72D297353CC}">
              <c16:uniqueId val="{00000004-D44A-43D1-814E-9E8320A8DAE4}"/>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t"/>
      <c:legendEntry>
        <c:idx val="1"/>
        <c:delete val="1"/>
      </c:legendEntry>
      <c:layout>
        <c:manualLayout>
          <c:xMode val="edge"/>
          <c:yMode val="edge"/>
          <c:x val="0.16670441245578688"/>
          <c:y val="0.84518821802260324"/>
          <c:w val="0.67232045347867653"/>
          <c:h val="9.771365114555831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layout>
        <c:manualLayout>
          <c:xMode val="edge"/>
          <c:yMode val="edge"/>
          <c:x val="0.11928082673902909"/>
          <c:y val="4.8439017335068909E-3"/>
        </c:manualLayout>
      </c:layout>
      <c:overlay val="0"/>
      <c:spPr>
        <a:noFill/>
        <a:ln>
          <a:noFill/>
        </a:ln>
        <a:effectLst/>
      </c:spPr>
      <c:txPr>
        <a:bodyPr rot="0" spcFirstLastPara="1" vertOverflow="ellipsis" vert="horz" wrap="square" anchor="ctr" anchorCtr="1"/>
        <a:lstStyle/>
        <a:p>
          <a:pPr>
            <a:defRPr sz="11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7097047758020859"/>
          <c:y val="0.31212256451579573"/>
          <c:w val="0.47411719779372169"/>
          <c:h val="0.46482117399119827"/>
        </c:manualLayout>
      </c:layout>
      <c:doughnutChart>
        <c:varyColors val="1"/>
        <c:ser>
          <c:idx val="0"/>
          <c:order val="0"/>
          <c:tx>
            <c:strRef>
              <c:f>Sheet1!$L$1</c:f>
              <c:strCache>
                <c:ptCount val="1"/>
                <c:pt idx="0">
                  <c:v>Correctly Predicted Value</c:v>
                </c:pt>
              </c:strCache>
            </c:strRef>
          </c:tx>
          <c:dPt>
            <c:idx val="0"/>
            <c:bubble3D val="0"/>
            <c:spPr>
              <a:solidFill>
                <a:schemeClr val="accent2">
                  <a:shade val="7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FF53-4385-93A4-3633C36E1760}"/>
              </c:ext>
            </c:extLst>
          </c:dPt>
          <c:dPt>
            <c:idx val="1"/>
            <c:bubble3D val="0"/>
            <c:spPr>
              <a:solidFill>
                <a:schemeClr val="accent2">
                  <a:tint val="77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FF53-4385-93A4-3633C36E1760}"/>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Sheet1!$K$2:$K$3</c:f>
              <c:strCache>
                <c:ptCount val="2"/>
                <c:pt idx="0">
                  <c:v>Correctly predicted Win</c:v>
                </c:pt>
                <c:pt idx="1">
                  <c:v>Remainder</c:v>
                </c:pt>
              </c:strCache>
            </c:strRef>
          </c:cat>
          <c:val>
            <c:numRef>
              <c:f>Sheet1!$L$2:$L$3</c:f>
              <c:numCache>
                <c:formatCode>0.00%</c:formatCode>
                <c:ptCount val="2"/>
                <c:pt idx="0">
                  <c:v>0.125</c:v>
                </c:pt>
                <c:pt idx="1">
                  <c:v>0.875</c:v>
                </c:pt>
              </c:numCache>
            </c:numRef>
          </c:val>
          <c:extLst>
            <c:ext xmlns:c16="http://schemas.microsoft.com/office/drawing/2014/chart" uri="{C3380CC4-5D6E-409C-BE32-E72D297353CC}">
              <c16:uniqueId val="{00000004-FF53-4385-93A4-3633C36E1760}"/>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t"/>
      <c:legendEntry>
        <c:idx val="1"/>
        <c:delete val="1"/>
      </c:legendEntry>
      <c:layout>
        <c:manualLayout>
          <c:xMode val="edge"/>
          <c:yMode val="edge"/>
          <c:x val="0.17830341893775084"/>
          <c:y val="0.84771116792714829"/>
          <c:w val="0.63056542224178092"/>
          <c:h val="9.771365114555831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sz="1800"/>
              <a:t>Why it matters At Scale</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Sheet1!$A$20:$A$21</c:f>
              <c:strCache>
                <c:ptCount val="2"/>
                <c:pt idx="0">
                  <c:v>Naive pipeline total</c:v>
                </c:pt>
                <c:pt idx="1">
                  <c:v>Honest Expected Revenue</c:v>
                </c:pt>
              </c:strCache>
            </c:strRef>
          </c:cat>
          <c:val>
            <c:numRef>
              <c:f>Sheet1!$B$20:$B$21</c:f>
              <c:numCache>
                <c:formatCode>"$"#,##0_);[Red]\("$"#,##0\)</c:formatCode>
                <c:ptCount val="2"/>
                <c:pt idx="0">
                  <c:v>1440000000</c:v>
                </c:pt>
                <c:pt idx="1">
                  <c:v>261000000</c:v>
                </c:pt>
              </c:numCache>
            </c:numRef>
          </c:val>
          <c:extLst>
            <c:ext xmlns:c16="http://schemas.microsoft.com/office/drawing/2014/chart" uri="{C3380CC4-5D6E-409C-BE32-E72D297353CC}">
              <c16:uniqueId val="{00000000-C337-4B7F-BDD3-22B6C7DF1559}"/>
            </c:ext>
          </c:extLst>
        </c:ser>
        <c:dLbls>
          <c:dLblPos val="inEnd"/>
          <c:showLegendKey val="0"/>
          <c:showVal val="1"/>
          <c:showCatName val="0"/>
          <c:showSerName val="0"/>
          <c:showPercent val="0"/>
          <c:showBubbleSize val="0"/>
        </c:dLbls>
        <c:gapWidth val="65"/>
        <c:axId val="1512835136"/>
        <c:axId val="1162994479"/>
      </c:barChart>
      <c:catAx>
        <c:axId val="1512835136"/>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000" b="1" i="0" u="none" strike="noStrike" kern="1200" cap="all" baseline="0">
                <a:solidFill>
                  <a:schemeClr val="dk1">
                    <a:lumMod val="75000"/>
                    <a:lumOff val="25000"/>
                  </a:schemeClr>
                </a:solidFill>
                <a:latin typeface="+mn-lt"/>
                <a:ea typeface="+mn-ea"/>
                <a:cs typeface="+mn-cs"/>
              </a:defRPr>
            </a:pPr>
            <a:endParaRPr lang="en-US"/>
          </a:p>
        </c:txPr>
        <c:crossAx val="1162994479"/>
        <c:crosses val="autoZero"/>
        <c:auto val="1"/>
        <c:lblAlgn val="ctr"/>
        <c:lblOffset val="100"/>
        <c:noMultiLvlLbl val="0"/>
      </c:catAx>
      <c:valAx>
        <c:axId val="1162994479"/>
        <c:scaling>
          <c:orientation val="minMax"/>
        </c:scaling>
        <c:delete val="1"/>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quot;$&quot;#,##0_);[Red]\(&quot;$&quot;#,##0\)" sourceLinked="1"/>
        <c:majorTickMark val="none"/>
        <c:minorTickMark val="none"/>
        <c:tickLblPos val="nextTo"/>
        <c:crossAx val="1512835136"/>
        <c:crosses val="autoZero"/>
        <c:crossBetween val="between"/>
      </c:valAx>
      <c:spPr>
        <a:noFill/>
        <a:ln w="25400">
          <a:noFill/>
        </a:ln>
        <a:effectLst/>
      </c:spPr>
    </c:plotArea>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7">
  <a:schemeClr val="accent4"/>
</cs:colorStyle>
</file>

<file path=ppt/charts/colors4.xml><?xml version="1.0" encoding="utf-8"?>
<cs:colorStyle xmlns:cs="http://schemas.microsoft.com/office/drawing/2012/chartStyle" xmlns:a="http://schemas.openxmlformats.org/drawingml/2006/main" meth="withinLinear" id="16">
  <a:schemeClr val="accent3"/>
</cs:colorStyle>
</file>

<file path=ppt/charts/colors5.xml><?xml version="1.0" encoding="utf-8"?>
<cs:colorStyle xmlns:cs="http://schemas.microsoft.com/office/drawing/2012/chartStyle" xmlns:a="http://schemas.openxmlformats.org/drawingml/2006/main" meth="withinLinear" id="15">
  <a:schemeClr val="accent2"/>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D4C4C9-B479-4342-8A0E-EB247497E675}" type="datetimeFigureOut">
              <a:rPr lang="en-IN" smtClean="0"/>
              <a:t>12-08-2026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73D97B-8D44-4A0C-92F0-682D668B57AC}" type="slidenum">
              <a:rPr lang="en-IN" smtClean="0"/>
              <a:t>‹#›</a:t>
            </a:fld>
            <a:endParaRPr lang="en-IN"/>
          </a:p>
        </p:txBody>
      </p:sp>
    </p:spTree>
    <p:extLst>
      <p:ext uri="{BB962C8B-B14F-4D97-AF65-F5344CB8AC3E}">
        <p14:creationId xmlns:p14="http://schemas.microsoft.com/office/powerpoint/2010/main" val="129143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73D97B-8D44-4A0C-92F0-682D668B57AC}" type="slidenum">
              <a:rPr lang="en-IN" smtClean="0"/>
              <a:t>1</a:t>
            </a:fld>
            <a:endParaRPr lang="en-IN"/>
          </a:p>
        </p:txBody>
      </p:sp>
    </p:spTree>
    <p:extLst>
      <p:ext uri="{BB962C8B-B14F-4D97-AF65-F5344CB8AC3E}">
        <p14:creationId xmlns:p14="http://schemas.microsoft.com/office/powerpoint/2010/main" val="3619098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73D97B-8D44-4A0C-92F0-682D668B57AC}" type="slidenum">
              <a:rPr lang="en-IN" smtClean="0"/>
              <a:t>3</a:t>
            </a:fld>
            <a:endParaRPr lang="en-IN"/>
          </a:p>
        </p:txBody>
      </p:sp>
    </p:spTree>
    <p:extLst>
      <p:ext uri="{BB962C8B-B14F-4D97-AF65-F5344CB8AC3E}">
        <p14:creationId xmlns:p14="http://schemas.microsoft.com/office/powerpoint/2010/main" val="3767300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73D97B-8D44-4A0C-92F0-682D668B57AC}" type="slidenum">
              <a:rPr lang="en-IN" smtClean="0"/>
              <a:t>5</a:t>
            </a:fld>
            <a:endParaRPr lang="en-IN"/>
          </a:p>
        </p:txBody>
      </p:sp>
    </p:spTree>
    <p:extLst>
      <p:ext uri="{BB962C8B-B14F-4D97-AF65-F5344CB8AC3E}">
        <p14:creationId xmlns:p14="http://schemas.microsoft.com/office/powerpoint/2010/main" val="840463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walk through one real deal to show exactly how this works end to end. This is Opportunity 6683358 — a $300,000 deal that had been sitting in its sales stage for 88 days, bounced back and forth twice, and had no prior relationship with us as a client.</a:t>
            </a:r>
          </a:p>
          <a:p>
            <a:r>
              <a:rPr lang="en-US"/>
              <a:t>Looking at the signals: it's flagged as stalled, and because it's both stalled and large, it's flagged High Risk. The model looked at all of this and predicted a win probability of just 0.8%. Multiply that by the $300,000 deal value, and the expected revenue is only $2,263 — which is the system telling us 'don't count on this money.'</a:t>
            </a:r>
          </a:p>
          <a:p>
            <a:r>
              <a:rPr lang="en-US"/>
              <a:t>Because of that, the recommendation engine said: escalate to a sales manager within 48 hours. When looking at the result of this deal, this deal did lose. The model called it correctly, before anyone on the sales team had given up on it."</a:t>
            </a:r>
          </a:p>
          <a:p>
            <a:endParaRPr lang="en-US"/>
          </a:p>
        </p:txBody>
      </p:sp>
      <p:sp>
        <p:nvSpPr>
          <p:cNvPr id="4" name="Slide Number Placeholder 3"/>
          <p:cNvSpPr>
            <a:spLocks noGrp="1"/>
          </p:cNvSpPr>
          <p:nvPr>
            <p:ph type="sldNum" sz="quarter" idx="5"/>
          </p:nvPr>
        </p:nvSpPr>
        <p:spPr/>
        <p:txBody>
          <a:bodyPr/>
          <a:lstStyle/>
          <a:p>
            <a:fld id="{0A73D97B-8D44-4A0C-92F0-682D668B57AC}" type="slidenum">
              <a:rPr lang="en-IN" smtClean="0"/>
              <a:t>6</a:t>
            </a:fld>
            <a:endParaRPr lang="en-IN"/>
          </a:p>
        </p:txBody>
      </p:sp>
    </p:spTree>
    <p:extLst>
      <p:ext uri="{BB962C8B-B14F-4D97-AF65-F5344CB8AC3E}">
        <p14:creationId xmlns:p14="http://schemas.microsoft.com/office/powerpoint/2010/main" val="2276066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E1814-088A-0E8B-840D-C17C539A1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95FBC-0F3C-D49F-2C03-BBA1F5893C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EA3B2E-1205-623F-E2F3-2D4B761B9741}"/>
              </a:ext>
            </a:extLst>
          </p:cNvPr>
          <p:cNvSpPr>
            <a:spLocks noGrp="1"/>
          </p:cNvSpPr>
          <p:nvPr>
            <p:ph type="body" idx="1"/>
          </p:nvPr>
        </p:nvSpPr>
        <p:spPr/>
        <p:txBody>
          <a:bodyPr/>
          <a:lstStyle/>
          <a:p>
            <a:r>
              <a:rPr lang="en-US"/>
              <a:t>Before we even built the recommendation engine, the data told us where to focus. Deal amount and time stuck in a stage matter far more than anything else — everything else, like client size or which competitor's involved, plays a smaller supporting role.</a:t>
            </a:r>
          </a:p>
          <a:p>
            <a:endParaRPr lang="en-US"/>
          </a:p>
          <a:p>
            <a:r>
              <a:rPr lang="en-US"/>
              <a:t>We also tested three different model types. </a:t>
            </a:r>
            <a:r>
              <a:rPr lang="en-US" err="1"/>
              <a:t>LightGBM</a:t>
            </a:r>
            <a:r>
              <a:rPr lang="en-US"/>
              <a:t> came out on top with an AUC of 0.903 and 86.4% accuracy — meaningfully ahead of Random Forest, and well ahead of a basic Logistic Regression baseline at 0.724. That's the model we built everything else on top of.</a:t>
            </a:r>
          </a:p>
          <a:p>
            <a:r>
              <a:rPr lang="en-US"/>
              <a:t>The two outputs that come out of this model are what feed everything downstream: win probability, and expected revenue."</a:t>
            </a:r>
          </a:p>
          <a:p>
            <a:endParaRPr lang="en-US"/>
          </a:p>
        </p:txBody>
      </p:sp>
      <p:sp>
        <p:nvSpPr>
          <p:cNvPr id="4" name="Slide Number Placeholder 3">
            <a:extLst>
              <a:ext uri="{FF2B5EF4-FFF2-40B4-BE49-F238E27FC236}">
                <a16:creationId xmlns:a16="http://schemas.microsoft.com/office/drawing/2014/main" id="{A2FEEB97-6E0F-FA4F-882B-743A23B57300}"/>
              </a:ext>
            </a:extLst>
          </p:cNvPr>
          <p:cNvSpPr>
            <a:spLocks noGrp="1"/>
          </p:cNvSpPr>
          <p:nvPr>
            <p:ph type="sldNum" sz="quarter" idx="5"/>
          </p:nvPr>
        </p:nvSpPr>
        <p:spPr/>
        <p:txBody>
          <a:bodyPr/>
          <a:lstStyle/>
          <a:p>
            <a:fld id="{0A73D97B-8D44-4A0C-92F0-682D668B57AC}" type="slidenum">
              <a:rPr lang="en-IN" smtClean="0"/>
              <a:t>7</a:t>
            </a:fld>
            <a:endParaRPr lang="en-IN"/>
          </a:p>
        </p:txBody>
      </p:sp>
    </p:spTree>
    <p:extLst>
      <p:ext uri="{BB962C8B-B14F-4D97-AF65-F5344CB8AC3E}">
        <p14:creationId xmlns:p14="http://schemas.microsoft.com/office/powerpoint/2010/main" val="4052176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validated this on 15,594 deals the model never saw during training.</a:t>
            </a:r>
          </a:p>
          <a:p>
            <a:endParaRPr lang="en-US"/>
          </a:p>
          <a:p>
            <a:r>
              <a:rPr lang="en-US"/>
              <a:t>Overall accuracy: 86.4%, AUC 0.903. </a:t>
            </a:r>
          </a:p>
          <a:p>
            <a:endParaRPr lang="en-US"/>
          </a:p>
          <a:p>
            <a:r>
              <a:rPr lang="en-US"/>
              <a:t>Breaking this down: the model correctly predicts losses 74% of the time, and correctly predicts wins 88% of the time. Our model raises false alarms  — raising a flag on a deal that was actually going to be lost, about 4% of the time — and a missed opportunity, where it doesn't catch a real win, about 10% of the time.</a:t>
            </a:r>
          </a:p>
          <a:p>
            <a:endParaRPr lang="en-US"/>
          </a:p>
          <a:p>
            <a:r>
              <a:rPr lang="en-US"/>
              <a:t>In practice, that means the model is a bit more conservative than aggressive — it's more likely to miss flagging a winnable deal than to cry wolf on a losing one, which for a sales team means fewer wasted follow-ups, at the cost of occasionally under-prioritizing a deal that was actually still alive."</a:t>
            </a:r>
          </a:p>
          <a:p>
            <a:endParaRPr lang="en-US" b="1"/>
          </a:p>
        </p:txBody>
      </p:sp>
      <p:sp>
        <p:nvSpPr>
          <p:cNvPr id="4" name="Slide Number Placeholder 3"/>
          <p:cNvSpPr>
            <a:spLocks noGrp="1"/>
          </p:cNvSpPr>
          <p:nvPr>
            <p:ph type="sldNum" sz="quarter" idx="5"/>
          </p:nvPr>
        </p:nvSpPr>
        <p:spPr/>
        <p:txBody>
          <a:bodyPr/>
          <a:lstStyle/>
          <a:p>
            <a:fld id="{0A73D97B-8D44-4A0C-92F0-682D668B57AC}" type="slidenum">
              <a:rPr lang="en-IN" smtClean="0"/>
              <a:t>8</a:t>
            </a:fld>
            <a:endParaRPr lang="en-IN"/>
          </a:p>
        </p:txBody>
      </p:sp>
    </p:spTree>
    <p:extLst>
      <p:ext uri="{BB962C8B-B14F-4D97-AF65-F5344CB8AC3E}">
        <p14:creationId xmlns:p14="http://schemas.microsoft.com/office/powerpoint/2010/main" val="27671589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hyperlink" Target="https://www.facebook.com/TredenceInc" TargetMode="External"/><Relationship Id="rId7" Type="http://schemas.openxmlformats.org/officeDocument/2006/relationships/image" Target="../media/image8.svg"/><Relationship Id="rId2" Type="http://schemas.openxmlformats.org/officeDocument/2006/relationships/image" Target="../media/image6.svg"/><Relationship Id="rId1" Type="http://schemas.openxmlformats.org/officeDocument/2006/relationships/slideMaster" Target="../slideMasters/slideMaster1.xml"/><Relationship Id="rId6" Type="http://schemas.openxmlformats.org/officeDocument/2006/relationships/image" Target="../media/image7.svg"/><Relationship Id="rId11" Type="http://schemas.openxmlformats.org/officeDocument/2006/relationships/image" Target="../media/image3.png"/><Relationship Id="rId5" Type="http://schemas.openxmlformats.org/officeDocument/2006/relationships/hyperlink" Target="https://www.linkedin.com/company/tredence/" TargetMode="External"/><Relationship Id="rId10" Type="http://schemas.openxmlformats.org/officeDocument/2006/relationships/image" Target="../media/image2.svg"/><Relationship Id="rId4" Type="http://schemas.openxmlformats.org/officeDocument/2006/relationships/hyperlink" Target="https://twitter.com/tredenceinc" TargetMode="External"/><Relationship Id="rId9" Type="http://schemas.openxmlformats.org/officeDocument/2006/relationships/image" Target="../media/image10.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hyperlink" Target="https://www.facebook.com/TredenceInc" TargetMode="External"/><Relationship Id="rId7" Type="http://schemas.openxmlformats.org/officeDocument/2006/relationships/image" Target="../media/image8.svg"/><Relationship Id="rId2" Type="http://schemas.openxmlformats.org/officeDocument/2006/relationships/image" Target="../media/image11.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hyperlink" Target="https://www.linkedin.com/company/tredence/" TargetMode="External"/><Relationship Id="rId10" Type="http://schemas.openxmlformats.org/officeDocument/2006/relationships/image" Target="../media/image2.svg"/><Relationship Id="rId4" Type="http://schemas.openxmlformats.org/officeDocument/2006/relationships/hyperlink" Target="https://twitter.com/tredenceinc" TargetMode="External"/><Relationship Id="rId9" Type="http://schemas.openxmlformats.org/officeDocument/2006/relationships/image" Target="../media/image10.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2.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2.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sv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2.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46" name="Picture Placeholder 45">
            <a:extLst>
              <a:ext uri="{FF2B5EF4-FFF2-40B4-BE49-F238E27FC236}">
                <a16:creationId xmlns:a16="http://schemas.microsoft.com/office/drawing/2014/main" id="{7DFD65E9-769D-4D73-9FE2-BE3B94F9385C}"/>
              </a:ext>
            </a:extLst>
          </p:cNvPr>
          <p:cNvSpPr>
            <a:spLocks noGrp="1"/>
          </p:cNvSpPr>
          <p:nvPr>
            <p:ph type="pic" sz="quarter" idx="10"/>
          </p:nvPr>
        </p:nvSpPr>
        <p:spPr>
          <a:xfrm>
            <a:off x="2" y="0"/>
            <a:ext cx="12191999" cy="4921988"/>
          </a:xfrm>
          <a:custGeom>
            <a:avLst/>
            <a:gdLst>
              <a:gd name="connsiteX0" fmla="*/ 912831 w 12191999"/>
              <a:gd name="connsiteY0" fmla="*/ 2050987 h 4921988"/>
              <a:gd name="connsiteX1" fmla="*/ 771682 w 12191999"/>
              <a:gd name="connsiteY1" fmla="*/ 2296318 h 4921988"/>
              <a:gd name="connsiteX2" fmla="*/ 2660428 w 12191999"/>
              <a:gd name="connsiteY2" fmla="*/ 2296251 h 4921988"/>
              <a:gd name="connsiteX3" fmla="*/ 2801040 w 12191999"/>
              <a:gd name="connsiteY3" fmla="*/ 2051323 h 4921988"/>
              <a:gd name="connsiteX4" fmla="*/ 2801040 w 12191999"/>
              <a:gd name="connsiteY4" fmla="*/ 2050987 h 4921988"/>
              <a:gd name="connsiteX5" fmla="*/ 2091939 w 12191999"/>
              <a:gd name="connsiteY5" fmla="*/ 611740 h 4921988"/>
              <a:gd name="connsiteX6" fmla="*/ 2091950 w 12191999"/>
              <a:gd name="connsiteY6" fmla="*/ 611774 h 4921988"/>
              <a:gd name="connsiteX7" fmla="*/ 2091939 w 12191999"/>
              <a:gd name="connsiteY7" fmla="*/ 611808 h 4921988"/>
              <a:gd name="connsiteX8" fmla="*/ 1439517 w 12191999"/>
              <a:gd name="connsiteY8" fmla="*/ 547416 h 4921988"/>
              <a:gd name="connsiteX9" fmla="*/ 1495977 w 12191999"/>
              <a:gd name="connsiteY9" fmla="*/ 547416 h 4921988"/>
              <a:gd name="connsiteX10" fmla="*/ 1553873 w 12191999"/>
              <a:gd name="connsiteY10" fmla="*/ 611808 h 4921988"/>
              <a:gd name="connsiteX11" fmla="*/ 1495977 w 12191999"/>
              <a:gd name="connsiteY11" fmla="*/ 675858 h 4921988"/>
              <a:gd name="connsiteX12" fmla="*/ 1495977 w 12191999"/>
              <a:gd name="connsiteY12" fmla="*/ 675745 h 4921988"/>
              <a:gd name="connsiteX13" fmla="*/ 1439517 w 12191999"/>
              <a:gd name="connsiteY13" fmla="*/ 677705 h 4921988"/>
              <a:gd name="connsiteX14" fmla="*/ 1003749 w 12191999"/>
              <a:gd name="connsiteY14" fmla="*/ 547416 h 4921988"/>
              <a:gd name="connsiteX15" fmla="*/ 1099346 w 12191999"/>
              <a:gd name="connsiteY15" fmla="*/ 547416 h 4921988"/>
              <a:gd name="connsiteX16" fmla="*/ 1119860 w 12191999"/>
              <a:gd name="connsiteY16" fmla="*/ 573241 h 4921988"/>
              <a:gd name="connsiteX17" fmla="*/ 1099346 w 12191999"/>
              <a:gd name="connsiteY17" fmla="*/ 597904 h 4921988"/>
              <a:gd name="connsiteX18" fmla="*/ 1003749 w 12191999"/>
              <a:gd name="connsiteY18" fmla="*/ 597904 h 4921988"/>
              <a:gd name="connsiteX19" fmla="*/ 762411 w 12191999"/>
              <a:gd name="connsiteY19" fmla="*/ 520644 h 4921988"/>
              <a:gd name="connsiteX20" fmla="*/ 762411 w 12191999"/>
              <a:gd name="connsiteY20" fmla="*/ 547585 h 4921988"/>
              <a:gd name="connsiteX21" fmla="*/ 833618 w 12191999"/>
              <a:gd name="connsiteY21" fmla="*/ 547585 h 4921988"/>
              <a:gd name="connsiteX22" fmla="*/ 833618 w 12191999"/>
              <a:gd name="connsiteY22" fmla="*/ 703083 h 4921988"/>
              <a:gd name="connsiteX23" fmla="*/ 863136 w 12191999"/>
              <a:gd name="connsiteY23" fmla="*/ 703083 h 4921988"/>
              <a:gd name="connsiteX24" fmla="*/ 863136 w 12191999"/>
              <a:gd name="connsiteY24" fmla="*/ 547585 h 4921988"/>
              <a:gd name="connsiteX25" fmla="*/ 918547 w 12191999"/>
              <a:gd name="connsiteY25" fmla="*/ 547585 h 4921988"/>
              <a:gd name="connsiteX26" fmla="*/ 934070 w 12191999"/>
              <a:gd name="connsiteY26" fmla="*/ 520689 h 4921988"/>
              <a:gd name="connsiteX27" fmla="*/ 934070 w 12191999"/>
              <a:gd name="connsiteY27" fmla="*/ 520644 h 4921988"/>
              <a:gd name="connsiteX28" fmla="*/ 2267245 w 12191999"/>
              <a:gd name="connsiteY28" fmla="*/ 520643 h 4921988"/>
              <a:gd name="connsiteX29" fmla="*/ 2267245 w 12191999"/>
              <a:gd name="connsiteY29" fmla="*/ 703083 h 4921988"/>
              <a:gd name="connsiteX30" fmla="*/ 2435210 w 12191999"/>
              <a:gd name="connsiteY30" fmla="*/ 703083 h 4921988"/>
              <a:gd name="connsiteX31" fmla="*/ 2435210 w 12191999"/>
              <a:gd name="connsiteY31" fmla="*/ 676232 h 4921988"/>
              <a:gd name="connsiteX32" fmla="*/ 2435210 w 12191999"/>
              <a:gd name="connsiteY32" fmla="*/ 676118 h 4921988"/>
              <a:gd name="connsiteX33" fmla="*/ 2296763 w 12191999"/>
              <a:gd name="connsiteY33" fmla="*/ 676118 h 4921988"/>
              <a:gd name="connsiteX34" fmla="*/ 2296763 w 12191999"/>
              <a:gd name="connsiteY34" fmla="*/ 625334 h 4921988"/>
              <a:gd name="connsiteX35" fmla="*/ 2399766 w 12191999"/>
              <a:gd name="connsiteY35" fmla="*/ 625334 h 4921988"/>
              <a:gd name="connsiteX36" fmla="*/ 2399766 w 12191999"/>
              <a:gd name="connsiteY36" fmla="*/ 598097 h 4921988"/>
              <a:gd name="connsiteX37" fmla="*/ 2296763 w 12191999"/>
              <a:gd name="connsiteY37" fmla="*/ 598097 h 4921988"/>
              <a:gd name="connsiteX38" fmla="*/ 2296763 w 12191999"/>
              <a:gd name="connsiteY38" fmla="*/ 547585 h 4921988"/>
              <a:gd name="connsiteX39" fmla="*/ 2419733 w 12191999"/>
              <a:gd name="connsiteY39" fmla="*/ 547585 h 4921988"/>
              <a:gd name="connsiteX40" fmla="*/ 2435210 w 12191999"/>
              <a:gd name="connsiteY40" fmla="*/ 520643 h 4921988"/>
              <a:gd name="connsiteX41" fmla="*/ 1844491 w 12191999"/>
              <a:gd name="connsiteY41" fmla="*/ 520643 h 4921988"/>
              <a:gd name="connsiteX42" fmla="*/ 1844491 w 12191999"/>
              <a:gd name="connsiteY42" fmla="*/ 703083 h 4921988"/>
              <a:gd name="connsiteX43" fmla="*/ 1859261 w 12191999"/>
              <a:gd name="connsiteY43" fmla="*/ 703083 h 4921988"/>
              <a:gd name="connsiteX44" fmla="*/ 1874009 w 12191999"/>
              <a:gd name="connsiteY44" fmla="*/ 703083 h 4921988"/>
              <a:gd name="connsiteX45" fmla="*/ 1874009 w 12191999"/>
              <a:gd name="connsiteY45" fmla="*/ 567165 h 4921988"/>
              <a:gd name="connsiteX46" fmla="*/ 1988341 w 12191999"/>
              <a:gd name="connsiteY46" fmla="*/ 703083 h 4921988"/>
              <a:gd name="connsiteX47" fmla="*/ 2016150 w 12191999"/>
              <a:gd name="connsiteY47" fmla="*/ 703083 h 4921988"/>
              <a:gd name="connsiteX48" fmla="*/ 2016150 w 12191999"/>
              <a:gd name="connsiteY48" fmla="*/ 520643 h 4921988"/>
              <a:gd name="connsiteX49" fmla="*/ 2001356 w 12191999"/>
              <a:gd name="connsiteY49" fmla="*/ 520643 h 4921988"/>
              <a:gd name="connsiteX50" fmla="*/ 1986654 w 12191999"/>
              <a:gd name="connsiteY50" fmla="*/ 520643 h 4921988"/>
              <a:gd name="connsiteX51" fmla="*/ 1986654 w 12191999"/>
              <a:gd name="connsiteY51" fmla="*/ 656265 h 4921988"/>
              <a:gd name="connsiteX52" fmla="*/ 1872298 w 12191999"/>
              <a:gd name="connsiteY52" fmla="*/ 520643 h 4921988"/>
              <a:gd name="connsiteX53" fmla="*/ 1629159 w 12191999"/>
              <a:gd name="connsiteY53" fmla="*/ 520643 h 4921988"/>
              <a:gd name="connsiteX54" fmla="*/ 1629159 w 12191999"/>
              <a:gd name="connsiteY54" fmla="*/ 703083 h 4921988"/>
              <a:gd name="connsiteX55" fmla="*/ 1797125 w 12191999"/>
              <a:gd name="connsiteY55" fmla="*/ 703083 h 4921988"/>
              <a:gd name="connsiteX56" fmla="*/ 1797125 w 12191999"/>
              <a:gd name="connsiteY56" fmla="*/ 676232 h 4921988"/>
              <a:gd name="connsiteX57" fmla="*/ 1797125 w 12191999"/>
              <a:gd name="connsiteY57" fmla="*/ 676118 h 4921988"/>
              <a:gd name="connsiteX58" fmla="*/ 1658654 w 12191999"/>
              <a:gd name="connsiteY58" fmla="*/ 676118 h 4921988"/>
              <a:gd name="connsiteX59" fmla="*/ 1658654 w 12191999"/>
              <a:gd name="connsiteY59" fmla="*/ 625334 h 4921988"/>
              <a:gd name="connsiteX60" fmla="*/ 1761658 w 12191999"/>
              <a:gd name="connsiteY60" fmla="*/ 625334 h 4921988"/>
              <a:gd name="connsiteX61" fmla="*/ 1761658 w 12191999"/>
              <a:gd name="connsiteY61" fmla="*/ 598096 h 4921988"/>
              <a:gd name="connsiteX62" fmla="*/ 1658654 w 12191999"/>
              <a:gd name="connsiteY62" fmla="*/ 598096 h 4921988"/>
              <a:gd name="connsiteX63" fmla="*/ 1658654 w 12191999"/>
              <a:gd name="connsiteY63" fmla="*/ 547585 h 4921988"/>
              <a:gd name="connsiteX64" fmla="*/ 1781648 w 12191999"/>
              <a:gd name="connsiteY64" fmla="*/ 547585 h 4921988"/>
              <a:gd name="connsiteX65" fmla="*/ 1797125 w 12191999"/>
              <a:gd name="connsiteY65" fmla="*/ 520643 h 4921988"/>
              <a:gd name="connsiteX66" fmla="*/ 1194781 w 12191999"/>
              <a:gd name="connsiteY66" fmla="*/ 520643 h 4921988"/>
              <a:gd name="connsiteX67" fmla="*/ 1194781 w 12191999"/>
              <a:gd name="connsiteY67" fmla="*/ 703083 h 4921988"/>
              <a:gd name="connsiteX68" fmla="*/ 1362747 w 12191999"/>
              <a:gd name="connsiteY68" fmla="*/ 703083 h 4921988"/>
              <a:gd name="connsiteX69" fmla="*/ 1362747 w 12191999"/>
              <a:gd name="connsiteY69" fmla="*/ 676232 h 4921988"/>
              <a:gd name="connsiteX70" fmla="*/ 1362747 w 12191999"/>
              <a:gd name="connsiteY70" fmla="*/ 676118 h 4921988"/>
              <a:gd name="connsiteX71" fmla="*/ 1224299 w 12191999"/>
              <a:gd name="connsiteY71" fmla="*/ 676118 h 4921988"/>
              <a:gd name="connsiteX72" fmla="*/ 1224299 w 12191999"/>
              <a:gd name="connsiteY72" fmla="*/ 625334 h 4921988"/>
              <a:gd name="connsiteX73" fmla="*/ 1327280 w 12191999"/>
              <a:gd name="connsiteY73" fmla="*/ 625334 h 4921988"/>
              <a:gd name="connsiteX74" fmla="*/ 1327280 w 12191999"/>
              <a:gd name="connsiteY74" fmla="*/ 598096 h 4921988"/>
              <a:gd name="connsiteX75" fmla="*/ 1224299 w 12191999"/>
              <a:gd name="connsiteY75" fmla="*/ 598096 h 4921988"/>
              <a:gd name="connsiteX76" fmla="*/ 1224299 w 12191999"/>
              <a:gd name="connsiteY76" fmla="*/ 547585 h 4921988"/>
              <a:gd name="connsiteX77" fmla="*/ 1347270 w 12191999"/>
              <a:gd name="connsiteY77" fmla="*/ 547585 h 4921988"/>
              <a:gd name="connsiteX78" fmla="*/ 1362747 w 12191999"/>
              <a:gd name="connsiteY78" fmla="*/ 520643 h 4921988"/>
              <a:gd name="connsiteX79" fmla="*/ 974232 w 12191999"/>
              <a:gd name="connsiteY79" fmla="*/ 520519 h 4921988"/>
              <a:gd name="connsiteX80" fmla="*/ 974232 w 12191999"/>
              <a:gd name="connsiteY80" fmla="*/ 702868 h 4921988"/>
              <a:gd name="connsiteX81" fmla="*/ 1003863 w 12191999"/>
              <a:gd name="connsiteY81" fmla="*/ 702868 h 4921988"/>
              <a:gd name="connsiteX82" fmla="*/ 1003863 w 12191999"/>
              <a:gd name="connsiteY82" fmla="*/ 625142 h 4921988"/>
              <a:gd name="connsiteX83" fmla="*/ 1068939 w 12191999"/>
              <a:gd name="connsiteY83" fmla="*/ 625142 h 4921988"/>
              <a:gd name="connsiteX84" fmla="*/ 1113751 w 12191999"/>
              <a:gd name="connsiteY84" fmla="*/ 702891 h 4921988"/>
              <a:gd name="connsiteX85" fmla="*/ 1146665 w 12191999"/>
              <a:gd name="connsiteY85" fmla="*/ 702891 h 4921988"/>
              <a:gd name="connsiteX86" fmla="*/ 1101557 w 12191999"/>
              <a:gd name="connsiteY86" fmla="*/ 624868 h 4921988"/>
              <a:gd name="connsiteX87" fmla="*/ 1105409 w 12191999"/>
              <a:gd name="connsiteY87" fmla="*/ 624868 h 4921988"/>
              <a:gd name="connsiteX88" fmla="*/ 1149378 w 12191999"/>
              <a:gd name="connsiteY88" fmla="*/ 572945 h 4921988"/>
              <a:gd name="connsiteX89" fmla="*/ 1099437 w 12191999"/>
              <a:gd name="connsiteY89" fmla="*/ 520519 h 4921988"/>
              <a:gd name="connsiteX90" fmla="*/ 2149812 w 12191999"/>
              <a:gd name="connsiteY90" fmla="*/ 520451 h 4921988"/>
              <a:gd name="connsiteX91" fmla="*/ 2060735 w 12191999"/>
              <a:gd name="connsiteY91" fmla="*/ 611626 h 4921988"/>
              <a:gd name="connsiteX92" fmla="*/ 2149812 w 12191999"/>
              <a:gd name="connsiteY92" fmla="*/ 702983 h 4921988"/>
              <a:gd name="connsiteX93" fmla="*/ 2222296 w 12191999"/>
              <a:gd name="connsiteY93" fmla="*/ 702983 h 4921988"/>
              <a:gd name="connsiteX94" fmla="*/ 2222296 w 12191999"/>
              <a:gd name="connsiteY94" fmla="*/ 675858 h 4921988"/>
              <a:gd name="connsiteX95" fmla="*/ 2149812 w 12191999"/>
              <a:gd name="connsiteY95" fmla="*/ 675858 h 4921988"/>
              <a:gd name="connsiteX96" fmla="*/ 2107046 w 12191999"/>
              <a:gd name="connsiteY96" fmla="*/ 656142 h 4921988"/>
              <a:gd name="connsiteX97" fmla="*/ 2091950 w 12191999"/>
              <a:gd name="connsiteY97" fmla="*/ 611774 h 4921988"/>
              <a:gd name="connsiteX98" fmla="*/ 2107046 w 12191999"/>
              <a:gd name="connsiteY98" fmla="*/ 567167 h 4921988"/>
              <a:gd name="connsiteX99" fmla="*/ 2149812 w 12191999"/>
              <a:gd name="connsiteY99" fmla="*/ 547416 h 4921988"/>
              <a:gd name="connsiteX100" fmla="*/ 2206659 w 12191999"/>
              <a:gd name="connsiteY100" fmla="*/ 547416 h 4921988"/>
              <a:gd name="connsiteX101" fmla="*/ 2222296 w 12191999"/>
              <a:gd name="connsiteY101" fmla="*/ 520451 h 4921988"/>
              <a:gd name="connsiteX102" fmla="*/ 1495977 w 12191999"/>
              <a:gd name="connsiteY102" fmla="*/ 520269 h 4921988"/>
              <a:gd name="connsiteX103" fmla="*/ 1495977 w 12191999"/>
              <a:gd name="connsiteY103" fmla="*/ 520452 h 4921988"/>
              <a:gd name="connsiteX104" fmla="*/ 1410023 w 12191999"/>
              <a:gd name="connsiteY104" fmla="*/ 520452 h 4921988"/>
              <a:gd name="connsiteX105" fmla="*/ 1410023 w 12191999"/>
              <a:gd name="connsiteY105" fmla="*/ 702801 h 4921988"/>
              <a:gd name="connsiteX106" fmla="*/ 1495977 w 12191999"/>
              <a:gd name="connsiteY106" fmla="*/ 702801 h 4921988"/>
              <a:gd name="connsiteX107" fmla="*/ 1585077 w 12191999"/>
              <a:gd name="connsiteY107" fmla="*/ 611444 h 4921988"/>
              <a:gd name="connsiteX108" fmla="*/ 1495977 w 12191999"/>
              <a:gd name="connsiteY108" fmla="*/ 520269 h 4921988"/>
              <a:gd name="connsiteX109" fmla="*/ 0 w 12191999"/>
              <a:gd name="connsiteY109" fmla="*/ 0 h 4921988"/>
              <a:gd name="connsiteX110" fmla="*/ 12191999 w 12191999"/>
              <a:gd name="connsiteY110" fmla="*/ 0 h 4921988"/>
              <a:gd name="connsiteX111" fmla="*/ 12191999 w 12191999"/>
              <a:gd name="connsiteY111" fmla="*/ 4921988 h 4921988"/>
              <a:gd name="connsiteX112" fmla="*/ 0 w 12191999"/>
              <a:gd name="connsiteY112" fmla="*/ 4921988 h 4921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2191999" h="4921988">
                <a:moveTo>
                  <a:pt x="912831" y="2050987"/>
                </a:moveTo>
                <a:lnTo>
                  <a:pt x="771682" y="2296318"/>
                </a:lnTo>
                <a:lnTo>
                  <a:pt x="2660428" y="2296251"/>
                </a:lnTo>
                <a:lnTo>
                  <a:pt x="2801040" y="2051323"/>
                </a:lnTo>
                <a:lnTo>
                  <a:pt x="2801040" y="2050987"/>
                </a:lnTo>
                <a:close/>
                <a:moveTo>
                  <a:pt x="2091939" y="611740"/>
                </a:moveTo>
                <a:lnTo>
                  <a:pt x="2091950" y="611774"/>
                </a:lnTo>
                <a:lnTo>
                  <a:pt x="2091939" y="611808"/>
                </a:lnTo>
                <a:close/>
                <a:moveTo>
                  <a:pt x="1439517" y="547416"/>
                </a:moveTo>
                <a:lnTo>
                  <a:pt x="1495977" y="547416"/>
                </a:lnTo>
                <a:cubicBezTo>
                  <a:pt x="1532880" y="547416"/>
                  <a:pt x="1553873" y="578621"/>
                  <a:pt x="1553873" y="611808"/>
                </a:cubicBezTo>
                <a:cubicBezTo>
                  <a:pt x="1553873" y="644996"/>
                  <a:pt x="1532880" y="675858"/>
                  <a:pt x="1495977" y="675858"/>
                </a:cubicBezTo>
                <a:lnTo>
                  <a:pt x="1495977" y="675745"/>
                </a:lnTo>
                <a:lnTo>
                  <a:pt x="1439517" y="677705"/>
                </a:lnTo>
                <a:close/>
                <a:moveTo>
                  <a:pt x="1003749" y="547416"/>
                </a:moveTo>
                <a:lnTo>
                  <a:pt x="1099346" y="547416"/>
                </a:lnTo>
                <a:cubicBezTo>
                  <a:pt x="1113546" y="547416"/>
                  <a:pt x="1119860" y="559884"/>
                  <a:pt x="1119860" y="573241"/>
                </a:cubicBezTo>
                <a:cubicBezTo>
                  <a:pt x="1119860" y="587122"/>
                  <a:pt x="1114184" y="597904"/>
                  <a:pt x="1099346" y="597904"/>
                </a:cubicBezTo>
                <a:lnTo>
                  <a:pt x="1003749" y="597904"/>
                </a:lnTo>
                <a:close/>
                <a:moveTo>
                  <a:pt x="762411" y="520644"/>
                </a:moveTo>
                <a:lnTo>
                  <a:pt x="762411" y="547585"/>
                </a:lnTo>
                <a:lnTo>
                  <a:pt x="833618" y="547585"/>
                </a:lnTo>
                <a:lnTo>
                  <a:pt x="833618" y="703083"/>
                </a:lnTo>
                <a:lnTo>
                  <a:pt x="863136" y="703083"/>
                </a:lnTo>
                <a:lnTo>
                  <a:pt x="863136" y="547585"/>
                </a:lnTo>
                <a:lnTo>
                  <a:pt x="918547" y="547585"/>
                </a:lnTo>
                <a:lnTo>
                  <a:pt x="934070" y="520689"/>
                </a:lnTo>
                <a:lnTo>
                  <a:pt x="934070" y="520644"/>
                </a:lnTo>
                <a:close/>
                <a:moveTo>
                  <a:pt x="2267245" y="520643"/>
                </a:moveTo>
                <a:lnTo>
                  <a:pt x="2267245" y="703083"/>
                </a:lnTo>
                <a:lnTo>
                  <a:pt x="2435210" y="703083"/>
                </a:lnTo>
                <a:lnTo>
                  <a:pt x="2435210" y="676232"/>
                </a:lnTo>
                <a:lnTo>
                  <a:pt x="2435210" y="676118"/>
                </a:lnTo>
                <a:lnTo>
                  <a:pt x="2296763" y="676118"/>
                </a:lnTo>
                <a:lnTo>
                  <a:pt x="2296763" y="625334"/>
                </a:lnTo>
                <a:lnTo>
                  <a:pt x="2399766" y="625334"/>
                </a:lnTo>
                <a:lnTo>
                  <a:pt x="2399766" y="598097"/>
                </a:lnTo>
                <a:lnTo>
                  <a:pt x="2296763" y="598097"/>
                </a:lnTo>
                <a:lnTo>
                  <a:pt x="2296763" y="547585"/>
                </a:lnTo>
                <a:lnTo>
                  <a:pt x="2419733" y="547585"/>
                </a:lnTo>
                <a:lnTo>
                  <a:pt x="2435210" y="520643"/>
                </a:lnTo>
                <a:close/>
                <a:moveTo>
                  <a:pt x="1844491" y="520643"/>
                </a:moveTo>
                <a:lnTo>
                  <a:pt x="1844491" y="703083"/>
                </a:lnTo>
                <a:lnTo>
                  <a:pt x="1859261" y="703083"/>
                </a:lnTo>
                <a:lnTo>
                  <a:pt x="1874009" y="703083"/>
                </a:lnTo>
                <a:lnTo>
                  <a:pt x="1874009" y="567165"/>
                </a:lnTo>
                <a:lnTo>
                  <a:pt x="1988341" y="703083"/>
                </a:lnTo>
                <a:lnTo>
                  <a:pt x="2016150" y="703083"/>
                </a:lnTo>
                <a:lnTo>
                  <a:pt x="2016150" y="520643"/>
                </a:lnTo>
                <a:lnTo>
                  <a:pt x="2001356" y="520643"/>
                </a:lnTo>
                <a:lnTo>
                  <a:pt x="1986654" y="520643"/>
                </a:lnTo>
                <a:lnTo>
                  <a:pt x="1986654" y="656265"/>
                </a:lnTo>
                <a:lnTo>
                  <a:pt x="1872298" y="520643"/>
                </a:lnTo>
                <a:close/>
                <a:moveTo>
                  <a:pt x="1629159" y="520643"/>
                </a:moveTo>
                <a:lnTo>
                  <a:pt x="1629159" y="703083"/>
                </a:lnTo>
                <a:lnTo>
                  <a:pt x="1797125" y="703083"/>
                </a:lnTo>
                <a:lnTo>
                  <a:pt x="1797125" y="676232"/>
                </a:lnTo>
                <a:lnTo>
                  <a:pt x="1797125" y="676118"/>
                </a:lnTo>
                <a:lnTo>
                  <a:pt x="1658654" y="676118"/>
                </a:lnTo>
                <a:lnTo>
                  <a:pt x="1658654" y="625334"/>
                </a:lnTo>
                <a:lnTo>
                  <a:pt x="1761658" y="625334"/>
                </a:lnTo>
                <a:lnTo>
                  <a:pt x="1761658" y="598096"/>
                </a:lnTo>
                <a:lnTo>
                  <a:pt x="1658654" y="598096"/>
                </a:lnTo>
                <a:lnTo>
                  <a:pt x="1658654" y="547585"/>
                </a:lnTo>
                <a:lnTo>
                  <a:pt x="1781648" y="547585"/>
                </a:lnTo>
                <a:lnTo>
                  <a:pt x="1797125" y="520643"/>
                </a:lnTo>
                <a:close/>
                <a:moveTo>
                  <a:pt x="1194781" y="520643"/>
                </a:moveTo>
                <a:lnTo>
                  <a:pt x="1194781" y="703083"/>
                </a:lnTo>
                <a:lnTo>
                  <a:pt x="1362747" y="703083"/>
                </a:lnTo>
                <a:lnTo>
                  <a:pt x="1362747" y="676232"/>
                </a:lnTo>
                <a:lnTo>
                  <a:pt x="1362747" y="676118"/>
                </a:lnTo>
                <a:lnTo>
                  <a:pt x="1224299" y="676118"/>
                </a:lnTo>
                <a:lnTo>
                  <a:pt x="1224299" y="625334"/>
                </a:lnTo>
                <a:lnTo>
                  <a:pt x="1327280" y="625334"/>
                </a:lnTo>
                <a:lnTo>
                  <a:pt x="1327280" y="598096"/>
                </a:lnTo>
                <a:lnTo>
                  <a:pt x="1224299" y="598096"/>
                </a:lnTo>
                <a:lnTo>
                  <a:pt x="1224299" y="547585"/>
                </a:lnTo>
                <a:lnTo>
                  <a:pt x="1347270" y="547585"/>
                </a:lnTo>
                <a:lnTo>
                  <a:pt x="1362747" y="520643"/>
                </a:lnTo>
                <a:close/>
                <a:moveTo>
                  <a:pt x="974232" y="520519"/>
                </a:moveTo>
                <a:lnTo>
                  <a:pt x="974232" y="702868"/>
                </a:lnTo>
                <a:lnTo>
                  <a:pt x="1003863" y="702868"/>
                </a:lnTo>
                <a:lnTo>
                  <a:pt x="1003863" y="625142"/>
                </a:lnTo>
                <a:lnTo>
                  <a:pt x="1068939" y="625142"/>
                </a:lnTo>
                <a:lnTo>
                  <a:pt x="1113751" y="702891"/>
                </a:lnTo>
                <a:lnTo>
                  <a:pt x="1146665" y="702891"/>
                </a:lnTo>
                <a:lnTo>
                  <a:pt x="1101557" y="624868"/>
                </a:lnTo>
                <a:lnTo>
                  <a:pt x="1105409" y="624868"/>
                </a:lnTo>
                <a:cubicBezTo>
                  <a:pt x="1136043" y="622315"/>
                  <a:pt x="1149378" y="598770"/>
                  <a:pt x="1149378" y="572945"/>
                </a:cubicBezTo>
                <a:cubicBezTo>
                  <a:pt x="1149378" y="544863"/>
                  <a:pt x="1132351" y="520519"/>
                  <a:pt x="1099437" y="520519"/>
                </a:cubicBezTo>
                <a:close/>
                <a:moveTo>
                  <a:pt x="2149812" y="520451"/>
                </a:moveTo>
                <a:cubicBezTo>
                  <a:pt x="2094765" y="520451"/>
                  <a:pt x="2060735" y="562437"/>
                  <a:pt x="2060735" y="611626"/>
                </a:cubicBezTo>
                <a:cubicBezTo>
                  <a:pt x="2060735" y="660131"/>
                  <a:pt x="2094765" y="702983"/>
                  <a:pt x="2149812" y="702983"/>
                </a:cubicBezTo>
                <a:lnTo>
                  <a:pt x="2222296" y="702983"/>
                </a:lnTo>
                <a:lnTo>
                  <a:pt x="2222296" y="675858"/>
                </a:lnTo>
                <a:lnTo>
                  <a:pt x="2149812" y="675858"/>
                </a:lnTo>
                <a:cubicBezTo>
                  <a:pt x="2131372" y="675858"/>
                  <a:pt x="2116904" y="668057"/>
                  <a:pt x="2107046" y="656142"/>
                </a:cubicBezTo>
                <a:lnTo>
                  <a:pt x="2091950" y="611774"/>
                </a:lnTo>
                <a:lnTo>
                  <a:pt x="2107046" y="567167"/>
                </a:lnTo>
                <a:cubicBezTo>
                  <a:pt x="2116904" y="555217"/>
                  <a:pt x="2131372" y="547416"/>
                  <a:pt x="2149812" y="547416"/>
                </a:cubicBezTo>
                <a:lnTo>
                  <a:pt x="2206659" y="547416"/>
                </a:lnTo>
                <a:lnTo>
                  <a:pt x="2222296" y="520451"/>
                </a:lnTo>
                <a:close/>
                <a:moveTo>
                  <a:pt x="1495977" y="520269"/>
                </a:moveTo>
                <a:lnTo>
                  <a:pt x="1495977" y="520452"/>
                </a:lnTo>
                <a:lnTo>
                  <a:pt x="1410023" y="520452"/>
                </a:lnTo>
                <a:lnTo>
                  <a:pt x="1410023" y="702801"/>
                </a:lnTo>
                <a:lnTo>
                  <a:pt x="1495977" y="702801"/>
                </a:lnTo>
                <a:cubicBezTo>
                  <a:pt x="1551024" y="702801"/>
                  <a:pt x="1585077" y="659949"/>
                  <a:pt x="1585077" y="611444"/>
                </a:cubicBezTo>
                <a:cubicBezTo>
                  <a:pt x="1585077" y="562346"/>
                  <a:pt x="1551024" y="520269"/>
                  <a:pt x="1495977" y="520269"/>
                </a:cubicBezTo>
                <a:close/>
                <a:moveTo>
                  <a:pt x="0" y="0"/>
                </a:moveTo>
                <a:lnTo>
                  <a:pt x="12191999" y="0"/>
                </a:lnTo>
                <a:lnTo>
                  <a:pt x="12191999" y="4921988"/>
                </a:lnTo>
                <a:lnTo>
                  <a:pt x="0" y="4921988"/>
                </a:lnTo>
                <a:close/>
              </a:path>
            </a:pathLst>
          </a:custGeom>
          <a:solidFill>
            <a:srgbClr val="404040"/>
          </a:solidFill>
          <a:ln>
            <a:noFill/>
          </a:ln>
        </p:spPr>
        <p:txBody>
          <a:bodyPr wrap="square" anchor="ctr">
            <a:noAutofit/>
          </a:bodyPr>
          <a:lstStyle>
            <a:lvl1pPr algn="ctr">
              <a:defRPr sz="1800">
                <a:solidFill>
                  <a:schemeClr val="bg1"/>
                </a:solidFill>
              </a:defRPr>
            </a:lvl1pPr>
          </a:lstStyle>
          <a:p>
            <a:endParaRPr lang="en-IN"/>
          </a:p>
        </p:txBody>
      </p:sp>
      <p:sp>
        <p:nvSpPr>
          <p:cNvPr id="45" name="Graphic 6">
            <a:extLst>
              <a:ext uri="{FF2B5EF4-FFF2-40B4-BE49-F238E27FC236}">
                <a16:creationId xmlns:a16="http://schemas.microsoft.com/office/drawing/2014/main" id="{1AED4541-A41D-4047-B1B4-B9E85F38E4BB}"/>
              </a:ext>
            </a:extLst>
          </p:cNvPr>
          <p:cNvSpPr/>
          <p:nvPr userDrawn="1"/>
        </p:nvSpPr>
        <p:spPr>
          <a:xfrm>
            <a:off x="772342" y="2051490"/>
            <a:ext cx="2029358" cy="245330"/>
          </a:xfrm>
          <a:custGeom>
            <a:avLst/>
            <a:gdLst>
              <a:gd name="connsiteX0" fmla="*/ -658 w 2029358"/>
              <a:gd name="connsiteY0" fmla="*/ 244828 h 245330"/>
              <a:gd name="connsiteX1" fmla="*/ 140491 w 2029358"/>
              <a:gd name="connsiteY1" fmla="*/ -503 h 245330"/>
              <a:gd name="connsiteX2" fmla="*/ 2028700 w 2029358"/>
              <a:gd name="connsiteY2" fmla="*/ -503 h 245330"/>
              <a:gd name="connsiteX3" fmla="*/ 2028700 w 2029358"/>
              <a:gd name="connsiteY3" fmla="*/ -167 h 245330"/>
              <a:gd name="connsiteX4" fmla="*/ 1888088 w 2029358"/>
              <a:gd name="connsiteY4" fmla="*/ 244761 h 245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9358" h="245330">
                <a:moveTo>
                  <a:pt x="-658" y="244828"/>
                </a:moveTo>
                <a:lnTo>
                  <a:pt x="140491" y="-503"/>
                </a:lnTo>
                <a:lnTo>
                  <a:pt x="2028700" y="-503"/>
                </a:lnTo>
                <a:lnTo>
                  <a:pt x="2028700" y="-167"/>
                </a:lnTo>
                <a:lnTo>
                  <a:pt x="1888088" y="244761"/>
                </a:lnTo>
                <a:close/>
              </a:path>
            </a:pathLst>
          </a:custGeom>
          <a:solidFill>
            <a:srgbClr val="FE5000"/>
          </a:solidFill>
          <a:ln w="3359" cap="flat">
            <a:noFill/>
            <a:prstDash val="solid"/>
            <a:miter/>
          </a:ln>
        </p:spPr>
        <p:txBody>
          <a:bodyPr rtlCol="0" anchor="ctr"/>
          <a:lstStyle/>
          <a:p>
            <a:endParaRPr lang="en-IN"/>
          </a:p>
        </p:txBody>
      </p:sp>
      <p:pic>
        <p:nvPicPr>
          <p:cNvPr id="3" name="Graphic 2">
            <a:extLst>
              <a:ext uri="{FF2B5EF4-FFF2-40B4-BE49-F238E27FC236}">
                <a16:creationId xmlns:a16="http://schemas.microsoft.com/office/drawing/2014/main" id="{A60F84EC-7075-4184-87F7-515AD959AF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4921989"/>
            <a:ext cx="12192000" cy="1573980"/>
          </a:xfrm>
          <a:prstGeom prst="rect">
            <a:avLst/>
          </a:prstGeom>
        </p:spPr>
      </p:pic>
      <p:sp>
        <p:nvSpPr>
          <p:cNvPr id="4" name="TextBox 3">
            <a:extLst>
              <a:ext uri="{FF2B5EF4-FFF2-40B4-BE49-F238E27FC236}">
                <a16:creationId xmlns:a16="http://schemas.microsoft.com/office/drawing/2014/main" id="{C1D2E7A7-7090-45BF-8A87-49339D70F60E}"/>
              </a:ext>
            </a:extLst>
          </p:cNvPr>
          <p:cNvSpPr txBox="1"/>
          <p:nvPr userDrawn="1"/>
        </p:nvSpPr>
        <p:spPr>
          <a:xfrm>
            <a:off x="10338012" y="5015692"/>
            <a:ext cx="1598515" cy="276999"/>
          </a:xfrm>
          <a:prstGeom prst="rect">
            <a:avLst/>
          </a:prstGeom>
          <a:noFill/>
        </p:spPr>
        <p:txBody>
          <a:bodyPr wrap="none" rtlCol="0">
            <a:spAutoFit/>
          </a:bodyPr>
          <a:lstStyle/>
          <a:p>
            <a:pPr algn="ctr"/>
            <a:r>
              <a:rPr lang="en-US" sz="1200" b="1">
                <a:solidFill>
                  <a:schemeClr val="bg1"/>
                </a:solidFill>
                <a:latin typeface="Poppins ExtraBold" panose="00000900000000000000" pitchFamily="2" charset="0"/>
                <a:cs typeface="Poppins ExtraBold" panose="00000900000000000000" pitchFamily="2" charset="0"/>
              </a:rPr>
              <a:t>#BeyondPossible</a:t>
            </a:r>
            <a:endParaRPr lang="en-IN" sz="1200" b="1">
              <a:solidFill>
                <a:schemeClr val="bg1"/>
              </a:solidFill>
              <a:latin typeface="Poppins ExtraBold" panose="00000900000000000000" pitchFamily="2" charset="0"/>
              <a:cs typeface="Poppins ExtraBold" panose="00000900000000000000" pitchFamily="2" charset="0"/>
            </a:endParaRPr>
          </a:p>
        </p:txBody>
      </p:sp>
      <p:pic>
        <p:nvPicPr>
          <p:cNvPr id="9" name="Graphic 8">
            <a:extLst>
              <a:ext uri="{FF2B5EF4-FFF2-40B4-BE49-F238E27FC236}">
                <a16:creationId xmlns:a16="http://schemas.microsoft.com/office/drawing/2014/main" id="{C8A09CC9-34EA-45CF-9BD1-DF6AC37FBB7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3473" y="2022636"/>
            <a:ext cx="311678" cy="311678"/>
          </a:xfrm>
          <a:prstGeom prst="rect">
            <a:avLst/>
          </a:prstGeom>
        </p:spPr>
      </p:pic>
      <p:sp>
        <p:nvSpPr>
          <p:cNvPr id="15" name="Title 13">
            <a:extLst>
              <a:ext uri="{FF2B5EF4-FFF2-40B4-BE49-F238E27FC236}">
                <a16:creationId xmlns:a16="http://schemas.microsoft.com/office/drawing/2014/main" id="{9C43D408-7524-454D-8FEE-249A98A88AB5}"/>
              </a:ext>
            </a:extLst>
          </p:cNvPr>
          <p:cNvSpPr>
            <a:spLocks noGrp="1"/>
          </p:cNvSpPr>
          <p:nvPr>
            <p:ph type="title" hasCustomPrompt="1"/>
          </p:nvPr>
        </p:nvSpPr>
        <p:spPr>
          <a:xfrm>
            <a:off x="708582" y="2437299"/>
            <a:ext cx="5743880" cy="775597"/>
          </a:xfrm>
          <a:prstGeom prst="rect">
            <a:avLst/>
          </a:prstGeom>
          <a:noFill/>
        </p:spPr>
        <p:txBody>
          <a:bodyPr wrap="square" rtlCol="0">
            <a:spAutoFit/>
          </a:bodyPr>
          <a:lstStyle>
            <a:lvl1pPr>
              <a:defRPr lang="en-IN" sz="4800" b="1">
                <a:solidFill>
                  <a:schemeClr val="bg1"/>
                </a:solidFill>
                <a:latin typeface="Poppins" panose="00000500000000000000" pitchFamily="50" charset="0"/>
                <a:ea typeface="+mn-ea"/>
                <a:cs typeface="Poppins" panose="00000500000000000000" pitchFamily="50" charset="0"/>
              </a:defRPr>
            </a:lvl1pPr>
          </a:lstStyle>
          <a:p>
            <a:r>
              <a:rPr lang="en-IN" sz="4800" b="1">
                <a:solidFill>
                  <a:schemeClr val="bg1"/>
                </a:solidFill>
                <a:latin typeface="Poppins" panose="00000500000000000000" pitchFamily="50" charset="0"/>
                <a:cs typeface="Poppins" panose="00000500000000000000" pitchFamily="50" charset="0"/>
              </a:rPr>
              <a:t>Presentation Title</a:t>
            </a:r>
          </a:p>
        </p:txBody>
      </p:sp>
      <p:sp>
        <p:nvSpPr>
          <p:cNvPr id="18" name="Text Placeholder 16">
            <a:extLst>
              <a:ext uri="{FF2B5EF4-FFF2-40B4-BE49-F238E27FC236}">
                <a16:creationId xmlns:a16="http://schemas.microsoft.com/office/drawing/2014/main" id="{E04953B4-9C08-4F21-B1B3-FED22F10BDC8}"/>
              </a:ext>
            </a:extLst>
          </p:cNvPr>
          <p:cNvSpPr>
            <a:spLocks noGrp="1"/>
          </p:cNvSpPr>
          <p:nvPr>
            <p:ph type="body" sz="quarter" idx="11" hasCustomPrompt="1"/>
          </p:nvPr>
        </p:nvSpPr>
        <p:spPr>
          <a:xfrm>
            <a:off x="923110" y="2083600"/>
            <a:ext cx="764953" cy="220445"/>
          </a:xfrm>
          <a:prstGeom prst="rect">
            <a:avLst/>
          </a:prstGeom>
          <a:noFill/>
        </p:spPr>
        <p:txBody>
          <a:bodyPr wrap="none" rtlCol="0">
            <a:spAutoFit/>
          </a:bodyPr>
          <a:lstStyle>
            <a:lvl1pPr marL="0" indent="0">
              <a:buFont typeface="Arial" panose="020B0604020202020204" pitchFamily="34" charset="0"/>
              <a:buNone/>
              <a:defRPr lang="en-US" sz="900" spc="300" smtClean="0">
                <a:solidFill>
                  <a:schemeClr val="bg1"/>
                </a:solidFill>
                <a:latin typeface="Poppins" panose="00000500000000000000" pitchFamily="50" charset="0"/>
                <a:cs typeface="Poppins" panose="00000500000000000000" pitchFamily="50" charset="0"/>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mtClean="0"/>
            </a:lvl4pPr>
            <a:lvl5pPr marL="1543050" indent="0">
              <a:buFont typeface="Arial" panose="020B0604020202020204" pitchFamily="34" charset="0"/>
              <a:buNone/>
              <a:defRPr lang="en-IN"/>
            </a:lvl5pPr>
          </a:lstStyle>
          <a:p>
            <a:pPr marL="0" lvl="0"/>
            <a:r>
              <a:rPr lang="en-US"/>
              <a:t>RETAIL</a:t>
            </a:r>
            <a:endParaRPr lang="en-IN"/>
          </a:p>
        </p:txBody>
      </p:sp>
      <p:sp>
        <p:nvSpPr>
          <p:cNvPr id="27" name="TextBox 26">
            <a:extLst>
              <a:ext uri="{FF2B5EF4-FFF2-40B4-BE49-F238E27FC236}">
                <a16:creationId xmlns:a16="http://schemas.microsoft.com/office/drawing/2014/main" id="{361B56E7-B3E5-422F-B9CB-10067D712F64}"/>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prstClr val="black">
                    <a:lumMod val="50000"/>
                    <a:lumOff val="50000"/>
                  </a:prstClr>
                </a:solidFill>
                <a:latin typeface="Poppins" panose="00000500000000000000" pitchFamily="50" charset="0"/>
                <a:cs typeface="Poppins" panose="00000500000000000000" pitchFamily="50" charset="0"/>
              </a:rPr>
              <a:t>© COPYRIGHT 2026, TREDENCE. ALL RIGHTS RESERVED</a:t>
            </a:r>
            <a:endParaRPr lang="en-IN" sz="900">
              <a:solidFill>
                <a:prstClr val="black">
                  <a:lumMod val="50000"/>
                  <a:lumOff val="50000"/>
                </a:prstClr>
              </a:solidFill>
              <a:latin typeface="Poppins" panose="00000500000000000000" pitchFamily="50" charset="0"/>
              <a:cs typeface="Poppins" panose="00000500000000000000" pitchFamily="50" charset="0"/>
            </a:endParaRPr>
          </a:p>
        </p:txBody>
      </p:sp>
      <p:grpSp>
        <p:nvGrpSpPr>
          <p:cNvPr id="28" name="Group 27">
            <a:extLst>
              <a:ext uri="{FF2B5EF4-FFF2-40B4-BE49-F238E27FC236}">
                <a16:creationId xmlns:a16="http://schemas.microsoft.com/office/drawing/2014/main" id="{347CA167-E21C-40EC-8453-C507242B3801}"/>
              </a:ext>
            </a:extLst>
          </p:cNvPr>
          <p:cNvGrpSpPr/>
          <p:nvPr userDrawn="1"/>
        </p:nvGrpSpPr>
        <p:grpSpPr>
          <a:xfrm>
            <a:off x="5902296" y="6657690"/>
            <a:ext cx="387409" cy="0"/>
            <a:chOff x="5905144" y="6657690"/>
            <a:chExt cx="387409" cy="0"/>
          </a:xfrm>
        </p:grpSpPr>
        <p:cxnSp>
          <p:nvCxnSpPr>
            <p:cNvPr id="29" name="Straight Connector 28">
              <a:extLst>
                <a:ext uri="{FF2B5EF4-FFF2-40B4-BE49-F238E27FC236}">
                  <a16:creationId xmlns:a16="http://schemas.microsoft.com/office/drawing/2014/main" id="{B9367B13-A725-4567-90CD-C035869632E0}"/>
                </a:ext>
              </a:extLst>
            </p:cNvPr>
            <p:cNvCxnSpPr>
              <a:cxnSpLocks/>
            </p:cNvCxnSpPr>
            <p:nvPr userDrawn="1"/>
          </p:nvCxnSpPr>
          <p:spPr>
            <a:xfrm>
              <a:off x="5905144" y="6657690"/>
              <a:ext cx="71215" cy="0"/>
            </a:xfrm>
            <a:prstGeom prst="line">
              <a:avLst/>
            </a:prstGeom>
            <a:noFill/>
            <a:ln w="28575" cap="flat" cmpd="sng" algn="ctr">
              <a:solidFill>
                <a:srgbClr val="FE5000"/>
              </a:solidFill>
              <a:prstDash val="solid"/>
              <a:miter lim="800000"/>
            </a:ln>
            <a:effectLst/>
          </p:spPr>
        </p:cxnSp>
        <p:cxnSp>
          <p:nvCxnSpPr>
            <p:cNvPr id="30" name="Straight Connector 29">
              <a:extLst>
                <a:ext uri="{FF2B5EF4-FFF2-40B4-BE49-F238E27FC236}">
                  <a16:creationId xmlns:a16="http://schemas.microsoft.com/office/drawing/2014/main" id="{9409F5F6-DA6E-4FE1-B01D-5266AE5CC1D5}"/>
                </a:ext>
              </a:extLst>
            </p:cNvPr>
            <p:cNvCxnSpPr>
              <a:cxnSpLocks/>
            </p:cNvCxnSpPr>
            <p:nvPr userDrawn="1"/>
          </p:nvCxnSpPr>
          <p:spPr>
            <a:xfrm>
              <a:off x="6221338" y="6657690"/>
              <a:ext cx="71215" cy="0"/>
            </a:xfrm>
            <a:prstGeom prst="line">
              <a:avLst/>
            </a:prstGeom>
            <a:noFill/>
            <a:ln w="28575" cap="flat" cmpd="sng" algn="ctr">
              <a:solidFill>
                <a:srgbClr val="FE5000"/>
              </a:solidFill>
              <a:prstDash val="solid"/>
              <a:miter lim="800000"/>
            </a:ln>
            <a:effectLst/>
          </p:spPr>
        </p:cxnSp>
      </p:grpSp>
      <p:cxnSp>
        <p:nvCxnSpPr>
          <p:cNvPr id="32" name="Straight Connector 31">
            <a:extLst>
              <a:ext uri="{FF2B5EF4-FFF2-40B4-BE49-F238E27FC236}">
                <a16:creationId xmlns:a16="http://schemas.microsoft.com/office/drawing/2014/main" id="{BE4EDD91-DC9D-46F2-A44B-D5FA4C5B0057}"/>
              </a:ext>
            </a:extLst>
          </p:cNvPr>
          <p:cNvCxnSpPr>
            <a:cxnSpLocks/>
          </p:cNvCxnSpPr>
          <p:nvPr userDrawn="1"/>
        </p:nvCxnSpPr>
        <p:spPr>
          <a:xfrm>
            <a:off x="0" y="6496048"/>
            <a:ext cx="12192000" cy="0"/>
          </a:xfrm>
          <a:prstGeom prst="line">
            <a:avLst/>
          </a:prstGeom>
          <a:noFill/>
          <a:ln w="6350" cap="flat" cmpd="sng" algn="ctr">
            <a:solidFill>
              <a:sysClr val="window" lastClr="FFFFFF">
                <a:lumMod val="85000"/>
              </a:sysClr>
            </a:solidFill>
            <a:prstDash val="solid"/>
            <a:miter lim="800000"/>
          </a:ln>
          <a:effectLst/>
        </p:spPr>
      </p:cxnSp>
      <p:sp>
        <p:nvSpPr>
          <p:cNvPr id="33" name="Slide Number Placeholder 5">
            <a:extLst>
              <a:ext uri="{FF2B5EF4-FFF2-40B4-BE49-F238E27FC236}">
                <a16:creationId xmlns:a16="http://schemas.microsoft.com/office/drawing/2014/main" id="{7A60D82B-B423-4731-A37E-06F96DBFA0F9}"/>
              </a:ext>
            </a:extLst>
          </p:cNvPr>
          <p:cNvSpPr txBox="1">
            <a:spLocks/>
          </p:cNvSpPr>
          <p:nvPr userDrawn="1"/>
        </p:nvSpPr>
        <p:spPr>
          <a:xfrm>
            <a:off x="5905500" y="6499675"/>
            <a:ext cx="380999"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tint val="75000"/>
                  </a:schemeClr>
                </a:solidFill>
                <a:latin typeface="Poppins" panose="00000500000000000000" pitchFamily="50" charset="0"/>
                <a:ea typeface="+mn-ea"/>
                <a:cs typeface="Poppin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AF63893-4B0C-4F88-9650-53ECAF8C5052}" type="slidenum">
              <a:rPr kumimoji="0" lang="en-IN" sz="1000" b="0" i="0" u="none" strike="noStrike" kern="1200" cap="none" spc="0" normalizeH="0" baseline="0" noProof="0" smtClean="0">
                <a:ln>
                  <a:noFill/>
                </a:ln>
                <a:solidFill>
                  <a:prstClr val="black">
                    <a:tint val="75000"/>
                  </a:prstClr>
                </a:solidFill>
                <a:effectLst/>
                <a:uLnTx/>
                <a:uFillTx/>
                <a:latin typeface="Poppins" panose="00000500000000000000" pitchFamily="50" charset="0"/>
                <a:ea typeface="+mn-ea"/>
                <a:cs typeface="Poppins" panose="00000500000000000000"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IN" sz="1000" b="0" i="0" u="none" strike="noStrike" kern="1200" cap="none" spc="0" normalizeH="0" baseline="0" noProof="0">
              <a:ln>
                <a:noFill/>
              </a:ln>
              <a:solidFill>
                <a:prstClr val="black">
                  <a:tint val="75000"/>
                </a:prstClr>
              </a:solidFill>
              <a:effectLst/>
              <a:uLnTx/>
              <a:uFillTx/>
              <a:latin typeface="Poppins" panose="00000500000000000000" pitchFamily="50" charset="0"/>
              <a:ea typeface="+mn-ea"/>
              <a:cs typeface="Poppins" panose="00000500000000000000" pitchFamily="50" charset="0"/>
            </a:endParaRPr>
          </a:p>
        </p:txBody>
      </p:sp>
      <p:grpSp>
        <p:nvGrpSpPr>
          <p:cNvPr id="35" name="Group 34">
            <a:extLst>
              <a:ext uri="{FF2B5EF4-FFF2-40B4-BE49-F238E27FC236}">
                <a16:creationId xmlns:a16="http://schemas.microsoft.com/office/drawing/2014/main" id="{A2828383-ED71-4DAB-B59D-76D2F1AF0FC7}"/>
              </a:ext>
            </a:extLst>
          </p:cNvPr>
          <p:cNvGrpSpPr/>
          <p:nvPr userDrawn="1"/>
        </p:nvGrpSpPr>
        <p:grpSpPr>
          <a:xfrm>
            <a:off x="762411" y="520460"/>
            <a:ext cx="1672799" cy="182714"/>
            <a:chOff x="762411" y="520460"/>
            <a:chExt cx="1672799" cy="182714"/>
          </a:xfrm>
        </p:grpSpPr>
        <p:sp>
          <p:nvSpPr>
            <p:cNvPr id="36" name="Freeform: Shape 35">
              <a:extLst>
                <a:ext uri="{FF2B5EF4-FFF2-40B4-BE49-F238E27FC236}">
                  <a16:creationId xmlns:a16="http://schemas.microsoft.com/office/drawing/2014/main" id="{B2CD9F59-9C9B-4207-BF24-E6504A6F9C9A}"/>
                </a:ext>
              </a:extLst>
            </p:cNvPr>
            <p:cNvSpPr/>
            <p:nvPr/>
          </p:nvSpPr>
          <p:spPr>
            <a:xfrm>
              <a:off x="1410136" y="520460"/>
              <a:ext cx="175054" cy="182531"/>
            </a:xfrm>
            <a:custGeom>
              <a:avLst/>
              <a:gdLst>
                <a:gd name="connsiteX0" fmla="*/ 85841 w 175054"/>
                <a:gd name="connsiteY0" fmla="*/ -9 h 182531"/>
                <a:gd name="connsiteX1" fmla="*/ -113 w 175054"/>
                <a:gd name="connsiteY1" fmla="*/ -9 h 182531"/>
                <a:gd name="connsiteX2" fmla="*/ -113 w 175054"/>
                <a:gd name="connsiteY2" fmla="*/ 182340 h 182531"/>
                <a:gd name="connsiteX3" fmla="*/ 85841 w 175054"/>
                <a:gd name="connsiteY3" fmla="*/ 182340 h 182531"/>
                <a:gd name="connsiteX4" fmla="*/ 174941 w 175054"/>
                <a:gd name="connsiteY4" fmla="*/ 90983 h 182531"/>
                <a:gd name="connsiteX5" fmla="*/ 85841 w 175054"/>
                <a:gd name="connsiteY5" fmla="*/ -192 h 182531"/>
                <a:gd name="connsiteX6" fmla="*/ 85841 w 175054"/>
                <a:gd name="connsiteY6" fmla="*/ 155284 h 182531"/>
                <a:gd name="connsiteX7" fmla="*/ 29381 w 175054"/>
                <a:gd name="connsiteY7" fmla="*/ 157244 h 182531"/>
                <a:gd name="connsiteX8" fmla="*/ 29381 w 175054"/>
                <a:gd name="connsiteY8" fmla="*/ 26955 h 182531"/>
                <a:gd name="connsiteX9" fmla="*/ 85841 w 175054"/>
                <a:gd name="connsiteY9" fmla="*/ 26955 h 182531"/>
                <a:gd name="connsiteX10" fmla="*/ 143737 w 175054"/>
                <a:gd name="connsiteY10" fmla="*/ 91347 h 182531"/>
                <a:gd name="connsiteX11" fmla="*/ 85841 w 175054"/>
                <a:gd name="connsiteY11" fmla="*/ 155397 h 18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054" h="182531">
                  <a:moveTo>
                    <a:pt x="85841" y="-9"/>
                  </a:moveTo>
                  <a:lnTo>
                    <a:pt x="-113" y="-9"/>
                  </a:lnTo>
                  <a:lnTo>
                    <a:pt x="-113" y="182340"/>
                  </a:lnTo>
                  <a:lnTo>
                    <a:pt x="85841" y="182340"/>
                  </a:lnTo>
                  <a:cubicBezTo>
                    <a:pt x="140888" y="182340"/>
                    <a:pt x="174941" y="139488"/>
                    <a:pt x="174941" y="90983"/>
                  </a:cubicBezTo>
                  <a:cubicBezTo>
                    <a:pt x="174941" y="41885"/>
                    <a:pt x="140888" y="-192"/>
                    <a:pt x="85841" y="-192"/>
                  </a:cubicBezTo>
                  <a:moveTo>
                    <a:pt x="85841" y="155284"/>
                  </a:moveTo>
                  <a:lnTo>
                    <a:pt x="29381" y="157244"/>
                  </a:lnTo>
                  <a:lnTo>
                    <a:pt x="29381" y="26955"/>
                  </a:lnTo>
                  <a:lnTo>
                    <a:pt x="85841" y="26955"/>
                  </a:lnTo>
                  <a:cubicBezTo>
                    <a:pt x="122744" y="26955"/>
                    <a:pt x="143737" y="58160"/>
                    <a:pt x="143737" y="91347"/>
                  </a:cubicBezTo>
                  <a:cubicBezTo>
                    <a:pt x="143737" y="124535"/>
                    <a:pt x="122744" y="155397"/>
                    <a:pt x="85841" y="155397"/>
                  </a:cubicBezTo>
                </a:path>
              </a:pathLst>
            </a:custGeom>
            <a:solidFill>
              <a:schemeClr val="bg1"/>
            </a:solidFill>
            <a:ln w="2271"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A65260E4-75DC-49F2-A756-F17EC301B584}"/>
                </a:ext>
              </a:extLst>
            </p:cNvPr>
            <p:cNvSpPr/>
            <p:nvPr/>
          </p:nvSpPr>
          <p:spPr>
            <a:xfrm>
              <a:off x="762411" y="520643"/>
              <a:ext cx="171658" cy="182440"/>
            </a:xfrm>
            <a:custGeom>
              <a:avLst/>
              <a:gdLst>
                <a:gd name="connsiteX0" fmla="*/ 0 w 171658"/>
                <a:gd name="connsiteY0" fmla="*/ 26942 h 182440"/>
                <a:gd name="connsiteX1" fmla="*/ 71207 w 171658"/>
                <a:gd name="connsiteY1" fmla="*/ 26942 h 182440"/>
                <a:gd name="connsiteX2" fmla="*/ 71207 w 171658"/>
                <a:gd name="connsiteY2" fmla="*/ 182440 h 182440"/>
                <a:gd name="connsiteX3" fmla="*/ 100725 w 171658"/>
                <a:gd name="connsiteY3" fmla="*/ 182440 h 182440"/>
                <a:gd name="connsiteX4" fmla="*/ 100725 w 171658"/>
                <a:gd name="connsiteY4" fmla="*/ 26942 h 182440"/>
                <a:gd name="connsiteX5" fmla="*/ 156136 w 171658"/>
                <a:gd name="connsiteY5" fmla="*/ 26942 h 182440"/>
                <a:gd name="connsiteX6" fmla="*/ 171659 w 171658"/>
                <a:gd name="connsiteY6" fmla="*/ 46 h 182440"/>
                <a:gd name="connsiteX7" fmla="*/ 171659 w 171658"/>
                <a:gd name="connsiteY7" fmla="*/ 0 h 182440"/>
                <a:gd name="connsiteX8" fmla="*/ 0 w 171658"/>
                <a:gd name="connsiteY8" fmla="*/ 0 h 182440"/>
                <a:gd name="connsiteX9" fmla="*/ 0 w 171658"/>
                <a:gd name="connsiteY9" fmla="*/ 26942 h 1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658" h="182440">
                  <a:moveTo>
                    <a:pt x="0" y="26942"/>
                  </a:moveTo>
                  <a:lnTo>
                    <a:pt x="71207" y="26942"/>
                  </a:lnTo>
                  <a:lnTo>
                    <a:pt x="71207" y="182440"/>
                  </a:lnTo>
                  <a:lnTo>
                    <a:pt x="100725" y="182440"/>
                  </a:lnTo>
                  <a:lnTo>
                    <a:pt x="100725" y="26942"/>
                  </a:lnTo>
                  <a:lnTo>
                    <a:pt x="156136" y="26942"/>
                  </a:lnTo>
                  <a:lnTo>
                    <a:pt x="171659" y="46"/>
                  </a:lnTo>
                  <a:lnTo>
                    <a:pt x="171659" y="0"/>
                  </a:lnTo>
                  <a:lnTo>
                    <a:pt x="0" y="0"/>
                  </a:lnTo>
                  <a:lnTo>
                    <a:pt x="0" y="26942"/>
                  </a:lnTo>
                  <a:close/>
                </a:path>
              </a:pathLst>
            </a:custGeom>
            <a:solidFill>
              <a:schemeClr val="bg1"/>
            </a:solidFill>
            <a:ln w="2271"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CF5A234C-D77D-446F-86A0-2209E47295EE}"/>
                </a:ext>
              </a:extLst>
            </p:cNvPr>
            <p:cNvSpPr/>
            <p:nvPr/>
          </p:nvSpPr>
          <p:spPr>
            <a:xfrm>
              <a:off x="2267244" y="520643"/>
              <a:ext cx="167966" cy="182440"/>
            </a:xfrm>
            <a:custGeom>
              <a:avLst/>
              <a:gdLst>
                <a:gd name="connsiteX0" fmla="*/ 29518 w 167966"/>
                <a:gd name="connsiteY0" fmla="*/ 104691 h 182440"/>
                <a:gd name="connsiteX1" fmla="*/ 132522 w 167966"/>
                <a:gd name="connsiteY1" fmla="*/ 104691 h 182440"/>
                <a:gd name="connsiteX2" fmla="*/ 132522 w 167966"/>
                <a:gd name="connsiteY2" fmla="*/ 77453 h 182440"/>
                <a:gd name="connsiteX3" fmla="*/ 29518 w 167966"/>
                <a:gd name="connsiteY3" fmla="*/ 77453 h 182440"/>
                <a:gd name="connsiteX4" fmla="*/ 29518 w 167966"/>
                <a:gd name="connsiteY4" fmla="*/ 26942 h 182440"/>
                <a:gd name="connsiteX5" fmla="*/ 152489 w 167966"/>
                <a:gd name="connsiteY5" fmla="*/ 26942 h 182440"/>
                <a:gd name="connsiteX6" fmla="*/ 167966 w 167966"/>
                <a:gd name="connsiteY6" fmla="*/ 0 h 182440"/>
                <a:gd name="connsiteX7" fmla="*/ 0 w 167966"/>
                <a:gd name="connsiteY7" fmla="*/ 0 h 182440"/>
                <a:gd name="connsiteX8" fmla="*/ 0 w 167966"/>
                <a:gd name="connsiteY8" fmla="*/ 182440 h 182440"/>
                <a:gd name="connsiteX9" fmla="*/ 167966 w 167966"/>
                <a:gd name="connsiteY9" fmla="*/ 182440 h 182440"/>
                <a:gd name="connsiteX10" fmla="*/ 167966 w 167966"/>
                <a:gd name="connsiteY10" fmla="*/ 155589 h 182440"/>
                <a:gd name="connsiteX11" fmla="*/ 167966 w 167966"/>
                <a:gd name="connsiteY11" fmla="*/ 155475 h 182440"/>
                <a:gd name="connsiteX12" fmla="*/ 29518 w 167966"/>
                <a:gd name="connsiteY12" fmla="*/ 155475 h 182440"/>
                <a:gd name="connsiteX13" fmla="*/ 29518 w 167966"/>
                <a:gd name="connsiteY13" fmla="*/ 104691 h 1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966" h="182440">
                  <a:moveTo>
                    <a:pt x="29518" y="104691"/>
                  </a:moveTo>
                  <a:lnTo>
                    <a:pt x="132522" y="104691"/>
                  </a:lnTo>
                  <a:lnTo>
                    <a:pt x="132522" y="77453"/>
                  </a:lnTo>
                  <a:lnTo>
                    <a:pt x="29518" y="77453"/>
                  </a:lnTo>
                  <a:lnTo>
                    <a:pt x="29518" y="26942"/>
                  </a:lnTo>
                  <a:lnTo>
                    <a:pt x="152489" y="26942"/>
                  </a:lnTo>
                  <a:lnTo>
                    <a:pt x="167966" y="0"/>
                  </a:lnTo>
                  <a:lnTo>
                    <a:pt x="0" y="0"/>
                  </a:lnTo>
                  <a:lnTo>
                    <a:pt x="0" y="182440"/>
                  </a:lnTo>
                  <a:lnTo>
                    <a:pt x="167966" y="182440"/>
                  </a:lnTo>
                  <a:lnTo>
                    <a:pt x="167966" y="155589"/>
                  </a:lnTo>
                  <a:lnTo>
                    <a:pt x="167966" y="155475"/>
                  </a:lnTo>
                  <a:lnTo>
                    <a:pt x="29518" y="155475"/>
                  </a:lnTo>
                  <a:lnTo>
                    <a:pt x="29518" y="104691"/>
                  </a:lnTo>
                  <a:close/>
                </a:path>
              </a:pathLst>
            </a:custGeom>
            <a:solidFill>
              <a:schemeClr val="bg1"/>
            </a:solidFill>
            <a:ln w="2271"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DB7BF782-D793-405F-B83A-333DE92D7E8B}"/>
                </a:ext>
              </a:extLst>
            </p:cNvPr>
            <p:cNvSpPr/>
            <p:nvPr/>
          </p:nvSpPr>
          <p:spPr>
            <a:xfrm>
              <a:off x="974345" y="520711"/>
              <a:ext cx="175146" cy="182371"/>
            </a:xfrm>
            <a:custGeom>
              <a:avLst/>
              <a:gdLst>
                <a:gd name="connsiteX0" fmla="*/ 131064 w 175146"/>
                <a:gd name="connsiteY0" fmla="*/ 104157 h 182371"/>
                <a:gd name="connsiteX1" fmla="*/ 175033 w 175146"/>
                <a:gd name="connsiteY1" fmla="*/ 52234 h 182371"/>
                <a:gd name="connsiteX2" fmla="*/ 125092 w 175146"/>
                <a:gd name="connsiteY2" fmla="*/ -192 h 182371"/>
                <a:gd name="connsiteX3" fmla="*/ -113 w 175146"/>
                <a:gd name="connsiteY3" fmla="*/ -192 h 182371"/>
                <a:gd name="connsiteX4" fmla="*/ -113 w 175146"/>
                <a:gd name="connsiteY4" fmla="*/ 182157 h 182371"/>
                <a:gd name="connsiteX5" fmla="*/ 29518 w 175146"/>
                <a:gd name="connsiteY5" fmla="*/ 182157 h 182371"/>
                <a:gd name="connsiteX6" fmla="*/ 29518 w 175146"/>
                <a:gd name="connsiteY6" fmla="*/ 104431 h 182371"/>
                <a:gd name="connsiteX7" fmla="*/ 94594 w 175146"/>
                <a:gd name="connsiteY7" fmla="*/ 104431 h 182371"/>
                <a:gd name="connsiteX8" fmla="*/ 139406 w 175146"/>
                <a:gd name="connsiteY8" fmla="*/ 182180 h 182371"/>
                <a:gd name="connsiteX9" fmla="*/ 172320 w 175146"/>
                <a:gd name="connsiteY9" fmla="*/ 182180 h 182371"/>
                <a:gd name="connsiteX10" fmla="*/ 127212 w 175146"/>
                <a:gd name="connsiteY10" fmla="*/ 104157 h 182371"/>
                <a:gd name="connsiteX11" fmla="*/ 131064 w 175146"/>
                <a:gd name="connsiteY11" fmla="*/ 104157 h 182371"/>
                <a:gd name="connsiteX12" fmla="*/ 125092 w 175146"/>
                <a:gd name="connsiteY12" fmla="*/ 77193 h 182371"/>
                <a:gd name="connsiteX13" fmla="*/ 29404 w 175146"/>
                <a:gd name="connsiteY13" fmla="*/ 77193 h 182371"/>
                <a:gd name="connsiteX14" fmla="*/ 29404 w 175146"/>
                <a:gd name="connsiteY14" fmla="*/ 26705 h 182371"/>
                <a:gd name="connsiteX15" fmla="*/ 125001 w 175146"/>
                <a:gd name="connsiteY15" fmla="*/ 26705 h 182371"/>
                <a:gd name="connsiteX16" fmla="*/ 145515 w 175146"/>
                <a:gd name="connsiteY16" fmla="*/ 52530 h 182371"/>
                <a:gd name="connsiteX17" fmla="*/ 125001 w 175146"/>
                <a:gd name="connsiteY17" fmla="*/ 77193 h 18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5146" h="182371">
                  <a:moveTo>
                    <a:pt x="131064" y="104157"/>
                  </a:moveTo>
                  <a:cubicBezTo>
                    <a:pt x="161698" y="101604"/>
                    <a:pt x="175033" y="78059"/>
                    <a:pt x="175033" y="52234"/>
                  </a:cubicBezTo>
                  <a:cubicBezTo>
                    <a:pt x="175033" y="24152"/>
                    <a:pt x="158006" y="-192"/>
                    <a:pt x="125092" y="-192"/>
                  </a:cubicBezTo>
                  <a:lnTo>
                    <a:pt x="-113" y="-192"/>
                  </a:lnTo>
                  <a:lnTo>
                    <a:pt x="-113" y="182157"/>
                  </a:lnTo>
                  <a:lnTo>
                    <a:pt x="29518" y="182157"/>
                  </a:lnTo>
                  <a:lnTo>
                    <a:pt x="29518" y="104431"/>
                  </a:lnTo>
                  <a:lnTo>
                    <a:pt x="94594" y="104431"/>
                  </a:lnTo>
                  <a:lnTo>
                    <a:pt x="139406" y="182180"/>
                  </a:lnTo>
                  <a:lnTo>
                    <a:pt x="172320" y="182180"/>
                  </a:lnTo>
                  <a:lnTo>
                    <a:pt x="127212" y="104157"/>
                  </a:lnTo>
                  <a:lnTo>
                    <a:pt x="131064" y="104157"/>
                  </a:lnTo>
                  <a:close/>
                  <a:moveTo>
                    <a:pt x="125092" y="77193"/>
                  </a:moveTo>
                  <a:lnTo>
                    <a:pt x="29404" y="77193"/>
                  </a:lnTo>
                  <a:lnTo>
                    <a:pt x="29404" y="26705"/>
                  </a:lnTo>
                  <a:lnTo>
                    <a:pt x="125001" y="26705"/>
                  </a:lnTo>
                  <a:cubicBezTo>
                    <a:pt x="139201" y="26705"/>
                    <a:pt x="145515" y="39173"/>
                    <a:pt x="145515" y="52530"/>
                  </a:cubicBezTo>
                  <a:cubicBezTo>
                    <a:pt x="145515" y="66411"/>
                    <a:pt x="139839" y="77193"/>
                    <a:pt x="125001" y="77193"/>
                  </a:cubicBezTo>
                </a:path>
              </a:pathLst>
            </a:custGeom>
            <a:solidFill>
              <a:schemeClr val="bg1"/>
            </a:solidFill>
            <a:ln w="2271"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6CC13B81-71FD-4ED9-B02F-852E7E4B3DD5}"/>
                </a:ext>
              </a:extLst>
            </p:cNvPr>
            <p:cNvSpPr/>
            <p:nvPr/>
          </p:nvSpPr>
          <p:spPr>
            <a:xfrm>
              <a:off x="2060848" y="520643"/>
              <a:ext cx="161561" cy="182531"/>
            </a:xfrm>
            <a:custGeom>
              <a:avLst/>
              <a:gdLst>
                <a:gd name="connsiteX0" fmla="*/ 31091 w 161561"/>
                <a:gd name="connsiteY0" fmla="*/ 91165 h 182531"/>
                <a:gd name="connsiteX1" fmla="*/ 88964 w 161561"/>
                <a:gd name="connsiteY1" fmla="*/ 26773 h 182531"/>
                <a:gd name="connsiteX2" fmla="*/ 145811 w 161561"/>
                <a:gd name="connsiteY2" fmla="*/ 26773 h 182531"/>
                <a:gd name="connsiteX3" fmla="*/ 161448 w 161561"/>
                <a:gd name="connsiteY3" fmla="*/ -192 h 182531"/>
                <a:gd name="connsiteX4" fmla="*/ 88964 w 161561"/>
                <a:gd name="connsiteY4" fmla="*/ -192 h 182531"/>
                <a:gd name="connsiteX5" fmla="*/ -113 w 161561"/>
                <a:gd name="connsiteY5" fmla="*/ 90983 h 182531"/>
                <a:gd name="connsiteX6" fmla="*/ 88964 w 161561"/>
                <a:gd name="connsiteY6" fmla="*/ 182340 h 182531"/>
                <a:gd name="connsiteX7" fmla="*/ 161448 w 161561"/>
                <a:gd name="connsiteY7" fmla="*/ 182340 h 182531"/>
                <a:gd name="connsiteX8" fmla="*/ 161448 w 161561"/>
                <a:gd name="connsiteY8" fmla="*/ 155215 h 182531"/>
                <a:gd name="connsiteX9" fmla="*/ 88964 w 161561"/>
                <a:gd name="connsiteY9" fmla="*/ 155215 h 182531"/>
                <a:gd name="connsiteX10" fmla="*/ 31091 w 161561"/>
                <a:gd name="connsiteY10" fmla="*/ 91097 h 18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561" h="182531">
                  <a:moveTo>
                    <a:pt x="31091" y="91165"/>
                  </a:moveTo>
                  <a:cubicBezTo>
                    <a:pt x="31091" y="57977"/>
                    <a:pt x="52084" y="26773"/>
                    <a:pt x="88964" y="26773"/>
                  </a:cubicBezTo>
                  <a:lnTo>
                    <a:pt x="145811" y="26773"/>
                  </a:lnTo>
                  <a:lnTo>
                    <a:pt x="161448" y="-192"/>
                  </a:lnTo>
                  <a:lnTo>
                    <a:pt x="88964" y="-192"/>
                  </a:lnTo>
                  <a:cubicBezTo>
                    <a:pt x="33917" y="-192"/>
                    <a:pt x="-113" y="41794"/>
                    <a:pt x="-113" y="90983"/>
                  </a:cubicBezTo>
                  <a:cubicBezTo>
                    <a:pt x="-113" y="139488"/>
                    <a:pt x="33917" y="182340"/>
                    <a:pt x="88964" y="182340"/>
                  </a:cubicBezTo>
                  <a:lnTo>
                    <a:pt x="161448" y="182340"/>
                  </a:lnTo>
                  <a:lnTo>
                    <a:pt x="161448" y="155215"/>
                  </a:lnTo>
                  <a:lnTo>
                    <a:pt x="88964" y="155215"/>
                  </a:lnTo>
                  <a:cubicBezTo>
                    <a:pt x="52084" y="155215"/>
                    <a:pt x="31091" y="124011"/>
                    <a:pt x="31091" y="91097"/>
                  </a:cubicBezTo>
                </a:path>
              </a:pathLst>
            </a:custGeom>
            <a:solidFill>
              <a:schemeClr val="bg1"/>
            </a:solidFill>
            <a:ln w="2271"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1DEDD438-DB8D-4FE3-A5EA-37376D9C2F5D}"/>
                </a:ext>
              </a:extLst>
            </p:cNvPr>
            <p:cNvSpPr/>
            <p:nvPr/>
          </p:nvSpPr>
          <p:spPr>
            <a:xfrm>
              <a:off x="1844491" y="520643"/>
              <a:ext cx="171658" cy="182440"/>
            </a:xfrm>
            <a:custGeom>
              <a:avLst/>
              <a:gdLst>
                <a:gd name="connsiteX0" fmla="*/ 142164 w 171658"/>
                <a:gd name="connsiteY0" fmla="*/ 0 h 182440"/>
                <a:gd name="connsiteX1" fmla="*/ 142164 w 171658"/>
                <a:gd name="connsiteY1" fmla="*/ 135622 h 182440"/>
                <a:gd name="connsiteX2" fmla="*/ 27808 w 171658"/>
                <a:gd name="connsiteY2" fmla="*/ 0 h 182440"/>
                <a:gd name="connsiteX3" fmla="*/ 0 w 171658"/>
                <a:gd name="connsiteY3" fmla="*/ 0 h 182440"/>
                <a:gd name="connsiteX4" fmla="*/ 0 w 171658"/>
                <a:gd name="connsiteY4" fmla="*/ 182440 h 182440"/>
                <a:gd name="connsiteX5" fmla="*/ 14770 w 171658"/>
                <a:gd name="connsiteY5" fmla="*/ 182440 h 182440"/>
                <a:gd name="connsiteX6" fmla="*/ 29518 w 171658"/>
                <a:gd name="connsiteY6" fmla="*/ 182440 h 182440"/>
                <a:gd name="connsiteX7" fmla="*/ 29518 w 171658"/>
                <a:gd name="connsiteY7" fmla="*/ 46522 h 182440"/>
                <a:gd name="connsiteX8" fmla="*/ 143850 w 171658"/>
                <a:gd name="connsiteY8" fmla="*/ 182440 h 182440"/>
                <a:gd name="connsiteX9" fmla="*/ 171659 w 171658"/>
                <a:gd name="connsiteY9" fmla="*/ 182440 h 182440"/>
                <a:gd name="connsiteX10" fmla="*/ 171659 w 171658"/>
                <a:gd name="connsiteY10" fmla="*/ 0 h 182440"/>
                <a:gd name="connsiteX11" fmla="*/ 156865 w 171658"/>
                <a:gd name="connsiteY11" fmla="*/ 0 h 182440"/>
                <a:gd name="connsiteX12" fmla="*/ 142164 w 171658"/>
                <a:gd name="connsiteY12" fmla="*/ 0 h 1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658" h="182440">
                  <a:moveTo>
                    <a:pt x="142164" y="0"/>
                  </a:moveTo>
                  <a:lnTo>
                    <a:pt x="142164" y="135622"/>
                  </a:lnTo>
                  <a:lnTo>
                    <a:pt x="27808" y="0"/>
                  </a:lnTo>
                  <a:lnTo>
                    <a:pt x="0" y="0"/>
                  </a:lnTo>
                  <a:lnTo>
                    <a:pt x="0" y="182440"/>
                  </a:lnTo>
                  <a:lnTo>
                    <a:pt x="14770" y="182440"/>
                  </a:lnTo>
                  <a:lnTo>
                    <a:pt x="29518" y="182440"/>
                  </a:lnTo>
                  <a:lnTo>
                    <a:pt x="29518" y="46522"/>
                  </a:lnTo>
                  <a:lnTo>
                    <a:pt x="143850" y="182440"/>
                  </a:lnTo>
                  <a:lnTo>
                    <a:pt x="171659" y="182440"/>
                  </a:lnTo>
                  <a:lnTo>
                    <a:pt x="171659" y="0"/>
                  </a:lnTo>
                  <a:lnTo>
                    <a:pt x="156865" y="0"/>
                  </a:lnTo>
                  <a:lnTo>
                    <a:pt x="142164" y="0"/>
                  </a:lnTo>
                  <a:close/>
                </a:path>
              </a:pathLst>
            </a:custGeom>
            <a:solidFill>
              <a:schemeClr val="bg1"/>
            </a:solidFill>
            <a:ln w="2271"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C44890AB-2AE8-44EF-B915-FD338BC8EA8B}"/>
                </a:ext>
              </a:extLst>
            </p:cNvPr>
            <p:cNvSpPr/>
            <p:nvPr/>
          </p:nvSpPr>
          <p:spPr>
            <a:xfrm>
              <a:off x="1629160" y="520643"/>
              <a:ext cx="167966" cy="182440"/>
            </a:xfrm>
            <a:custGeom>
              <a:avLst/>
              <a:gdLst>
                <a:gd name="connsiteX0" fmla="*/ 152489 w 167966"/>
                <a:gd name="connsiteY0" fmla="*/ 26942 h 182440"/>
                <a:gd name="connsiteX1" fmla="*/ 167966 w 167966"/>
                <a:gd name="connsiteY1" fmla="*/ 0 h 182440"/>
                <a:gd name="connsiteX2" fmla="*/ 0 w 167966"/>
                <a:gd name="connsiteY2" fmla="*/ 0 h 182440"/>
                <a:gd name="connsiteX3" fmla="*/ 0 w 167966"/>
                <a:gd name="connsiteY3" fmla="*/ 182440 h 182440"/>
                <a:gd name="connsiteX4" fmla="*/ 167966 w 167966"/>
                <a:gd name="connsiteY4" fmla="*/ 182440 h 182440"/>
                <a:gd name="connsiteX5" fmla="*/ 167966 w 167966"/>
                <a:gd name="connsiteY5" fmla="*/ 155589 h 182440"/>
                <a:gd name="connsiteX6" fmla="*/ 167966 w 167966"/>
                <a:gd name="connsiteY6" fmla="*/ 155475 h 182440"/>
                <a:gd name="connsiteX7" fmla="*/ 29495 w 167966"/>
                <a:gd name="connsiteY7" fmla="*/ 155475 h 182440"/>
                <a:gd name="connsiteX8" fmla="*/ 29495 w 167966"/>
                <a:gd name="connsiteY8" fmla="*/ 104691 h 182440"/>
                <a:gd name="connsiteX9" fmla="*/ 132499 w 167966"/>
                <a:gd name="connsiteY9" fmla="*/ 104691 h 182440"/>
                <a:gd name="connsiteX10" fmla="*/ 132499 w 167966"/>
                <a:gd name="connsiteY10" fmla="*/ 77453 h 182440"/>
                <a:gd name="connsiteX11" fmla="*/ 29495 w 167966"/>
                <a:gd name="connsiteY11" fmla="*/ 77453 h 182440"/>
                <a:gd name="connsiteX12" fmla="*/ 29495 w 167966"/>
                <a:gd name="connsiteY12" fmla="*/ 26942 h 182440"/>
                <a:gd name="connsiteX13" fmla="*/ 152489 w 167966"/>
                <a:gd name="connsiteY13" fmla="*/ 26942 h 1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966" h="182440">
                  <a:moveTo>
                    <a:pt x="152489" y="26942"/>
                  </a:moveTo>
                  <a:lnTo>
                    <a:pt x="167966" y="0"/>
                  </a:lnTo>
                  <a:lnTo>
                    <a:pt x="0" y="0"/>
                  </a:lnTo>
                  <a:lnTo>
                    <a:pt x="0" y="182440"/>
                  </a:lnTo>
                  <a:lnTo>
                    <a:pt x="167966" y="182440"/>
                  </a:lnTo>
                  <a:lnTo>
                    <a:pt x="167966" y="155589"/>
                  </a:lnTo>
                  <a:lnTo>
                    <a:pt x="167966" y="155475"/>
                  </a:lnTo>
                  <a:lnTo>
                    <a:pt x="29495" y="155475"/>
                  </a:lnTo>
                  <a:lnTo>
                    <a:pt x="29495" y="104691"/>
                  </a:lnTo>
                  <a:lnTo>
                    <a:pt x="132499" y="104691"/>
                  </a:lnTo>
                  <a:lnTo>
                    <a:pt x="132499" y="77453"/>
                  </a:lnTo>
                  <a:lnTo>
                    <a:pt x="29495" y="77453"/>
                  </a:lnTo>
                  <a:lnTo>
                    <a:pt x="29495" y="26942"/>
                  </a:lnTo>
                  <a:lnTo>
                    <a:pt x="152489" y="26942"/>
                  </a:lnTo>
                  <a:close/>
                </a:path>
              </a:pathLst>
            </a:custGeom>
            <a:solidFill>
              <a:schemeClr val="bg1"/>
            </a:solidFill>
            <a:ln w="2271"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E27C962F-669C-44D7-ABA2-CCE9F941FB1B}"/>
                </a:ext>
              </a:extLst>
            </p:cNvPr>
            <p:cNvSpPr/>
            <p:nvPr/>
          </p:nvSpPr>
          <p:spPr>
            <a:xfrm>
              <a:off x="1194782" y="520643"/>
              <a:ext cx="167966" cy="182440"/>
            </a:xfrm>
            <a:custGeom>
              <a:avLst/>
              <a:gdLst>
                <a:gd name="connsiteX0" fmla="*/ 152489 w 167966"/>
                <a:gd name="connsiteY0" fmla="*/ 26942 h 182440"/>
                <a:gd name="connsiteX1" fmla="*/ 167966 w 167966"/>
                <a:gd name="connsiteY1" fmla="*/ 0 h 182440"/>
                <a:gd name="connsiteX2" fmla="*/ 0 w 167966"/>
                <a:gd name="connsiteY2" fmla="*/ 0 h 182440"/>
                <a:gd name="connsiteX3" fmla="*/ 0 w 167966"/>
                <a:gd name="connsiteY3" fmla="*/ 182440 h 182440"/>
                <a:gd name="connsiteX4" fmla="*/ 167966 w 167966"/>
                <a:gd name="connsiteY4" fmla="*/ 182440 h 182440"/>
                <a:gd name="connsiteX5" fmla="*/ 167966 w 167966"/>
                <a:gd name="connsiteY5" fmla="*/ 155589 h 182440"/>
                <a:gd name="connsiteX6" fmla="*/ 167966 w 167966"/>
                <a:gd name="connsiteY6" fmla="*/ 155475 h 182440"/>
                <a:gd name="connsiteX7" fmla="*/ 29518 w 167966"/>
                <a:gd name="connsiteY7" fmla="*/ 155475 h 182440"/>
                <a:gd name="connsiteX8" fmla="*/ 29518 w 167966"/>
                <a:gd name="connsiteY8" fmla="*/ 104691 h 182440"/>
                <a:gd name="connsiteX9" fmla="*/ 132499 w 167966"/>
                <a:gd name="connsiteY9" fmla="*/ 104691 h 182440"/>
                <a:gd name="connsiteX10" fmla="*/ 132499 w 167966"/>
                <a:gd name="connsiteY10" fmla="*/ 77453 h 182440"/>
                <a:gd name="connsiteX11" fmla="*/ 29518 w 167966"/>
                <a:gd name="connsiteY11" fmla="*/ 77453 h 182440"/>
                <a:gd name="connsiteX12" fmla="*/ 29518 w 167966"/>
                <a:gd name="connsiteY12" fmla="*/ 26942 h 182440"/>
                <a:gd name="connsiteX13" fmla="*/ 152489 w 167966"/>
                <a:gd name="connsiteY13" fmla="*/ 26942 h 1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966" h="182440">
                  <a:moveTo>
                    <a:pt x="152489" y="26942"/>
                  </a:moveTo>
                  <a:lnTo>
                    <a:pt x="167966" y="0"/>
                  </a:lnTo>
                  <a:lnTo>
                    <a:pt x="0" y="0"/>
                  </a:lnTo>
                  <a:lnTo>
                    <a:pt x="0" y="182440"/>
                  </a:lnTo>
                  <a:lnTo>
                    <a:pt x="167966" y="182440"/>
                  </a:lnTo>
                  <a:lnTo>
                    <a:pt x="167966" y="155589"/>
                  </a:lnTo>
                  <a:lnTo>
                    <a:pt x="167966" y="155475"/>
                  </a:lnTo>
                  <a:lnTo>
                    <a:pt x="29518" y="155475"/>
                  </a:lnTo>
                  <a:lnTo>
                    <a:pt x="29518" y="104691"/>
                  </a:lnTo>
                  <a:lnTo>
                    <a:pt x="132499" y="104691"/>
                  </a:lnTo>
                  <a:lnTo>
                    <a:pt x="132499" y="77453"/>
                  </a:lnTo>
                  <a:lnTo>
                    <a:pt x="29518" y="77453"/>
                  </a:lnTo>
                  <a:lnTo>
                    <a:pt x="29518" y="26942"/>
                  </a:lnTo>
                  <a:lnTo>
                    <a:pt x="152489" y="26942"/>
                  </a:lnTo>
                  <a:close/>
                </a:path>
              </a:pathLst>
            </a:custGeom>
            <a:solidFill>
              <a:schemeClr val="bg1"/>
            </a:solidFill>
            <a:ln w="2271" cap="flat">
              <a:noFill/>
              <a:prstDash val="solid"/>
              <a:miter/>
            </a:ln>
          </p:spPr>
          <p:txBody>
            <a:bodyPr rtlCol="0" anchor="ctr"/>
            <a:lstStyle/>
            <a:p>
              <a:endParaRPr lang="en-IN"/>
            </a:p>
          </p:txBody>
        </p:sp>
      </p:grpSp>
      <p:pic>
        <p:nvPicPr>
          <p:cNvPr id="6" name="Picture 5" descr="A orange and black letter t&#10;&#10;AI-generated content may be incorrect.">
            <a:extLst>
              <a:ext uri="{FF2B5EF4-FFF2-40B4-BE49-F238E27FC236}">
                <a16:creationId xmlns:a16="http://schemas.microsoft.com/office/drawing/2014/main" id="{4537056D-E193-A710-7AF6-4D40819B3C9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109011069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796BD318-BFA6-4162-A9E6-3340BD627710}"/>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sp>
        <p:nvSpPr>
          <p:cNvPr id="20" name="Title 18">
            <a:extLst>
              <a:ext uri="{FF2B5EF4-FFF2-40B4-BE49-F238E27FC236}">
                <a16:creationId xmlns:a16="http://schemas.microsoft.com/office/drawing/2014/main" id="{7725916F-093B-4C56-85A1-46E7828AF415}"/>
              </a:ext>
            </a:extLst>
          </p:cNvPr>
          <p:cNvSpPr>
            <a:spLocks noGrp="1"/>
          </p:cNvSpPr>
          <p:nvPr>
            <p:ph type="title"/>
          </p:nvPr>
        </p:nvSpPr>
        <p:spPr>
          <a:xfrm>
            <a:off x="316392" y="266371"/>
            <a:ext cx="10972800" cy="584775"/>
          </a:xfrm>
          <a:prstGeom prst="rect">
            <a:avLst/>
          </a:prstGeom>
        </p:spPr>
        <p:txBody>
          <a:bodyPr/>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sp>
        <p:nvSpPr>
          <p:cNvPr id="25" name="Content Placeholder 21">
            <a:extLst>
              <a:ext uri="{FF2B5EF4-FFF2-40B4-BE49-F238E27FC236}">
                <a16:creationId xmlns:a16="http://schemas.microsoft.com/office/drawing/2014/main" id="{442361EB-3A00-488E-A73E-65766E41F9EC}"/>
              </a:ext>
            </a:extLst>
          </p:cNvPr>
          <p:cNvSpPr>
            <a:spLocks noGrp="1"/>
          </p:cNvSpPr>
          <p:nvPr>
            <p:ph sz="quarter" idx="10"/>
          </p:nvPr>
        </p:nvSpPr>
        <p:spPr>
          <a:xfrm>
            <a:off x="316392" y="1238496"/>
            <a:ext cx="11558635" cy="338554"/>
          </a:xfrm>
          <a:prstGeom prst="rect">
            <a:avLst/>
          </a:prstGeom>
          <a:noFill/>
        </p:spPr>
        <p:txBody>
          <a:bodyPr wrap="square" rtlCol="0">
            <a:spAutoFit/>
          </a:bodyPr>
          <a:lstStyle>
            <a:lvl1pPr marL="0" indent="0">
              <a:lnSpc>
                <a:spcPct val="100000"/>
              </a:lnSpc>
              <a:spcBef>
                <a:spcPts val="0"/>
              </a:spcBef>
              <a:buNone/>
              <a:defRPr lang="en-US" sz="1600" dirty="0" smtClean="0">
                <a:latin typeface="Poppins Light" panose="00000400000000000000" pitchFamily="50" charset="0"/>
                <a:cs typeface="Poppins Light" panose="00000400000000000000" pitchFamily="50" charset="0"/>
              </a:defRPr>
            </a:lvl1pPr>
            <a:lvl2pPr marL="2286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2pPr>
            <a:lvl3pPr marL="6858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3pPr>
            <a:lvl4pPr marL="11430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4pPr>
            <a:lvl5pPr marL="1600200" indent="0">
              <a:buNone/>
              <a:defRPr lang="en-IN" sz="1600" kern="1200" dirty="0" smtClean="0">
                <a:solidFill>
                  <a:schemeClr val="tx1"/>
                </a:solidFill>
                <a:latin typeface="Poppins Light" panose="00000400000000000000" pitchFamily="50" charset="0"/>
                <a:ea typeface="+mn-ea"/>
                <a:cs typeface="Poppins Light" panose="00000400000000000000" pitchFamily="50" charset="0"/>
              </a:defRPr>
            </a:lvl5pPr>
          </a:lstStyle>
          <a:p>
            <a:pPr marL="0" lvl="0"/>
            <a:r>
              <a:rPr lang="en-US"/>
              <a:t>Click to edit Master text styles</a:t>
            </a:r>
          </a:p>
        </p:txBody>
      </p:sp>
      <p:pic>
        <p:nvPicPr>
          <p:cNvPr id="2" name="Picture 1" descr="A orange and black letter t&#10;&#10;AI-generated content may be incorrect.">
            <a:extLst>
              <a:ext uri="{FF2B5EF4-FFF2-40B4-BE49-F238E27FC236}">
                <a16:creationId xmlns:a16="http://schemas.microsoft.com/office/drawing/2014/main" id="{CC964ACA-4F15-59F2-D7E5-E0BB93C327D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102688693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Body with Bullet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796BD318-BFA6-4162-A9E6-3340BD627710}"/>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sp>
        <p:nvSpPr>
          <p:cNvPr id="20" name="Title 18">
            <a:extLst>
              <a:ext uri="{FF2B5EF4-FFF2-40B4-BE49-F238E27FC236}">
                <a16:creationId xmlns:a16="http://schemas.microsoft.com/office/drawing/2014/main" id="{7725916F-093B-4C56-85A1-46E7828AF415}"/>
              </a:ext>
            </a:extLst>
          </p:cNvPr>
          <p:cNvSpPr>
            <a:spLocks noGrp="1"/>
          </p:cNvSpPr>
          <p:nvPr>
            <p:ph type="title"/>
          </p:nvPr>
        </p:nvSpPr>
        <p:spPr>
          <a:xfrm>
            <a:off x="316391" y="266371"/>
            <a:ext cx="10972800" cy="584775"/>
          </a:xfrm>
          <a:prstGeom prst="rect">
            <a:avLst/>
          </a:prstGeom>
        </p:spPr>
        <p:txBody>
          <a:bodyPr/>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sp>
        <p:nvSpPr>
          <p:cNvPr id="16" name="Content Placeholder 21">
            <a:extLst>
              <a:ext uri="{FF2B5EF4-FFF2-40B4-BE49-F238E27FC236}">
                <a16:creationId xmlns:a16="http://schemas.microsoft.com/office/drawing/2014/main" id="{D8FD7CD8-AB26-4FBF-988E-12C2941F2B14}"/>
              </a:ext>
            </a:extLst>
          </p:cNvPr>
          <p:cNvSpPr>
            <a:spLocks noGrp="1"/>
          </p:cNvSpPr>
          <p:nvPr>
            <p:ph sz="quarter" idx="10"/>
          </p:nvPr>
        </p:nvSpPr>
        <p:spPr>
          <a:xfrm>
            <a:off x="316392" y="1228558"/>
            <a:ext cx="11558635" cy="1462965"/>
          </a:xfrm>
          <a:prstGeom prst="rect">
            <a:avLst/>
          </a:prstGeom>
          <a:noFill/>
        </p:spPr>
        <p:txBody>
          <a:bodyPr wrap="square" rtlCol="0">
            <a:spAutoFit/>
          </a:bodyPr>
          <a:lstStyle>
            <a:lvl1pPr marL="0" indent="0">
              <a:buNone/>
              <a:defRPr lang="en-US" sz="1600" dirty="0" smtClean="0">
                <a:latin typeface="Poppins Light" panose="00000400000000000000" pitchFamily="50" charset="0"/>
                <a:cs typeface="Poppins Light" panose="00000400000000000000" pitchFamily="50" charset="0"/>
              </a:defRPr>
            </a:lvl1pPr>
            <a:lvl2pPr marL="742950" indent="-285750">
              <a:buFont typeface="Arial" panose="020B0604020202020204" pitchFamily="34" charset="0"/>
              <a:buChar char="•"/>
              <a:defRPr lang="en-US" sz="1600" kern="1200" dirty="0" smtClean="0">
                <a:solidFill>
                  <a:schemeClr val="tx1"/>
                </a:solidFill>
                <a:latin typeface="Poppins Light" panose="00000400000000000000" pitchFamily="50" charset="0"/>
                <a:ea typeface="+mn-ea"/>
                <a:cs typeface="Poppins Light" panose="00000400000000000000" pitchFamily="50" charset="0"/>
              </a:defRPr>
            </a:lvl2pPr>
            <a:lvl3pPr marL="1200150" indent="-285750">
              <a:buFont typeface="Arial" panose="020B0604020202020204" pitchFamily="34" charset="0"/>
              <a:buChar char="•"/>
              <a:defRPr lang="en-US" sz="1600" kern="1200" dirty="0" smtClean="0">
                <a:solidFill>
                  <a:schemeClr val="tx1"/>
                </a:solidFill>
                <a:latin typeface="Poppins Light" panose="00000400000000000000" pitchFamily="50" charset="0"/>
                <a:ea typeface="+mn-ea"/>
                <a:cs typeface="Poppins Light" panose="00000400000000000000" pitchFamily="50" charset="0"/>
              </a:defRPr>
            </a:lvl3pPr>
            <a:lvl4pPr marL="1657350" indent="-285750">
              <a:buFont typeface="Arial" panose="020B0604020202020204" pitchFamily="34" charset="0"/>
              <a:buChar char="•"/>
              <a:defRPr lang="en-US" sz="1600" kern="1200" dirty="0" smtClean="0">
                <a:solidFill>
                  <a:schemeClr val="tx1"/>
                </a:solidFill>
                <a:latin typeface="Poppins Light" panose="00000400000000000000" pitchFamily="50" charset="0"/>
                <a:ea typeface="+mn-ea"/>
                <a:cs typeface="Poppins Light" panose="00000400000000000000" pitchFamily="50" charset="0"/>
              </a:defRPr>
            </a:lvl4pPr>
            <a:lvl5pPr marL="2114550" indent="-285750">
              <a:buFont typeface="Arial" panose="020B0604020202020204" pitchFamily="34" charset="0"/>
              <a:buChar char="•"/>
              <a:defRPr lang="en-IN" sz="1600" kern="1200" dirty="0" smtClean="0">
                <a:solidFill>
                  <a:schemeClr val="tx1"/>
                </a:solidFill>
                <a:latin typeface="Poppins Light" panose="00000400000000000000" pitchFamily="50" charset="0"/>
                <a:ea typeface="+mn-ea"/>
                <a:cs typeface="Poppins Light" panose="00000400000000000000" pitchFamily="50" charset="0"/>
              </a:defRPr>
            </a:lvl5pPr>
          </a:lstStyle>
          <a:p>
            <a:pPr marL="0" lvl="0"/>
            <a:r>
              <a:rPr lang="en-US"/>
              <a:t>Click to edit Master text styles</a:t>
            </a:r>
          </a:p>
          <a:p>
            <a:pPr marL="457200" lvl="1"/>
            <a:r>
              <a:rPr lang="en-US"/>
              <a:t>Second level</a:t>
            </a:r>
          </a:p>
          <a:p>
            <a:pPr marL="914400" lvl="2"/>
            <a:r>
              <a:rPr lang="en-US"/>
              <a:t>Third level</a:t>
            </a:r>
          </a:p>
          <a:p>
            <a:pPr marL="1371600" lvl="3"/>
            <a:r>
              <a:rPr lang="en-US"/>
              <a:t>Fourth level</a:t>
            </a:r>
          </a:p>
          <a:p>
            <a:pPr marL="1828800" lvl="4"/>
            <a:r>
              <a:rPr lang="en-US"/>
              <a:t>Fifth level</a:t>
            </a:r>
            <a:endParaRPr lang="en-IN"/>
          </a:p>
        </p:txBody>
      </p:sp>
      <p:pic>
        <p:nvPicPr>
          <p:cNvPr id="2" name="Picture 1" descr="A orange and black letter t&#10;&#10;AI-generated content may be incorrect.">
            <a:extLst>
              <a:ext uri="{FF2B5EF4-FFF2-40B4-BE49-F238E27FC236}">
                <a16:creationId xmlns:a16="http://schemas.microsoft.com/office/drawing/2014/main" id="{68D696BF-6342-5377-AF06-27D3BFB142F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363099105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Slide with Header and Footer">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796BD318-BFA6-4162-A9E6-3340BD627710}"/>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pic>
        <p:nvPicPr>
          <p:cNvPr id="2" name="Picture 1" descr="A orange and black letter t&#10;&#10;AI-generated content may be incorrect.">
            <a:extLst>
              <a:ext uri="{FF2B5EF4-FFF2-40B4-BE49-F238E27FC236}">
                <a16:creationId xmlns:a16="http://schemas.microsoft.com/office/drawing/2014/main" id="{8F54F666-6C93-4A97-AD6D-E9CCD0D941B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33681054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lor Cod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796BD318-BFA6-4162-A9E6-3340BD627710}"/>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sp>
        <p:nvSpPr>
          <p:cNvPr id="14" name="Rectangle 13">
            <a:extLst>
              <a:ext uri="{FF2B5EF4-FFF2-40B4-BE49-F238E27FC236}">
                <a16:creationId xmlns:a16="http://schemas.microsoft.com/office/drawing/2014/main" id="{D901346D-E479-41D3-8AFF-D9ABE2778B72}"/>
              </a:ext>
            </a:extLst>
          </p:cNvPr>
          <p:cNvSpPr/>
          <p:nvPr userDrawn="1"/>
        </p:nvSpPr>
        <p:spPr>
          <a:xfrm>
            <a:off x="460048" y="495656"/>
            <a:ext cx="3644785" cy="2179178"/>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Poppins" panose="00000500000000000000" pitchFamily="50" charset="0"/>
              <a:cs typeface="Poppins" panose="00000500000000000000" pitchFamily="50" charset="0"/>
            </a:endParaRPr>
          </a:p>
        </p:txBody>
      </p:sp>
      <p:sp>
        <p:nvSpPr>
          <p:cNvPr id="15" name="Rectangle 14">
            <a:extLst>
              <a:ext uri="{FF2B5EF4-FFF2-40B4-BE49-F238E27FC236}">
                <a16:creationId xmlns:a16="http://schemas.microsoft.com/office/drawing/2014/main" id="{5D797A6A-9635-41EA-81E1-7643861F5798}"/>
              </a:ext>
            </a:extLst>
          </p:cNvPr>
          <p:cNvSpPr/>
          <p:nvPr userDrawn="1"/>
        </p:nvSpPr>
        <p:spPr>
          <a:xfrm>
            <a:off x="4273608" y="495656"/>
            <a:ext cx="3644785" cy="2179178"/>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E09FBCE5-CBD5-42F8-BD24-A26DE22EB268}"/>
              </a:ext>
            </a:extLst>
          </p:cNvPr>
          <p:cNvSpPr/>
          <p:nvPr userDrawn="1"/>
        </p:nvSpPr>
        <p:spPr>
          <a:xfrm>
            <a:off x="8087166" y="495656"/>
            <a:ext cx="3644785" cy="2179178"/>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05ACAAFB-6B7F-4FA2-BD41-3DAA5F74C435}"/>
              </a:ext>
            </a:extLst>
          </p:cNvPr>
          <p:cNvSpPr txBox="1"/>
          <p:nvPr userDrawn="1"/>
        </p:nvSpPr>
        <p:spPr>
          <a:xfrm>
            <a:off x="1313105" y="1104815"/>
            <a:ext cx="1851789" cy="369332"/>
          </a:xfrm>
          <a:prstGeom prst="rect">
            <a:avLst/>
          </a:prstGeom>
          <a:noFill/>
        </p:spPr>
        <p:txBody>
          <a:bodyPr wrap="none" rtlCol="0">
            <a:spAutoFit/>
          </a:bodyPr>
          <a:lstStyle/>
          <a:p>
            <a:r>
              <a:rPr lang="en-US" b="1">
                <a:solidFill>
                  <a:schemeClr val="bg1"/>
                </a:solidFill>
                <a:latin typeface="Poppins" panose="00000500000000000000" pitchFamily="50" charset="0"/>
                <a:cs typeface="Poppins" panose="00000500000000000000" pitchFamily="50" charset="0"/>
              </a:rPr>
              <a:t>Bright Orange</a:t>
            </a:r>
            <a:endParaRPr lang="en-IN" b="1">
              <a:solidFill>
                <a:schemeClr val="bg1"/>
              </a:solidFill>
              <a:latin typeface="Poppins" panose="00000500000000000000" pitchFamily="50" charset="0"/>
              <a:cs typeface="Poppins" panose="00000500000000000000" pitchFamily="50" charset="0"/>
            </a:endParaRPr>
          </a:p>
        </p:txBody>
      </p:sp>
      <p:sp>
        <p:nvSpPr>
          <p:cNvPr id="20" name="TextBox 19">
            <a:extLst>
              <a:ext uri="{FF2B5EF4-FFF2-40B4-BE49-F238E27FC236}">
                <a16:creationId xmlns:a16="http://schemas.microsoft.com/office/drawing/2014/main" id="{B4400FE8-A18D-496B-BD1C-F2784F2AAF5D}"/>
              </a:ext>
            </a:extLst>
          </p:cNvPr>
          <p:cNvSpPr txBox="1"/>
          <p:nvPr userDrawn="1"/>
        </p:nvSpPr>
        <p:spPr>
          <a:xfrm>
            <a:off x="5170105" y="1104815"/>
            <a:ext cx="688009" cy="369332"/>
          </a:xfrm>
          <a:prstGeom prst="rect">
            <a:avLst/>
          </a:prstGeom>
          <a:noFill/>
        </p:spPr>
        <p:txBody>
          <a:bodyPr wrap="none" rtlCol="0">
            <a:spAutoFit/>
          </a:bodyPr>
          <a:lstStyle/>
          <a:p>
            <a:r>
              <a:rPr lang="en-US" b="1">
                <a:solidFill>
                  <a:schemeClr val="bg1"/>
                </a:solidFill>
                <a:latin typeface="Poppins" panose="00000500000000000000" pitchFamily="50" charset="0"/>
                <a:cs typeface="Poppins" panose="00000500000000000000" pitchFamily="50" charset="0"/>
              </a:rPr>
              <a:t>Teal</a:t>
            </a:r>
            <a:endParaRPr lang="en-IN" b="1">
              <a:solidFill>
                <a:schemeClr val="bg1"/>
              </a:solidFill>
              <a:latin typeface="Poppins" panose="00000500000000000000" pitchFamily="50" charset="0"/>
              <a:cs typeface="Poppins" panose="00000500000000000000" pitchFamily="50" charset="0"/>
            </a:endParaRPr>
          </a:p>
        </p:txBody>
      </p:sp>
      <p:sp>
        <p:nvSpPr>
          <p:cNvPr id="22" name="TextBox 21">
            <a:extLst>
              <a:ext uri="{FF2B5EF4-FFF2-40B4-BE49-F238E27FC236}">
                <a16:creationId xmlns:a16="http://schemas.microsoft.com/office/drawing/2014/main" id="{C7B48D7C-8AD4-4C9B-8625-6C4E97D78334}"/>
              </a:ext>
            </a:extLst>
          </p:cNvPr>
          <p:cNvSpPr txBox="1"/>
          <p:nvPr userDrawn="1"/>
        </p:nvSpPr>
        <p:spPr>
          <a:xfrm>
            <a:off x="9027106" y="1104815"/>
            <a:ext cx="1561646" cy="369332"/>
          </a:xfrm>
          <a:prstGeom prst="rect">
            <a:avLst/>
          </a:prstGeom>
          <a:noFill/>
        </p:spPr>
        <p:txBody>
          <a:bodyPr wrap="none" rtlCol="0">
            <a:spAutoFit/>
          </a:bodyPr>
          <a:lstStyle/>
          <a:p>
            <a:r>
              <a:rPr lang="en-US" b="1">
                <a:solidFill>
                  <a:schemeClr val="bg1"/>
                </a:solidFill>
                <a:latin typeface="Poppins" panose="00000500000000000000" pitchFamily="50" charset="0"/>
                <a:cs typeface="Poppins" panose="00000500000000000000" pitchFamily="50" charset="0"/>
              </a:rPr>
              <a:t>Deep Green</a:t>
            </a:r>
          </a:p>
        </p:txBody>
      </p:sp>
      <p:sp>
        <p:nvSpPr>
          <p:cNvPr id="23" name="Rectangle 22">
            <a:extLst>
              <a:ext uri="{FF2B5EF4-FFF2-40B4-BE49-F238E27FC236}">
                <a16:creationId xmlns:a16="http://schemas.microsoft.com/office/drawing/2014/main" id="{7FE28CF0-22CB-47C5-AFBD-7A5A4875CFA9}"/>
              </a:ext>
            </a:extLst>
          </p:cNvPr>
          <p:cNvSpPr/>
          <p:nvPr userDrawn="1"/>
        </p:nvSpPr>
        <p:spPr>
          <a:xfrm>
            <a:off x="460049" y="2842372"/>
            <a:ext cx="2646239" cy="1570290"/>
          </a:xfrm>
          <a:prstGeom prst="rect">
            <a:avLst/>
          </a:prstGeom>
          <a:solidFill>
            <a:srgbClr val="8C2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Poppins" panose="00000500000000000000" pitchFamily="50" charset="0"/>
              <a:cs typeface="Poppins" panose="00000500000000000000" pitchFamily="50" charset="0"/>
            </a:endParaRPr>
          </a:p>
        </p:txBody>
      </p:sp>
      <p:sp>
        <p:nvSpPr>
          <p:cNvPr id="24" name="Rectangle 23">
            <a:extLst>
              <a:ext uri="{FF2B5EF4-FFF2-40B4-BE49-F238E27FC236}">
                <a16:creationId xmlns:a16="http://schemas.microsoft.com/office/drawing/2014/main" id="{DB28C5F4-0524-4A07-9B93-0EBA0FA18B8B}"/>
              </a:ext>
            </a:extLst>
          </p:cNvPr>
          <p:cNvSpPr/>
          <p:nvPr userDrawn="1"/>
        </p:nvSpPr>
        <p:spPr>
          <a:xfrm>
            <a:off x="3335270" y="2842372"/>
            <a:ext cx="2646239" cy="1570290"/>
          </a:xfrm>
          <a:prstGeom prst="rect">
            <a:avLst/>
          </a:prstGeom>
          <a:solidFill>
            <a:srgbClr val="F582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525AF7B4-2C2E-4B0F-8791-32685CBE8C3A}"/>
              </a:ext>
            </a:extLst>
          </p:cNvPr>
          <p:cNvSpPr/>
          <p:nvPr userDrawn="1"/>
        </p:nvSpPr>
        <p:spPr>
          <a:xfrm>
            <a:off x="6210491" y="2842372"/>
            <a:ext cx="2646239" cy="1570290"/>
          </a:xfrm>
          <a:prstGeom prst="rect">
            <a:avLst/>
          </a:prstGeom>
          <a:solidFill>
            <a:schemeClr val="bg1"/>
          </a:solidFill>
          <a:ln>
            <a:solidFill>
              <a:srgbClr val="4040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D62DCC17-316B-4083-BC80-402A124D67DD}"/>
              </a:ext>
            </a:extLst>
          </p:cNvPr>
          <p:cNvSpPr/>
          <p:nvPr userDrawn="1"/>
        </p:nvSpPr>
        <p:spPr>
          <a:xfrm>
            <a:off x="9085712" y="2842372"/>
            <a:ext cx="2646239" cy="1570290"/>
          </a:xfrm>
          <a:prstGeom prst="rect">
            <a:avLst/>
          </a:prstGeom>
          <a:solidFill>
            <a:srgbClr val="4040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F7E9A2CF-706A-414A-A3F1-0542CA73BF06}"/>
              </a:ext>
            </a:extLst>
          </p:cNvPr>
          <p:cNvSpPr txBox="1"/>
          <p:nvPr userDrawn="1"/>
        </p:nvSpPr>
        <p:spPr>
          <a:xfrm>
            <a:off x="834540" y="3128928"/>
            <a:ext cx="1388522" cy="307777"/>
          </a:xfrm>
          <a:prstGeom prst="rect">
            <a:avLst/>
          </a:prstGeom>
          <a:noFill/>
        </p:spPr>
        <p:txBody>
          <a:bodyPr wrap="none" rtlCol="0">
            <a:spAutoFit/>
          </a:bodyPr>
          <a:lstStyle/>
          <a:p>
            <a:r>
              <a:rPr lang="en-US" sz="1400" b="1">
                <a:solidFill>
                  <a:schemeClr val="bg1"/>
                </a:solidFill>
                <a:latin typeface="Poppins" panose="00000500000000000000" pitchFamily="50" charset="0"/>
                <a:cs typeface="Poppins" panose="00000500000000000000" pitchFamily="50" charset="0"/>
              </a:rPr>
              <a:t>Deep Orange</a:t>
            </a:r>
            <a:endParaRPr lang="en-IN" sz="1400" b="1">
              <a:solidFill>
                <a:schemeClr val="bg1"/>
              </a:solidFill>
              <a:latin typeface="Poppins" panose="00000500000000000000" pitchFamily="50" charset="0"/>
              <a:cs typeface="Poppins" panose="00000500000000000000" pitchFamily="50" charset="0"/>
            </a:endParaRPr>
          </a:p>
        </p:txBody>
      </p:sp>
      <p:sp>
        <p:nvSpPr>
          <p:cNvPr id="30" name="TextBox 29">
            <a:extLst>
              <a:ext uri="{FF2B5EF4-FFF2-40B4-BE49-F238E27FC236}">
                <a16:creationId xmlns:a16="http://schemas.microsoft.com/office/drawing/2014/main" id="{8E52F8B6-067A-4A42-ABFF-0FF1D5C13E37}"/>
              </a:ext>
            </a:extLst>
          </p:cNvPr>
          <p:cNvSpPr txBox="1"/>
          <p:nvPr userDrawn="1"/>
        </p:nvSpPr>
        <p:spPr>
          <a:xfrm>
            <a:off x="3791385" y="3128928"/>
            <a:ext cx="1834156" cy="307777"/>
          </a:xfrm>
          <a:prstGeom prst="rect">
            <a:avLst/>
          </a:prstGeom>
          <a:noFill/>
        </p:spPr>
        <p:txBody>
          <a:bodyPr wrap="none" rtlCol="0">
            <a:spAutoFit/>
          </a:bodyPr>
          <a:lstStyle/>
          <a:p>
            <a:r>
              <a:rPr lang="en-US" sz="1400" b="1" err="1">
                <a:solidFill>
                  <a:schemeClr val="bg1"/>
                </a:solidFill>
                <a:latin typeface="Poppins" panose="00000500000000000000" pitchFamily="50" charset="0"/>
                <a:cs typeface="Poppins" panose="00000500000000000000" pitchFamily="50" charset="0"/>
              </a:rPr>
              <a:t>Hightlight</a:t>
            </a:r>
            <a:r>
              <a:rPr lang="en-US" sz="1400" b="1">
                <a:solidFill>
                  <a:schemeClr val="bg1"/>
                </a:solidFill>
                <a:latin typeface="Poppins" panose="00000500000000000000" pitchFamily="50" charset="0"/>
                <a:cs typeface="Poppins" panose="00000500000000000000" pitchFamily="50" charset="0"/>
              </a:rPr>
              <a:t> Orange</a:t>
            </a:r>
          </a:p>
        </p:txBody>
      </p:sp>
      <p:sp>
        <p:nvSpPr>
          <p:cNvPr id="32" name="TextBox 31">
            <a:extLst>
              <a:ext uri="{FF2B5EF4-FFF2-40B4-BE49-F238E27FC236}">
                <a16:creationId xmlns:a16="http://schemas.microsoft.com/office/drawing/2014/main" id="{3A0D1870-C765-492C-B1E3-0CCE68472285}"/>
              </a:ext>
            </a:extLst>
          </p:cNvPr>
          <p:cNvSpPr txBox="1"/>
          <p:nvPr userDrawn="1"/>
        </p:nvSpPr>
        <p:spPr>
          <a:xfrm>
            <a:off x="6628588" y="3128928"/>
            <a:ext cx="729687" cy="307777"/>
          </a:xfrm>
          <a:prstGeom prst="rect">
            <a:avLst/>
          </a:prstGeom>
          <a:noFill/>
        </p:spPr>
        <p:txBody>
          <a:bodyPr wrap="none" rtlCol="0">
            <a:spAutoFit/>
          </a:bodyPr>
          <a:lstStyle/>
          <a:p>
            <a:r>
              <a:rPr lang="en-US" sz="1400" b="1">
                <a:solidFill>
                  <a:srgbClr val="404041"/>
                </a:solidFill>
                <a:latin typeface="Poppins" panose="00000500000000000000" pitchFamily="50" charset="0"/>
                <a:cs typeface="Poppins" panose="00000500000000000000" pitchFamily="50" charset="0"/>
              </a:rPr>
              <a:t>White</a:t>
            </a:r>
          </a:p>
        </p:txBody>
      </p:sp>
      <p:sp>
        <p:nvSpPr>
          <p:cNvPr id="34" name="TextBox 33">
            <a:extLst>
              <a:ext uri="{FF2B5EF4-FFF2-40B4-BE49-F238E27FC236}">
                <a16:creationId xmlns:a16="http://schemas.microsoft.com/office/drawing/2014/main" id="{855E8B8A-019B-45F9-9FE6-5E2F1F9C0F25}"/>
              </a:ext>
            </a:extLst>
          </p:cNvPr>
          <p:cNvSpPr txBox="1"/>
          <p:nvPr userDrawn="1"/>
        </p:nvSpPr>
        <p:spPr>
          <a:xfrm>
            <a:off x="9559795" y="3128928"/>
            <a:ext cx="729687" cy="307777"/>
          </a:xfrm>
          <a:prstGeom prst="rect">
            <a:avLst/>
          </a:prstGeom>
          <a:noFill/>
        </p:spPr>
        <p:txBody>
          <a:bodyPr wrap="none" rtlCol="0">
            <a:spAutoFit/>
          </a:bodyPr>
          <a:lstStyle/>
          <a:p>
            <a:r>
              <a:rPr lang="en-US" sz="1400" b="1">
                <a:solidFill>
                  <a:schemeClr val="bg1"/>
                </a:solidFill>
                <a:latin typeface="Poppins" panose="00000500000000000000" pitchFamily="50" charset="0"/>
                <a:cs typeface="Poppins" panose="00000500000000000000" pitchFamily="50" charset="0"/>
              </a:rPr>
              <a:t>White</a:t>
            </a:r>
          </a:p>
        </p:txBody>
      </p:sp>
      <p:sp>
        <p:nvSpPr>
          <p:cNvPr id="35" name="Rectangle 34">
            <a:extLst>
              <a:ext uri="{FF2B5EF4-FFF2-40B4-BE49-F238E27FC236}">
                <a16:creationId xmlns:a16="http://schemas.microsoft.com/office/drawing/2014/main" id="{02E475E9-555F-4D79-A0FA-962451078CDE}"/>
              </a:ext>
            </a:extLst>
          </p:cNvPr>
          <p:cNvSpPr/>
          <p:nvPr userDrawn="1"/>
        </p:nvSpPr>
        <p:spPr>
          <a:xfrm>
            <a:off x="6210491" y="4583232"/>
            <a:ext cx="2646239" cy="1570290"/>
          </a:xfrm>
          <a:prstGeom prst="rect">
            <a:avLst/>
          </a:prstGeom>
          <a:solidFill>
            <a:srgbClr val="E6E7E8"/>
          </a:solidFill>
          <a:ln>
            <a:solidFill>
              <a:srgbClr val="4040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918B31EF-DCC6-4677-9400-B4DE0D9B1D0D}"/>
              </a:ext>
            </a:extLst>
          </p:cNvPr>
          <p:cNvSpPr/>
          <p:nvPr userDrawn="1"/>
        </p:nvSpPr>
        <p:spPr>
          <a:xfrm>
            <a:off x="9085712" y="4583232"/>
            <a:ext cx="2646239" cy="1570290"/>
          </a:xfrm>
          <a:prstGeom prst="rect">
            <a:avLst/>
          </a:prstGeom>
          <a:solidFill>
            <a:srgbClr val="9294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7F95E64F-3D48-46A7-B7AA-85AE5589F652}"/>
              </a:ext>
            </a:extLst>
          </p:cNvPr>
          <p:cNvSpPr txBox="1"/>
          <p:nvPr userDrawn="1"/>
        </p:nvSpPr>
        <p:spPr>
          <a:xfrm>
            <a:off x="6628588" y="4914661"/>
            <a:ext cx="1037463" cy="307777"/>
          </a:xfrm>
          <a:prstGeom prst="rect">
            <a:avLst/>
          </a:prstGeom>
          <a:noFill/>
        </p:spPr>
        <p:txBody>
          <a:bodyPr wrap="none" rtlCol="0">
            <a:spAutoFit/>
          </a:bodyPr>
          <a:lstStyle/>
          <a:p>
            <a:r>
              <a:rPr lang="en-US" sz="1400" b="1">
                <a:solidFill>
                  <a:srgbClr val="404041"/>
                </a:solidFill>
                <a:latin typeface="Poppins" panose="00000500000000000000" pitchFamily="50" charset="0"/>
                <a:cs typeface="Poppins" panose="00000500000000000000" pitchFamily="50" charset="0"/>
              </a:rPr>
              <a:t>Off White</a:t>
            </a:r>
          </a:p>
        </p:txBody>
      </p:sp>
      <p:sp>
        <p:nvSpPr>
          <p:cNvPr id="40" name="TextBox 39">
            <a:extLst>
              <a:ext uri="{FF2B5EF4-FFF2-40B4-BE49-F238E27FC236}">
                <a16:creationId xmlns:a16="http://schemas.microsoft.com/office/drawing/2014/main" id="{D5C4D66A-4363-4CFD-A243-23040B80CEB4}"/>
              </a:ext>
            </a:extLst>
          </p:cNvPr>
          <p:cNvSpPr txBox="1"/>
          <p:nvPr userDrawn="1"/>
        </p:nvSpPr>
        <p:spPr>
          <a:xfrm>
            <a:off x="9559795" y="4914661"/>
            <a:ext cx="622286" cy="307777"/>
          </a:xfrm>
          <a:prstGeom prst="rect">
            <a:avLst/>
          </a:prstGeom>
          <a:noFill/>
        </p:spPr>
        <p:txBody>
          <a:bodyPr wrap="none" rtlCol="0">
            <a:spAutoFit/>
          </a:bodyPr>
          <a:lstStyle/>
          <a:p>
            <a:r>
              <a:rPr lang="en-US" sz="1400" b="1">
                <a:solidFill>
                  <a:schemeClr val="bg1"/>
                </a:solidFill>
                <a:latin typeface="Poppins" panose="00000500000000000000" pitchFamily="50" charset="0"/>
                <a:cs typeface="Poppins" panose="00000500000000000000" pitchFamily="50" charset="0"/>
              </a:rPr>
              <a:t>Grey</a:t>
            </a:r>
          </a:p>
        </p:txBody>
      </p:sp>
      <p:pic>
        <p:nvPicPr>
          <p:cNvPr id="2" name="Picture 1" descr="A orange and black letter t&#10;&#10;AI-generated content may be incorrect.">
            <a:extLst>
              <a:ext uri="{FF2B5EF4-FFF2-40B4-BE49-F238E27FC236}">
                <a16:creationId xmlns:a16="http://schemas.microsoft.com/office/drawing/2014/main" id="{BAD5C428-7CDC-11EF-0975-9586E32C52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295379609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lank Slide with Footer">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796BD318-BFA6-4162-A9E6-3340BD627710}"/>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pic>
        <p:nvPicPr>
          <p:cNvPr id="2" name="Picture 1" descr="A orange and black letter t&#10;&#10;AI-generated content may be incorrect.">
            <a:extLst>
              <a:ext uri="{FF2B5EF4-FFF2-40B4-BE49-F238E27FC236}">
                <a16:creationId xmlns:a16="http://schemas.microsoft.com/office/drawing/2014/main" id="{4C273E11-2AFB-7C47-5644-4B38F0F9AF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179942885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sp>
        <p:nvSpPr>
          <p:cNvPr id="37" name="Picture Placeholder 36">
            <a:extLst>
              <a:ext uri="{FF2B5EF4-FFF2-40B4-BE49-F238E27FC236}">
                <a16:creationId xmlns:a16="http://schemas.microsoft.com/office/drawing/2014/main" id="{A917413D-AF78-408C-B384-BD91FE2CC5EA}"/>
              </a:ext>
            </a:extLst>
          </p:cNvPr>
          <p:cNvSpPr>
            <a:spLocks noGrp="1"/>
          </p:cNvSpPr>
          <p:nvPr>
            <p:ph type="pic" sz="quarter" idx="10"/>
          </p:nvPr>
        </p:nvSpPr>
        <p:spPr>
          <a:xfrm>
            <a:off x="0" y="0"/>
            <a:ext cx="12192000" cy="2457450"/>
          </a:xfrm>
          <a:prstGeom prst="rect">
            <a:avLst/>
          </a:prstGeom>
          <a:solidFill>
            <a:srgbClr val="404040"/>
          </a:solidFill>
        </p:spPr>
        <p:txBody>
          <a:bodyPr anchor="ctr"/>
          <a:lstStyle>
            <a:lvl1pPr algn="ctr">
              <a:defRPr sz="1800">
                <a:solidFill>
                  <a:schemeClr val="bg1"/>
                </a:solidFill>
              </a:defRPr>
            </a:lvl1pPr>
          </a:lstStyle>
          <a:p>
            <a:endParaRPr lang="en-IN"/>
          </a:p>
        </p:txBody>
      </p:sp>
      <p:sp>
        <p:nvSpPr>
          <p:cNvPr id="35" name="Title 33">
            <a:extLst>
              <a:ext uri="{FF2B5EF4-FFF2-40B4-BE49-F238E27FC236}">
                <a16:creationId xmlns:a16="http://schemas.microsoft.com/office/drawing/2014/main" id="{96871504-5B46-46BF-9E62-68775B60B6D4}"/>
              </a:ext>
            </a:extLst>
          </p:cNvPr>
          <p:cNvSpPr>
            <a:spLocks noGrp="1"/>
          </p:cNvSpPr>
          <p:nvPr>
            <p:ph type="title" hasCustomPrompt="1"/>
          </p:nvPr>
        </p:nvSpPr>
        <p:spPr>
          <a:xfrm>
            <a:off x="838200" y="1676486"/>
            <a:ext cx="10515600" cy="604781"/>
          </a:xfrm>
          <a:prstGeom prst="rect">
            <a:avLst/>
          </a:prstGeom>
          <a:noFill/>
        </p:spPr>
        <p:txBody>
          <a:bodyPr wrap="square" rtlCol="0">
            <a:spAutoFit/>
          </a:bodyPr>
          <a:lstStyle>
            <a:lvl1pPr algn="ctr">
              <a:defRPr lang="en-IN" sz="3600" b="1">
                <a:solidFill>
                  <a:schemeClr val="bg1"/>
                </a:solidFill>
                <a:latin typeface="Poppins" panose="00000500000000000000" pitchFamily="50" charset="0"/>
                <a:ea typeface="+mn-ea"/>
                <a:cs typeface="Poppins" panose="00000500000000000000" pitchFamily="50" charset="0"/>
              </a:defRPr>
            </a:lvl1pPr>
          </a:lstStyle>
          <a:p>
            <a:pPr marL="0" lvl="0" algn="ctr"/>
            <a:r>
              <a:rPr lang="en-US"/>
              <a:t>Click to edit table of Content </a:t>
            </a:r>
            <a:endParaRPr lang="en-IN"/>
          </a:p>
        </p:txBody>
      </p:sp>
      <p:sp>
        <p:nvSpPr>
          <p:cNvPr id="63" name="TextBox 62">
            <a:extLst>
              <a:ext uri="{FF2B5EF4-FFF2-40B4-BE49-F238E27FC236}">
                <a16:creationId xmlns:a16="http://schemas.microsoft.com/office/drawing/2014/main" id="{986E6D9D-F4E3-4576-82C1-9B88B8920CDD}"/>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64" name="Group 63">
            <a:extLst>
              <a:ext uri="{FF2B5EF4-FFF2-40B4-BE49-F238E27FC236}">
                <a16:creationId xmlns:a16="http://schemas.microsoft.com/office/drawing/2014/main" id="{3FC12268-4548-47B5-BBC2-C09560F75B85}"/>
              </a:ext>
            </a:extLst>
          </p:cNvPr>
          <p:cNvGrpSpPr/>
          <p:nvPr userDrawn="1"/>
        </p:nvGrpSpPr>
        <p:grpSpPr>
          <a:xfrm>
            <a:off x="5902296" y="6657690"/>
            <a:ext cx="387409" cy="0"/>
            <a:chOff x="5905144" y="6657690"/>
            <a:chExt cx="387409" cy="0"/>
          </a:xfrm>
        </p:grpSpPr>
        <p:cxnSp>
          <p:nvCxnSpPr>
            <p:cNvPr id="65" name="Straight Connector 64">
              <a:extLst>
                <a:ext uri="{FF2B5EF4-FFF2-40B4-BE49-F238E27FC236}">
                  <a16:creationId xmlns:a16="http://schemas.microsoft.com/office/drawing/2014/main" id="{F1D40E5A-CF6C-460B-A94D-67318400F0BE}"/>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258CC2-3A17-49B2-AC3E-392A5DB89165}"/>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3E669637-C2B2-4A48-B89D-5CE3053F408D}"/>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Slide Number Placeholder 5">
            <a:extLst>
              <a:ext uri="{FF2B5EF4-FFF2-40B4-BE49-F238E27FC236}">
                <a16:creationId xmlns:a16="http://schemas.microsoft.com/office/drawing/2014/main" id="{27262945-913D-445F-ADA6-A22C5A7ECFC3}"/>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pic>
        <p:nvPicPr>
          <p:cNvPr id="2" name="Picture 1" descr="A orange and black letter t&#10;&#10;AI-generated content may be incorrect.">
            <a:extLst>
              <a:ext uri="{FF2B5EF4-FFF2-40B4-BE49-F238E27FC236}">
                <a16:creationId xmlns:a16="http://schemas.microsoft.com/office/drawing/2014/main" id="{187B3B07-6C61-2CE6-2062-89D570C1CC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118227874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 2">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94134B22-FB95-4EDD-B011-36ED0618EB93}"/>
              </a:ext>
            </a:extLst>
          </p:cNvPr>
          <p:cNvSpPr>
            <a:spLocks noGrp="1"/>
          </p:cNvSpPr>
          <p:nvPr>
            <p:ph type="pic" sz="quarter" idx="10"/>
          </p:nvPr>
        </p:nvSpPr>
        <p:spPr>
          <a:xfrm>
            <a:off x="6627819" y="-11367"/>
            <a:ext cx="5564181" cy="6858000"/>
          </a:xfrm>
          <a:prstGeom prst="rect">
            <a:avLst/>
          </a:prstGeom>
          <a:solidFill>
            <a:srgbClr val="404040"/>
          </a:solidFill>
        </p:spPr>
        <p:txBody>
          <a:bodyPr anchor="ctr"/>
          <a:lstStyle>
            <a:lvl1pPr algn="ctr">
              <a:defRPr sz="1800">
                <a:solidFill>
                  <a:schemeClr val="bg1"/>
                </a:solidFill>
              </a:defRPr>
            </a:lvl1pPr>
          </a:lstStyle>
          <a:p>
            <a:endParaRPr lang="en-IN"/>
          </a:p>
        </p:txBody>
      </p:sp>
      <p:sp>
        <p:nvSpPr>
          <p:cNvPr id="16" name="Rectangle 15">
            <a:extLst>
              <a:ext uri="{FF2B5EF4-FFF2-40B4-BE49-F238E27FC236}">
                <a16:creationId xmlns:a16="http://schemas.microsoft.com/office/drawing/2014/main" id="{465E76C1-EAF0-4BC6-9C92-1FA052E06B4B}"/>
              </a:ext>
            </a:extLst>
          </p:cNvPr>
          <p:cNvSpPr/>
          <p:nvPr userDrawn="1"/>
        </p:nvSpPr>
        <p:spPr>
          <a:xfrm>
            <a:off x="348344" y="392849"/>
            <a:ext cx="5921732" cy="6095037"/>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itle 22">
            <a:extLst>
              <a:ext uri="{FF2B5EF4-FFF2-40B4-BE49-F238E27FC236}">
                <a16:creationId xmlns:a16="http://schemas.microsoft.com/office/drawing/2014/main" id="{09D455A1-7BA3-4AA7-9EB1-85B2C39EA883}"/>
              </a:ext>
            </a:extLst>
          </p:cNvPr>
          <p:cNvSpPr>
            <a:spLocks noGrp="1"/>
          </p:cNvSpPr>
          <p:nvPr>
            <p:ph type="title" hasCustomPrompt="1"/>
          </p:nvPr>
        </p:nvSpPr>
        <p:spPr>
          <a:xfrm>
            <a:off x="706088" y="770873"/>
            <a:ext cx="4708340" cy="433965"/>
          </a:xfrm>
          <a:prstGeom prst="rect">
            <a:avLst/>
          </a:prstGeom>
          <a:noFill/>
        </p:spPr>
        <p:txBody>
          <a:bodyPr wrap="none" rtlCol="0">
            <a:spAutoFit/>
          </a:bodyPr>
          <a:lstStyle>
            <a:lvl1pPr>
              <a:defRPr lang="en-IN" sz="2400" b="1">
                <a:latin typeface="Poppins" panose="00000500000000000000" pitchFamily="50" charset="0"/>
                <a:ea typeface="+mn-ea"/>
                <a:cs typeface="Poppins" panose="00000500000000000000" pitchFamily="50" charset="0"/>
              </a:defRPr>
            </a:lvl1pPr>
          </a:lstStyle>
          <a:p>
            <a:pPr marL="0" lvl="0"/>
            <a:r>
              <a:rPr lang="en-US"/>
              <a:t>Click to edit Table of Content</a:t>
            </a:r>
            <a:endParaRPr lang="en-IN"/>
          </a:p>
        </p:txBody>
      </p:sp>
    </p:spTree>
    <p:extLst>
      <p:ext uri="{BB962C8B-B14F-4D97-AF65-F5344CB8AC3E}">
        <p14:creationId xmlns:p14="http://schemas.microsoft.com/office/powerpoint/2010/main" val="394449599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986E6D9D-F4E3-4576-82C1-9B88B8920CDD}"/>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64" name="Group 63">
            <a:extLst>
              <a:ext uri="{FF2B5EF4-FFF2-40B4-BE49-F238E27FC236}">
                <a16:creationId xmlns:a16="http://schemas.microsoft.com/office/drawing/2014/main" id="{3FC12268-4548-47B5-BBC2-C09560F75B85}"/>
              </a:ext>
            </a:extLst>
          </p:cNvPr>
          <p:cNvGrpSpPr/>
          <p:nvPr userDrawn="1"/>
        </p:nvGrpSpPr>
        <p:grpSpPr>
          <a:xfrm>
            <a:off x="5902296" y="6657690"/>
            <a:ext cx="387409" cy="0"/>
            <a:chOff x="5905144" y="6657690"/>
            <a:chExt cx="387409" cy="0"/>
          </a:xfrm>
        </p:grpSpPr>
        <p:cxnSp>
          <p:nvCxnSpPr>
            <p:cNvPr id="65" name="Straight Connector 64">
              <a:extLst>
                <a:ext uri="{FF2B5EF4-FFF2-40B4-BE49-F238E27FC236}">
                  <a16:creationId xmlns:a16="http://schemas.microsoft.com/office/drawing/2014/main" id="{F1D40E5A-CF6C-460B-A94D-67318400F0BE}"/>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258CC2-3A17-49B2-AC3E-392A5DB89165}"/>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3E669637-C2B2-4A48-B89D-5CE3053F408D}"/>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Slide Number Placeholder 5">
            <a:extLst>
              <a:ext uri="{FF2B5EF4-FFF2-40B4-BE49-F238E27FC236}">
                <a16:creationId xmlns:a16="http://schemas.microsoft.com/office/drawing/2014/main" id="{27262945-913D-445F-ADA6-A22C5A7ECFC3}"/>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pic>
        <p:nvPicPr>
          <p:cNvPr id="12" name="Graphic 11">
            <a:extLst>
              <a:ext uri="{FF2B5EF4-FFF2-40B4-BE49-F238E27FC236}">
                <a16:creationId xmlns:a16="http://schemas.microsoft.com/office/drawing/2014/main" id="{206F6423-19CB-4F35-BA85-D1E404ECCD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9312366" cy="6495819"/>
          </a:xfrm>
          <a:prstGeom prst="rect">
            <a:avLst/>
          </a:prstGeom>
        </p:spPr>
      </p:pic>
      <p:sp>
        <p:nvSpPr>
          <p:cNvPr id="23" name="Rectangle 22">
            <a:hlinkClick r:id="rId3"/>
            <a:extLst>
              <a:ext uri="{FF2B5EF4-FFF2-40B4-BE49-F238E27FC236}">
                <a16:creationId xmlns:a16="http://schemas.microsoft.com/office/drawing/2014/main" id="{42DA12C2-9625-48AD-9CE6-AADF3CED3B7E}"/>
              </a:ext>
            </a:extLst>
          </p:cNvPr>
          <p:cNvSpPr/>
          <p:nvPr userDrawn="1"/>
        </p:nvSpPr>
        <p:spPr>
          <a:xfrm>
            <a:off x="9592317" y="633744"/>
            <a:ext cx="665522" cy="5746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hlinkClick r:id="rId4"/>
            <a:extLst>
              <a:ext uri="{FF2B5EF4-FFF2-40B4-BE49-F238E27FC236}">
                <a16:creationId xmlns:a16="http://schemas.microsoft.com/office/drawing/2014/main" id="{7025C553-ACBB-4E3B-8620-C3CD2BB273D6}"/>
              </a:ext>
            </a:extLst>
          </p:cNvPr>
          <p:cNvSpPr/>
          <p:nvPr userDrawn="1"/>
        </p:nvSpPr>
        <p:spPr>
          <a:xfrm>
            <a:off x="10275225" y="633744"/>
            <a:ext cx="665522" cy="5746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hlinkClick r:id="rId5"/>
            <a:extLst>
              <a:ext uri="{FF2B5EF4-FFF2-40B4-BE49-F238E27FC236}">
                <a16:creationId xmlns:a16="http://schemas.microsoft.com/office/drawing/2014/main" id="{6B6BDED4-CDC3-4D18-98A4-44AD0F9F4B15}"/>
              </a:ext>
            </a:extLst>
          </p:cNvPr>
          <p:cNvSpPr/>
          <p:nvPr userDrawn="1"/>
        </p:nvSpPr>
        <p:spPr>
          <a:xfrm>
            <a:off x="10958133" y="633150"/>
            <a:ext cx="665522" cy="5746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Graphic 25">
            <a:hlinkClick r:id="rId3"/>
            <a:extLst>
              <a:ext uri="{FF2B5EF4-FFF2-40B4-BE49-F238E27FC236}">
                <a16:creationId xmlns:a16="http://schemas.microsoft.com/office/drawing/2014/main" id="{F7667A07-2A1C-46BF-AB32-C6AC93DAE03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06602" y="802591"/>
            <a:ext cx="236953" cy="236953"/>
          </a:xfrm>
          <a:prstGeom prst="rect">
            <a:avLst/>
          </a:prstGeom>
        </p:spPr>
      </p:pic>
      <p:pic>
        <p:nvPicPr>
          <p:cNvPr id="27" name="Graphic 26">
            <a:hlinkClick r:id="rId4"/>
            <a:extLst>
              <a:ext uri="{FF2B5EF4-FFF2-40B4-BE49-F238E27FC236}">
                <a16:creationId xmlns:a16="http://schemas.microsoft.com/office/drawing/2014/main" id="{41C4F64C-D0BD-4DE2-ADD6-A44467BFDEB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517931" y="831012"/>
            <a:ext cx="180111" cy="180111"/>
          </a:xfrm>
          <a:prstGeom prst="rect">
            <a:avLst/>
          </a:prstGeom>
        </p:spPr>
      </p:pic>
      <p:pic>
        <p:nvPicPr>
          <p:cNvPr id="28" name="Graphic 27">
            <a:hlinkClick r:id="rId5"/>
            <a:extLst>
              <a:ext uri="{FF2B5EF4-FFF2-40B4-BE49-F238E27FC236}">
                <a16:creationId xmlns:a16="http://schemas.microsoft.com/office/drawing/2014/main" id="{0D153F23-761D-4F04-A05C-DCEED5CF260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201091" y="830670"/>
            <a:ext cx="179607" cy="179607"/>
          </a:xfrm>
          <a:prstGeom prst="rect">
            <a:avLst/>
          </a:prstGeom>
        </p:spPr>
      </p:pic>
      <p:sp>
        <p:nvSpPr>
          <p:cNvPr id="29" name="Rectangle 28">
            <a:extLst>
              <a:ext uri="{FF2B5EF4-FFF2-40B4-BE49-F238E27FC236}">
                <a16:creationId xmlns:a16="http://schemas.microsoft.com/office/drawing/2014/main" id="{244F0188-A8DA-4FEB-A380-989AD19D9BAC}"/>
              </a:ext>
            </a:extLst>
          </p:cNvPr>
          <p:cNvSpPr/>
          <p:nvPr userDrawn="1"/>
        </p:nvSpPr>
        <p:spPr>
          <a:xfrm>
            <a:off x="9370423" y="392850"/>
            <a:ext cx="2473138" cy="1026648"/>
          </a:xfrm>
          <a:prstGeom prst="rect">
            <a:avLst/>
          </a:prstGeom>
          <a:noFill/>
          <a:ln w="28575">
            <a:solidFill>
              <a:schemeClr val="bg1">
                <a:lumMod val="8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Graphic 29">
            <a:extLst>
              <a:ext uri="{FF2B5EF4-FFF2-40B4-BE49-F238E27FC236}">
                <a16:creationId xmlns:a16="http://schemas.microsoft.com/office/drawing/2014/main" id="{8E3F9295-B328-4161-B6F2-5912BC62FDC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9608502" y="294671"/>
            <a:ext cx="2029862" cy="245331"/>
          </a:xfrm>
          <a:prstGeom prst="rect">
            <a:avLst/>
          </a:prstGeom>
        </p:spPr>
      </p:pic>
      <p:sp>
        <p:nvSpPr>
          <p:cNvPr id="31" name="TextBox 30">
            <a:extLst>
              <a:ext uri="{FF2B5EF4-FFF2-40B4-BE49-F238E27FC236}">
                <a16:creationId xmlns:a16="http://schemas.microsoft.com/office/drawing/2014/main" id="{DDF1EC74-669E-4F94-B854-6E04CD28134A}"/>
              </a:ext>
            </a:extLst>
          </p:cNvPr>
          <p:cNvSpPr txBox="1"/>
          <p:nvPr userDrawn="1"/>
        </p:nvSpPr>
        <p:spPr>
          <a:xfrm>
            <a:off x="9726053" y="327226"/>
            <a:ext cx="1188146" cy="230832"/>
          </a:xfrm>
          <a:prstGeom prst="rect">
            <a:avLst/>
          </a:prstGeom>
          <a:noFill/>
        </p:spPr>
        <p:txBody>
          <a:bodyPr wrap="none" rtlCol="0">
            <a:spAutoFit/>
          </a:bodyPr>
          <a:lstStyle/>
          <a:p>
            <a:r>
              <a:rPr lang="en-IN" sz="900">
                <a:solidFill>
                  <a:schemeClr val="bg1"/>
                </a:solidFill>
                <a:latin typeface="Poppins" panose="00000500000000000000" pitchFamily="50" charset="0"/>
                <a:cs typeface="Poppins" panose="00000500000000000000" pitchFamily="50" charset="0"/>
              </a:rPr>
              <a:t>STAY CONNECTED</a:t>
            </a:r>
          </a:p>
        </p:txBody>
      </p:sp>
      <p:pic>
        <p:nvPicPr>
          <p:cNvPr id="32" name="Graphic 31">
            <a:extLst>
              <a:ext uri="{FF2B5EF4-FFF2-40B4-BE49-F238E27FC236}">
                <a16:creationId xmlns:a16="http://schemas.microsoft.com/office/drawing/2014/main" id="{CAAD5ADF-7BCE-41ED-8987-117EBB1771F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069020" y="261497"/>
            <a:ext cx="311678" cy="311678"/>
          </a:xfrm>
          <a:prstGeom prst="rect">
            <a:avLst/>
          </a:prstGeom>
        </p:spPr>
      </p:pic>
      <p:sp>
        <p:nvSpPr>
          <p:cNvPr id="43" name="Text Placeholder 2">
            <a:extLst>
              <a:ext uri="{FF2B5EF4-FFF2-40B4-BE49-F238E27FC236}">
                <a16:creationId xmlns:a16="http://schemas.microsoft.com/office/drawing/2014/main" id="{114ACD5B-30D9-4EB8-AFF7-9EB929322661}"/>
              </a:ext>
            </a:extLst>
          </p:cNvPr>
          <p:cNvSpPr>
            <a:spLocks noGrp="1"/>
          </p:cNvSpPr>
          <p:nvPr>
            <p:ph type="body" sz="quarter" idx="10" hasCustomPrompt="1"/>
          </p:nvPr>
        </p:nvSpPr>
        <p:spPr>
          <a:xfrm>
            <a:off x="2816100" y="2191377"/>
            <a:ext cx="6559808" cy="775597"/>
          </a:xfrm>
          <a:prstGeom prst="rect">
            <a:avLst/>
          </a:prstGeom>
          <a:noFill/>
        </p:spPr>
        <p:txBody>
          <a:bodyPr wrap="none" rtlCol="0">
            <a:spAutoFit/>
          </a:bodyPr>
          <a:lstStyle>
            <a:lvl1pPr marL="0" indent="0" algn="ctr">
              <a:buNone/>
              <a:defRPr lang="en-US" sz="4800" b="1" dirty="0" smtClean="0">
                <a:latin typeface="Poppins" panose="00000500000000000000" pitchFamily="50" charset="0"/>
                <a:cs typeface="Poppins" panose="00000500000000000000" pitchFamily="50" charset="0"/>
              </a:defRPr>
            </a:lvl1pPr>
            <a:lvl2pPr>
              <a:defRPr lang="en-US" sz="1800" dirty="0" smtClean="0"/>
            </a:lvl2pPr>
            <a:lvl3pPr>
              <a:defRPr lang="en-US" sz="1800" dirty="0" smtClean="0"/>
            </a:lvl3pPr>
            <a:lvl4pPr>
              <a:defRPr lang="en-US" dirty="0" smtClean="0"/>
            </a:lvl4pPr>
            <a:lvl5pPr>
              <a:defRPr lang="en-IN" dirty="0"/>
            </a:lvl5pPr>
          </a:lstStyle>
          <a:p>
            <a:pPr marL="0" lvl="0" algn="ctr"/>
            <a:r>
              <a:rPr lang="en-US"/>
              <a:t>Click to add Agenda</a:t>
            </a:r>
          </a:p>
        </p:txBody>
      </p:sp>
      <p:sp>
        <p:nvSpPr>
          <p:cNvPr id="34" name="TextBox 33">
            <a:extLst>
              <a:ext uri="{FF2B5EF4-FFF2-40B4-BE49-F238E27FC236}">
                <a16:creationId xmlns:a16="http://schemas.microsoft.com/office/drawing/2014/main" id="{A2359A8C-911D-4D94-B8B7-BED18E1697AC}"/>
              </a:ext>
            </a:extLst>
          </p:cNvPr>
          <p:cNvSpPr txBox="1"/>
          <p:nvPr userDrawn="1"/>
        </p:nvSpPr>
        <p:spPr>
          <a:xfrm>
            <a:off x="112877" y="472209"/>
            <a:ext cx="2997270" cy="433965"/>
          </a:xfrm>
          <a:prstGeom prst="rect">
            <a:avLst/>
          </a:prstGeom>
          <a:noFill/>
        </p:spPr>
        <p:txBody>
          <a:bodyPr wrap="square" rtlCol="0">
            <a:spAutoFit/>
          </a:bodyPr>
          <a:lstStyle>
            <a:lvl1pPr indent="0">
              <a:lnSpc>
                <a:spcPct val="90000"/>
              </a:lnSpc>
              <a:spcBef>
                <a:spcPts val="1000"/>
              </a:spcBef>
              <a:buFont typeface="Arial" panose="020B0604020202020204" pitchFamily="34" charset="0"/>
              <a:buNone/>
              <a:defRPr sz="2400" b="1">
                <a:solidFill>
                  <a:schemeClr val="bg1"/>
                </a:solidFill>
                <a:latin typeface="Poppins" panose="00000500000000000000" pitchFamily="50" charset="0"/>
                <a:cs typeface="Poppins" panose="00000500000000000000" pitchFamily="50" charset="0"/>
              </a:defRPr>
            </a:lvl1pPr>
            <a:lvl2pPr marL="228600" indent="0">
              <a:lnSpc>
                <a:spcPct val="90000"/>
              </a:lnSpc>
              <a:spcBef>
                <a:spcPts val="500"/>
              </a:spcBef>
              <a:buFont typeface="Arial" panose="020B0604020202020204" pitchFamily="34" charset="0"/>
              <a:buNone/>
            </a:lvl2pPr>
            <a:lvl3pPr marL="685800" indent="0">
              <a:lnSpc>
                <a:spcPct val="90000"/>
              </a:lnSpc>
              <a:spcBef>
                <a:spcPts val="500"/>
              </a:spcBef>
              <a:buFont typeface="Arial" panose="020B0604020202020204" pitchFamily="34" charset="0"/>
              <a:buNone/>
            </a:lvl3pPr>
            <a:lvl4pPr marL="1143000" indent="0">
              <a:lnSpc>
                <a:spcPct val="90000"/>
              </a:lnSpc>
              <a:spcBef>
                <a:spcPts val="500"/>
              </a:spcBef>
              <a:buFont typeface="Arial" panose="020B0604020202020204" pitchFamily="34" charset="0"/>
              <a:buNone/>
            </a:lvl4pPr>
            <a:lvl5pPr marL="1600200"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a:t>#BeyondPossible</a:t>
            </a:r>
            <a:endParaRPr lang="en-IN"/>
          </a:p>
        </p:txBody>
      </p:sp>
      <p:pic>
        <p:nvPicPr>
          <p:cNvPr id="2" name="Picture 1" descr="A orange and black letter t&#10;&#10;AI-generated content may be incorrect.">
            <a:extLst>
              <a:ext uri="{FF2B5EF4-FFF2-40B4-BE49-F238E27FC236}">
                <a16:creationId xmlns:a16="http://schemas.microsoft.com/office/drawing/2014/main" id="{4A74246F-AB25-33EC-D542-5A6DD15640AE}"/>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63432375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am Pic nad Designation">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796BD318-BFA6-4162-A9E6-3340BD627710}"/>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sp>
        <p:nvSpPr>
          <p:cNvPr id="46" name="Title 18">
            <a:extLst>
              <a:ext uri="{FF2B5EF4-FFF2-40B4-BE49-F238E27FC236}">
                <a16:creationId xmlns:a16="http://schemas.microsoft.com/office/drawing/2014/main" id="{E0A04835-DD7C-4E42-BA1C-F67FA11EACD7}"/>
              </a:ext>
            </a:extLst>
          </p:cNvPr>
          <p:cNvSpPr>
            <a:spLocks noGrp="1"/>
          </p:cNvSpPr>
          <p:nvPr userDrawn="1">
            <p:ph type="title"/>
          </p:nvPr>
        </p:nvSpPr>
        <p:spPr>
          <a:xfrm>
            <a:off x="296458" y="950756"/>
            <a:ext cx="11599084" cy="775597"/>
          </a:xfrm>
          <a:prstGeom prst="rect">
            <a:avLst/>
          </a:prstGeom>
          <a:noFill/>
        </p:spPr>
        <p:txBody>
          <a:bodyPr wrap="square" rtlCol="0">
            <a:spAutoFit/>
          </a:bodyPr>
          <a:lstStyle>
            <a:lvl1pPr algn="ctr">
              <a:defRPr lang="en-IN" sz="4800" b="1" dirty="0">
                <a:latin typeface="Poppins" panose="00000500000000000000" pitchFamily="50" charset="0"/>
                <a:ea typeface="+mn-ea"/>
                <a:cs typeface="Poppins" panose="00000500000000000000" pitchFamily="50" charset="0"/>
              </a:defRPr>
            </a:lvl1pPr>
          </a:lstStyle>
          <a:p>
            <a:pPr marL="0" lvl="0" algn="ctr"/>
            <a:r>
              <a:rPr lang="en-US"/>
              <a:t>Click to edit Master title style</a:t>
            </a:r>
            <a:endParaRPr lang="en-IN"/>
          </a:p>
        </p:txBody>
      </p:sp>
      <p:sp>
        <p:nvSpPr>
          <p:cNvPr id="49" name="Picture Placeholder 13">
            <a:extLst>
              <a:ext uri="{FF2B5EF4-FFF2-40B4-BE49-F238E27FC236}">
                <a16:creationId xmlns:a16="http://schemas.microsoft.com/office/drawing/2014/main" id="{9068F27F-14A6-42F6-AB5F-609B15F2CE4A}"/>
              </a:ext>
            </a:extLst>
          </p:cNvPr>
          <p:cNvSpPr>
            <a:spLocks noGrp="1"/>
          </p:cNvSpPr>
          <p:nvPr>
            <p:ph type="pic" sz="quarter" idx="10"/>
          </p:nvPr>
        </p:nvSpPr>
        <p:spPr>
          <a:xfrm>
            <a:off x="465138" y="2475520"/>
            <a:ext cx="1576387" cy="2055115"/>
          </a:xfrm>
          <a:custGeom>
            <a:avLst/>
            <a:gdLst>
              <a:gd name="connsiteX0" fmla="*/ 0 w 1576387"/>
              <a:gd name="connsiteY0" fmla="*/ 0 h 2035175"/>
              <a:gd name="connsiteX1" fmla="*/ 1269196 w 1576387"/>
              <a:gd name="connsiteY1" fmla="*/ 0 h 2035175"/>
              <a:gd name="connsiteX2" fmla="*/ 1576387 w 1576387"/>
              <a:gd name="connsiteY2" fmla="*/ 307191 h 2035175"/>
              <a:gd name="connsiteX3" fmla="*/ 1576387 w 1576387"/>
              <a:gd name="connsiteY3" fmla="*/ 2035175 h 2035175"/>
              <a:gd name="connsiteX4" fmla="*/ 0 w 1576387"/>
              <a:gd name="connsiteY4" fmla="*/ 2035175 h 2035175"/>
              <a:gd name="connsiteX5" fmla="*/ 0 w 1576387"/>
              <a:gd name="connsiteY5" fmla="*/ 0 h 2035175"/>
              <a:gd name="connsiteX0" fmla="*/ 0 w 1576387"/>
              <a:gd name="connsiteY0" fmla="*/ 0 h 2035175"/>
              <a:gd name="connsiteX1" fmla="*/ 1269196 w 1576387"/>
              <a:gd name="connsiteY1" fmla="*/ 0 h 2035175"/>
              <a:gd name="connsiteX2" fmla="*/ 1570037 w 1576387"/>
              <a:gd name="connsiteY2" fmla="*/ 329416 h 2035175"/>
              <a:gd name="connsiteX3" fmla="*/ 1576387 w 1576387"/>
              <a:gd name="connsiteY3" fmla="*/ 2035175 h 2035175"/>
              <a:gd name="connsiteX4" fmla="*/ 0 w 1576387"/>
              <a:gd name="connsiteY4" fmla="*/ 2035175 h 2035175"/>
              <a:gd name="connsiteX5" fmla="*/ 0 w 1576387"/>
              <a:gd name="connsiteY5" fmla="*/ 0 h 2035175"/>
              <a:gd name="connsiteX0" fmla="*/ 0 w 1576387"/>
              <a:gd name="connsiteY0" fmla="*/ 3175 h 2038350"/>
              <a:gd name="connsiteX1" fmla="*/ 1358096 w 1576387"/>
              <a:gd name="connsiteY1" fmla="*/ 0 h 2038350"/>
              <a:gd name="connsiteX2" fmla="*/ 1570037 w 1576387"/>
              <a:gd name="connsiteY2" fmla="*/ 332591 h 2038350"/>
              <a:gd name="connsiteX3" fmla="*/ 1576387 w 1576387"/>
              <a:gd name="connsiteY3" fmla="*/ 2038350 h 2038350"/>
              <a:gd name="connsiteX4" fmla="*/ 0 w 1576387"/>
              <a:gd name="connsiteY4" fmla="*/ 2038350 h 2038350"/>
              <a:gd name="connsiteX5" fmla="*/ 0 w 1576387"/>
              <a:gd name="connsiteY5" fmla="*/ 3175 h 2038350"/>
              <a:gd name="connsiteX0" fmla="*/ 0 w 1576387"/>
              <a:gd name="connsiteY0" fmla="*/ 3175 h 2038350"/>
              <a:gd name="connsiteX1" fmla="*/ 1358096 w 1576387"/>
              <a:gd name="connsiteY1" fmla="*/ 0 h 2038350"/>
              <a:gd name="connsiteX2" fmla="*/ 1570037 w 1576387"/>
              <a:gd name="connsiteY2" fmla="*/ 338941 h 2038350"/>
              <a:gd name="connsiteX3" fmla="*/ 1576387 w 1576387"/>
              <a:gd name="connsiteY3" fmla="*/ 2038350 h 2038350"/>
              <a:gd name="connsiteX4" fmla="*/ 0 w 1576387"/>
              <a:gd name="connsiteY4" fmla="*/ 2038350 h 2038350"/>
              <a:gd name="connsiteX5" fmla="*/ 0 w 1576387"/>
              <a:gd name="connsiteY5" fmla="*/ 3175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6387" h="2038350">
                <a:moveTo>
                  <a:pt x="0" y="3175"/>
                </a:moveTo>
                <a:lnTo>
                  <a:pt x="1358096" y="0"/>
                </a:lnTo>
                <a:lnTo>
                  <a:pt x="1570037" y="338941"/>
                </a:lnTo>
                <a:cubicBezTo>
                  <a:pt x="1572154" y="907527"/>
                  <a:pt x="1574270" y="1469764"/>
                  <a:pt x="1576387" y="2038350"/>
                </a:cubicBezTo>
                <a:lnTo>
                  <a:pt x="0" y="2038350"/>
                </a:lnTo>
                <a:lnTo>
                  <a:pt x="0" y="3175"/>
                </a:lnTo>
                <a:close/>
              </a:path>
            </a:pathLst>
          </a:custGeom>
          <a:solidFill>
            <a:srgbClr val="404040"/>
          </a:solidFill>
        </p:spPr>
        <p:txBody>
          <a:bodyPr anchor="ctr"/>
          <a:lstStyle>
            <a:lvl1pPr algn="ctr">
              <a:defRPr sz="1400">
                <a:solidFill>
                  <a:schemeClr val="bg1"/>
                </a:solidFill>
              </a:defRPr>
            </a:lvl1pPr>
          </a:lstStyle>
          <a:p>
            <a:endParaRPr lang="en-IN"/>
          </a:p>
        </p:txBody>
      </p:sp>
      <p:sp>
        <p:nvSpPr>
          <p:cNvPr id="50" name="Picture Placeholder 13">
            <a:extLst>
              <a:ext uri="{FF2B5EF4-FFF2-40B4-BE49-F238E27FC236}">
                <a16:creationId xmlns:a16="http://schemas.microsoft.com/office/drawing/2014/main" id="{83446D75-48C3-409C-9AF3-688B0CDA309E}"/>
              </a:ext>
            </a:extLst>
          </p:cNvPr>
          <p:cNvSpPr>
            <a:spLocks noGrp="1"/>
          </p:cNvSpPr>
          <p:nvPr>
            <p:ph type="pic" sz="quarter" idx="11"/>
          </p:nvPr>
        </p:nvSpPr>
        <p:spPr>
          <a:xfrm>
            <a:off x="4316832" y="2475520"/>
            <a:ext cx="1576387" cy="2055115"/>
          </a:xfrm>
          <a:custGeom>
            <a:avLst/>
            <a:gdLst>
              <a:gd name="connsiteX0" fmla="*/ 0 w 1576387"/>
              <a:gd name="connsiteY0" fmla="*/ 0 h 2035175"/>
              <a:gd name="connsiteX1" fmla="*/ 1269196 w 1576387"/>
              <a:gd name="connsiteY1" fmla="*/ 0 h 2035175"/>
              <a:gd name="connsiteX2" fmla="*/ 1576387 w 1576387"/>
              <a:gd name="connsiteY2" fmla="*/ 307191 h 2035175"/>
              <a:gd name="connsiteX3" fmla="*/ 1576387 w 1576387"/>
              <a:gd name="connsiteY3" fmla="*/ 2035175 h 2035175"/>
              <a:gd name="connsiteX4" fmla="*/ 0 w 1576387"/>
              <a:gd name="connsiteY4" fmla="*/ 2035175 h 2035175"/>
              <a:gd name="connsiteX5" fmla="*/ 0 w 1576387"/>
              <a:gd name="connsiteY5" fmla="*/ 0 h 2035175"/>
              <a:gd name="connsiteX0" fmla="*/ 0 w 1576387"/>
              <a:gd name="connsiteY0" fmla="*/ 0 h 2035175"/>
              <a:gd name="connsiteX1" fmla="*/ 1269196 w 1576387"/>
              <a:gd name="connsiteY1" fmla="*/ 0 h 2035175"/>
              <a:gd name="connsiteX2" fmla="*/ 1570037 w 1576387"/>
              <a:gd name="connsiteY2" fmla="*/ 329416 h 2035175"/>
              <a:gd name="connsiteX3" fmla="*/ 1576387 w 1576387"/>
              <a:gd name="connsiteY3" fmla="*/ 2035175 h 2035175"/>
              <a:gd name="connsiteX4" fmla="*/ 0 w 1576387"/>
              <a:gd name="connsiteY4" fmla="*/ 2035175 h 2035175"/>
              <a:gd name="connsiteX5" fmla="*/ 0 w 1576387"/>
              <a:gd name="connsiteY5" fmla="*/ 0 h 2035175"/>
              <a:gd name="connsiteX0" fmla="*/ 0 w 1576387"/>
              <a:gd name="connsiteY0" fmla="*/ 3175 h 2038350"/>
              <a:gd name="connsiteX1" fmla="*/ 1358096 w 1576387"/>
              <a:gd name="connsiteY1" fmla="*/ 0 h 2038350"/>
              <a:gd name="connsiteX2" fmla="*/ 1570037 w 1576387"/>
              <a:gd name="connsiteY2" fmla="*/ 332591 h 2038350"/>
              <a:gd name="connsiteX3" fmla="*/ 1576387 w 1576387"/>
              <a:gd name="connsiteY3" fmla="*/ 2038350 h 2038350"/>
              <a:gd name="connsiteX4" fmla="*/ 0 w 1576387"/>
              <a:gd name="connsiteY4" fmla="*/ 2038350 h 2038350"/>
              <a:gd name="connsiteX5" fmla="*/ 0 w 1576387"/>
              <a:gd name="connsiteY5" fmla="*/ 3175 h 2038350"/>
              <a:gd name="connsiteX0" fmla="*/ 0 w 1576387"/>
              <a:gd name="connsiteY0" fmla="*/ 3175 h 2038350"/>
              <a:gd name="connsiteX1" fmla="*/ 1358096 w 1576387"/>
              <a:gd name="connsiteY1" fmla="*/ 0 h 2038350"/>
              <a:gd name="connsiteX2" fmla="*/ 1570037 w 1576387"/>
              <a:gd name="connsiteY2" fmla="*/ 338941 h 2038350"/>
              <a:gd name="connsiteX3" fmla="*/ 1576387 w 1576387"/>
              <a:gd name="connsiteY3" fmla="*/ 2038350 h 2038350"/>
              <a:gd name="connsiteX4" fmla="*/ 0 w 1576387"/>
              <a:gd name="connsiteY4" fmla="*/ 2038350 h 2038350"/>
              <a:gd name="connsiteX5" fmla="*/ 0 w 1576387"/>
              <a:gd name="connsiteY5" fmla="*/ 3175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6387" h="2038350">
                <a:moveTo>
                  <a:pt x="0" y="3175"/>
                </a:moveTo>
                <a:lnTo>
                  <a:pt x="1358096" y="0"/>
                </a:lnTo>
                <a:lnTo>
                  <a:pt x="1570037" y="338941"/>
                </a:lnTo>
                <a:cubicBezTo>
                  <a:pt x="1572154" y="907527"/>
                  <a:pt x="1574270" y="1469764"/>
                  <a:pt x="1576387" y="2038350"/>
                </a:cubicBezTo>
                <a:lnTo>
                  <a:pt x="0" y="2038350"/>
                </a:lnTo>
                <a:lnTo>
                  <a:pt x="0" y="3175"/>
                </a:lnTo>
                <a:close/>
              </a:path>
            </a:pathLst>
          </a:custGeom>
          <a:solidFill>
            <a:srgbClr val="404040"/>
          </a:solidFill>
        </p:spPr>
        <p:txBody>
          <a:bodyPr anchor="ctr"/>
          <a:lstStyle>
            <a:lvl1pPr algn="ctr">
              <a:defRPr sz="1400">
                <a:solidFill>
                  <a:schemeClr val="bg1"/>
                </a:solidFill>
              </a:defRPr>
            </a:lvl1pPr>
          </a:lstStyle>
          <a:p>
            <a:endParaRPr lang="en-IN"/>
          </a:p>
        </p:txBody>
      </p:sp>
      <p:sp>
        <p:nvSpPr>
          <p:cNvPr id="51" name="Picture Placeholder 13">
            <a:extLst>
              <a:ext uri="{FF2B5EF4-FFF2-40B4-BE49-F238E27FC236}">
                <a16:creationId xmlns:a16="http://schemas.microsoft.com/office/drawing/2014/main" id="{E65C77C4-E741-4138-A956-1DE849CD318D}"/>
              </a:ext>
            </a:extLst>
          </p:cNvPr>
          <p:cNvSpPr>
            <a:spLocks noGrp="1"/>
          </p:cNvSpPr>
          <p:nvPr>
            <p:ph type="pic" sz="quarter" idx="12"/>
          </p:nvPr>
        </p:nvSpPr>
        <p:spPr>
          <a:xfrm>
            <a:off x="8210718" y="2475520"/>
            <a:ext cx="1576387" cy="2055115"/>
          </a:xfrm>
          <a:custGeom>
            <a:avLst/>
            <a:gdLst>
              <a:gd name="connsiteX0" fmla="*/ 0 w 1576387"/>
              <a:gd name="connsiteY0" fmla="*/ 0 h 2035175"/>
              <a:gd name="connsiteX1" fmla="*/ 1269196 w 1576387"/>
              <a:gd name="connsiteY1" fmla="*/ 0 h 2035175"/>
              <a:gd name="connsiteX2" fmla="*/ 1576387 w 1576387"/>
              <a:gd name="connsiteY2" fmla="*/ 307191 h 2035175"/>
              <a:gd name="connsiteX3" fmla="*/ 1576387 w 1576387"/>
              <a:gd name="connsiteY3" fmla="*/ 2035175 h 2035175"/>
              <a:gd name="connsiteX4" fmla="*/ 0 w 1576387"/>
              <a:gd name="connsiteY4" fmla="*/ 2035175 h 2035175"/>
              <a:gd name="connsiteX5" fmla="*/ 0 w 1576387"/>
              <a:gd name="connsiteY5" fmla="*/ 0 h 2035175"/>
              <a:gd name="connsiteX0" fmla="*/ 0 w 1576387"/>
              <a:gd name="connsiteY0" fmla="*/ 0 h 2035175"/>
              <a:gd name="connsiteX1" fmla="*/ 1269196 w 1576387"/>
              <a:gd name="connsiteY1" fmla="*/ 0 h 2035175"/>
              <a:gd name="connsiteX2" fmla="*/ 1570037 w 1576387"/>
              <a:gd name="connsiteY2" fmla="*/ 329416 h 2035175"/>
              <a:gd name="connsiteX3" fmla="*/ 1576387 w 1576387"/>
              <a:gd name="connsiteY3" fmla="*/ 2035175 h 2035175"/>
              <a:gd name="connsiteX4" fmla="*/ 0 w 1576387"/>
              <a:gd name="connsiteY4" fmla="*/ 2035175 h 2035175"/>
              <a:gd name="connsiteX5" fmla="*/ 0 w 1576387"/>
              <a:gd name="connsiteY5" fmla="*/ 0 h 2035175"/>
              <a:gd name="connsiteX0" fmla="*/ 0 w 1576387"/>
              <a:gd name="connsiteY0" fmla="*/ 3175 h 2038350"/>
              <a:gd name="connsiteX1" fmla="*/ 1358096 w 1576387"/>
              <a:gd name="connsiteY1" fmla="*/ 0 h 2038350"/>
              <a:gd name="connsiteX2" fmla="*/ 1570037 w 1576387"/>
              <a:gd name="connsiteY2" fmla="*/ 332591 h 2038350"/>
              <a:gd name="connsiteX3" fmla="*/ 1576387 w 1576387"/>
              <a:gd name="connsiteY3" fmla="*/ 2038350 h 2038350"/>
              <a:gd name="connsiteX4" fmla="*/ 0 w 1576387"/>
              <a:gd name="connsiteY4" fmla="*/ 2038350 h 2038350"/>
              <a:gd name="connsiteX5" fmla="*/ 0 w 1576387"/>
              <a:gd name="connsiteY5" fmla="*/ 3175 h 2038350"/>
              <a:gd name="connsiteX0" fmla="*/ 0 w 1576387"/>
              <a:gd name="connsiteY0" fmla="*/ 3175 h 2038350"/>
              <a:gd name="connsiteX1" fmla="*/ 1358096 w 1576387"/>
              <a:gd name="connsiteY1" fmla="*/ 0 h 2038350"/>
              <a:gd name="connsiteX2" fmla="*/ 1570037 w 1576387"/>
              <a:gd name="connsiteY2" fmla="*/ 338941 h 2038350"/>
              <a:gd name="connsiteX3" fmla="*/ 1576387 w 1576387"/>
              <a:gd name="connsiteY3" fmla="*/ 2038350 h 2038350"/>
              <a:gd name="connsiteX4" fmla="*/ 0 w 1576387"/>
              <a:gd name="connsiteY4" fmla="*/ 2038350 h 2038350"/>
              <a:gd name="connsiteX5" fmla="*/ 0 w 1576387"/>
              <a:gd name="connsiteY5" fmla="*/ 3175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6387" h="2038350">
                <a:moveTo>
                  <a:pt x="0" y="3175"/>
                </a:moveTo>
                <a:lnTo>
                  <a:pt x="1358096" y="0"/>
                </a:lnTo>
                <a:lnTo>
                  <a:pt x="1570037" y="338941"/>
                </a:lnTo>
                <a:cubicBezTo>
                  <a:pt x="1572154" y="907527"/>
                  <a:pt x="1574270" y="1469764"/>
                  <a:pt x="1576387" y="2038350"/>
                </a:cubicBezTo>
                <a:lnTo>
                  <a:pt x="0" y="2038350"/>
                </a:lnTo>
                <a:lnTo>
                  <a:pt x="0" y="3175"/>
                </a:lnTo>
                <a:close/>
              </a:path>
            </a:pathLst>
          </a:custGeom>
          <a:solidFill>
            <a:srgbClr val="404040"/>
          </a:solidFill>
        </p:spPr>
        <p:txBody>
          <a:bodyPr anchor="ctr"/>
          <a:lstStyle>
            <a:lvl1pPr algn="ctr">
              <a:defRPr sz="1400">
                <a:solidFill>
                  <a:schemeClr val="bg1"/>
                </a:solidFill>
              </a:defRPr>
            </a:lvl1pPr>
          </a:lstStyle>
          <a:p>
            <a:endParaRPr lang="en-IN"/>
          </a:p>
        </p:txBody>
      </p:sp>
      <p:pic>
        <p:nvPicPr>
          <p:cNvPr id="2" name="Picture 1" descr="A orange and black letter t&#10;&#10;AI-generated content may be incorrect.">
            <a:extLst>
              <a:ext uri="{FF2B5EF4-FFF2-40B4-BE49-F238E27FC236}">
                <a16:creationId xmlns:a16="http://schemas.microsoft.com/office/drawing/2014/main" id="{6D2008B4-4CE7-91B1-1A8D-B51D622AA3C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124051588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lide Divider 1">
    <p:spTree>
      <p:nvGrpSpPr>
        <p:cNvPr id="1" name=""/>
        <p:cNvGrpSpPr/>
        <p:nvPr/>
      </p:nvGrpSpPr>
      <p:grpSpPr>
        <a:xfrm>
          <a:off x="0" y="0"/>
          <a:ext cx="0" cy="0"/>
          <a:chOff x="0" y="0"/>
          <a:chExt cx="0" cy="0"/>
        </a:xfrm>
      </p:grpSpPr>
      <p:sp>
        <p:nvSpPr>
          <p:cNvPr id="51" name="Picture Placeholder 50">
            <a:extLst>
              <a:ext uri="{FF2B5EF4-FFF2-40B4-BE49-F238E27FC236}">
                <a16:creationId xmlns:a16="http://schemas.microsoft.com/office/drawing/2014/main" id="{6AA4CC97-C22E-48C8-A465-096FCCBD2392}"/>
              </a:ext>
            </a:extLst>
          </p:cNvPr>
          <p:cNvSpPr>
            <a:spLocks noGrp="1"/>
          </p:cNvSpPr>
          <p:nvPr>
            <p:ph type="pic" sz="quarter" idx="13"/>
          </p:nvPr>
        </p:nvSpPr>
        <p:spPr>
          <a:xfrm>
            <a:off x="1" y="0"/>
            <a:ext cx="12191999" cy="6858000"/>
          </a:xfrm>
          <a:custGeom>
            <a:avLst/>
            <a:gdLst>
              <a:gd name="connsiteX0" fmla="*/ 0 w 12191999"/>
              <a:gd name="connsiteY0" fmla="*/ 1013603 h 6858000"/>
              <a:gd name="connsiteX1" fmla="*/ 889813 w 12191999"/>
              <a:gd name="connsiteY1" fmla="*/ 1013603 h 6858000"/>
              <a:gd name="connsiteX2" fmla="*/ 889813 w 12191999"/>
              <a:gd name="connsiteY2" fmla="*/ 6858000 h 6858000"/>
              <a:gd name="connsiteX3" fmla="*/ 0 w 12191999"/>
              <a:gd name="connsiteY3" fmla="*/ 6858000 h 6858000"/>
              <a:gd name="connsiteX4" fmla="*/ 10958133 w 12191999"/>
              <a:gd name="connsiteY4" fmla="*/ 633447 h 6858000"/>
              <a:gd name="connsiteX5" fmla="*/ 10958133 w 12191999"/>
              <a:gd name="connsiteY5" fmla="*/ 1208094 h 6858000"/>
              <a:gd name="connsiteX6" fmla="*/ 11623655 w 12191999"/>
              <a:gd name="connsiteY6" fmla="*/ 1208094 h 6858000"/>
              <a:gd name="connsiteX7" fmla="*/ 11623655 w 12191999"/>
              <a:gd name="connsiteY7" fmla="*/ 633447 h 6858000"/>
              <a:gd name="connsiteX8" fmla="*/ 10275225 w 12191999"/>
              <a:gd name="connsiteY8" fmla="*/ 633447 h 6858000"/>
              <a:gd name="connsiteX9" fmla="*/ 10275225 w 12191999"/>
              <a:gd name="connsiteY9" fmla="*/ 1208093 h 6858000"/>
              <a:gd name="connsiteX10" fmla="*/ 10940747 w 12191999"/>
              <a:gd name="connsiteY10" fmla="*/ 1208093 h 6858000"/>
              <a:gd name="connsiteX11" fmla="*/ 10940747 w 12191999"/>
              <a:gd name="connsiteY11" fmla="*/ 633447 h 6858000"/>
              <a:gd name="connsiteX12" fmla="*/ 9592317 w 12191999"/>
              <a:gd name="connsiteY12" fmla="*/ 633447 h 6858000"/>
              <a:gd name="connsiteX13" fmla="*/ 9592317 w 12191999"/>
              <a:gd name="connsiteY13" fmla="*/ 1208093 h 6858000"/>
              <a:gd name="connsiteX14" fmla="*/ 10257839 w 12191999"/>
              <a:gd name="connsiteY14" fmla="*/ 1208093 h 6858000"/>
              <a:gd name="connsiteX15" fmla="*/ 10257839 w 12191999"/>
              <a:gd name="connsiteY15" fmla="*/ 633447 h 6858000"/>
              <a:gd name="connsiteX16" fmla="*/ 9748992 w 12191999"/>
              <a:gd name="connsiteY16" fmla="*/ 294100 h 6858000"/>
              <a:gd name="connsiteX17" fmla="*/ 9607843 w 12191999"/>
              <a:gd name="connsiteY17" fmla="*/ 539431 h 6858000"/>
              <a:gd name="connsiteX18" fmla="*/ 11496589 w 12191999"/>
              <a:gd name="connsiteY18" fmla="*/ 539364 h 6858000"/>
              <a:gd name="connsiteX19" fmla="*/ 11637201 w 12191999"/>
              <a:gd name="connsiteY19" fmla="*/ 294436 h 6858000"/>
              <a:gd name="connsiteX20" fmla="*/ 11637201 w 12191999"/>
              <a:gd name="connsiteY20" fmla="*/ 294100 h 6858000"/>
              <a:gd name="connsiteX21" fmla="*/ 4654534 w 12191999"/>
              <a:gd name="connsiteY21" fmla="*/ 0 h 6858000"/>
              <a:gd name="connsiteX22" fmla="*/ 12191999 w 12191999"/>
              <a:gd name="connsiteY22" fmla="*/ 0 h 6858000"/>
              <a:gd name="connsiteX23" fmla="*/ 12191999 w 12191999"/>
              <a:gd name="connsiteY23" fmla="*/ 6858000 h 6858000"/>
              <a:gd name="connsiteX24" fmla="*/ 1995915 w 12191999"/>
              <a:gd name="connsiteY24" fmla="*/ 6858000 h 6858000"/>
              <a:gd name="connsiteX25" fmla="*/ 1995915 w 12191999"/>
              <a:gd name="connsiteY25" fmla="*/ 1013603 h 6858000"/>
              <a:gd name="connsiteX26" fmla="*/ 4072864 w 12191999"/>
              <a:gd name="connsiteY26" fmla="*/ 1013603 h 6858000"/>
              <a:gd name="connsiteX27" fmla="*/ 4654534 w 12191999"/>
              <a:gd name="connsiteY27" fmla="*/ 152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1999" h="6858000">
                <a:moveTo>
                  <a:pt x="0" y="1013603"/>
                </a:moveTo>
                <a:lnTo>
                  <a:pt x="889813" y="1013603"/>
                </a:lnTo>
                <a:lnTo>
                  <a:pt x="889813" y="6858000"/>
                </a:lnTo>
                <a:lnTo>
                  <a:pt x="0" y="6858000"/>
                </a:lnTo>
                <a:close/>
                <a:moveTo>
                  <a:pt x="10958133" y="633447"/>
                </a:moveTo>
                <a:lnTo>
                  <a:pt x="10958133" y="1208094"/>
                </a:lnTo>
                <a:lnTo>
                  <a:pt x="11623655" y="1208094"/>
                </a:lnTo>
                <a:lnTo>
                  <a:pt x="11623655" y="633447"/>
                </a:lnTo>
                <a:close/>
                <a:moveTo>
                  <a:pt x="10275225" y="633447"/>
                </a:moveTo>
                <a:lnTo>
                  <a:pt x="10275225" y="1208093"/>
                </a:lnTo>
                <a:lnTo>
                  <a:pt x="10940747" y="1208093"/>
                </a:lnTo>
                <a:lnTo>
                  <a:pt x="10940747" y="633447"/>
                </a:lnTo>
                <a:close/>
                <a:moveTo>
                  <a:pt x="9592317" y="633447"/>
                </a:moveTo>
                <a:lnTo>
                  <a:pt x="9592317" y="1208093"/>
                </a:lnTo>
                <a:lnTo>
                  <a:pt x="10257839" y="1208093"/>
                </a:lnTo>
                <a:lnTo>
                  <a:pt x="10257839" y="633447"/>
                </a:lnTo>
                <a:close/>
                <a:moveTo>
                  <a:pt x="9748992" y="294100"/>
                </a:moveTo>
                <a:lnTo>
                  <a:pt x="9607843" y="539431"/>
                </a:lnTo>
                <a:lnTo>
                  <a:pt x="11496589" y="539364"/>
                </a:lnTo>
                <a:lnTo>
                  <a:pt x="11637201" y="294436"/>
                </a:lnTo>
                <a:lnTo>
                  <a:pt x="11637201" y="294100"/>
                </a:lnTo>
                <a:close/>
                <a:moveTo>
                  <a:pt x="4654534" y="0"/>
                </a:moveTo>
                <a:lnTo>
                  <a:pt x="12191999" y="0"/>
                </a:lnTo>
                <a:lnTo>
                  <a:pt x="12191999" y="6858000"/>
                </a:lnTo>
                <a:lnTo>
                  <a:pt x="1995915" y="6858000"/>
                </a:lnTo>
                <a:lnTo>
                  <a:pt x="1995915" y="1013603"/>
                </a:lnTo>
                <a:lnTo>
                  <a:pt x="4072864" y="1013603"/>
                </a:lnTo>
                <a:lnTo>
                  <a:pt x="4654534" y="1525"/>
                </a:lnTo>
                <a:close/>
              </a:path>
            </a:pathLst>
          </a:custGeom>
          <a:solidFill>
            <a:srgbClr val="404040"/>
          </a:solidFill>
        </p:spPr>
        <p:txBody>
          <a:bodyPr wrap="square" anchor="ctr">
            <a:noAutofit/>
          </a:bodyPr>
          <a:lstStyle>
            <a:lvl1pPr algn="ctr">
              <a:defRPr>
                <a:solidFill>
                  <a:schemeClr val="bg1"/>
                </a:solidFill>
              </a:defRPr>
            </a:lvl1pPr>
          </a:lstStyle>
          <a:p>
            <a:endParaRPr lang="en-IN"/>
          </a:p>
        </p:txBody>
      </p:sp>
      <p:sp>
        <p:nvSpPr>
          <p:cNvPr id="74" name="Text Placeholder 13">
            <a:extLst>
              <a:ext uri="{FF2B5EF4-FFF2-40B4-BE49-F238E27FC236}">
                <a16:creationId xmlns:a16="http://schemas.microsoft.com/office/drawing/2014/main" id="{B95C79B3-017D-44FF-A2F3-D1559D085B7D}"/>
              </a:ext>
            </a:extLst>
          </p:cNvPr>
          <p:cNvSpPr>
            <a:spLocks noGrp="1"/>
          </p:cNvSpPr>
          <p:nvPr>
            <p:ph type="body" sz="quarter" idx="12" hasCustomPrompt="1"/>
          </p:nvPr>
        </p:nvSpPr>
        <p:spPr>
          <a:xfrm>
            <a:off x="2599128" y="5249421"/>
            <a:ext cx="2374368" cy="291618"/>
          </a:xfrm>
          <a:prstGeom prst="rect">
            <a:avLst/>
          </a:prstGeom>
          <a:noFill/>
        </p:spPr>
        <p:txBody>
          <a:bodyPr wrap="none" rtlCol="0">
            <a:spAutoFit/>
          </a:bodyPr>
          <a:lstStyle>
            <a:lvl1pPr marL="0" indent="0">
              <a:buNone/>
              <a:defRPr lang="en-US" sz="1400" dirty="0" smtClean="0">
                <a:solidFill>
                  <a:schemeClr val="bg1"/>
                </a:solidFill>
                <a:latin typeface="Poppins" panose="00000500000000000000" pitchFamily="50" charset="0"/>
                <a:cs typeface="Poppins" panose="00000500000000000000" pitchFamily="50" charset="0"/>
              </a:defRPr>
            </a:lvl1pPr>
            <a:lvl2pPr>
              <a:defRPr lang="en-US" sz="1800" dirty="0" smtClean="0"/>
            </a:lvl2pPr>
            <a:lvl3pPr>
              <a:defRPr lang="en-US" sz="1800" dirty="0" smtClean="0"/>
            </a:lvl3pPr>
            <a:lvl4pPr>
              <a:defRPr lang="en-US" dirty="0" smtClean="0"/>
            </a:lvl4pPr>
            <a:lvl5pPr>
              <a:defRPr lang="en-IN" dirty="0"/>
            </a:lvl5pPr>
          </a:lstStyle>
          <a:p>
            <a:pPr lvl="0"/>
            <a:r>
              <a:rPr lang="en-IN"/>
              <a:t>Click to edit the Sub Text</a:t>
            </a:r>
          </a:p>
        </p:txBody>
      </p:sp>
      <p:sp>
        <p:nvSpPr>
          <p:cNvPr id="75" name="Text Placeholder 6">
            <a:extLst>
              <a:ext uri="{FF2B5EF4-FFF2-40B4-BE49-F238E27FC236}">
                <a16:creationId xmlns:a16="http://schemas.microsoft.com/office/drawing/2014/main" id="{7BAB6781-F25A-40C5-AE6A-864C30F7E891}"/>
              </a:ext>
            </a:extLst>
          </p:cNvPr>
          <p:cNvSpPr>
            <a:spLocks noGrp="1"/>
          </p:cNvSpPr>
          <p:nvPr>
            <p:ph type="body" sz="quarter" idx="11" hasCustomPrompt="1"/>
          </p:nvPr>
        </p:nvSpPr>
        <p:spPr>
          <a:xfrm>
            <a:off x="2592151" y="3880054"/>
            <a:ext cx="6158149" cy="1446550"/>
          </a:xfrm>
          <a:prstGeom prst="rect">
            <a:avLst/>
          </a:prstGeom>
          <a:noFill/>
        </p:spPr>
        <p:txBody>
          <a:bodyPr wrap="square" rtlCol="0">
            <a:spAutoFit/>
          </a:bodyPr>
          <a:lstStyle>
            <a:lvl1pPr marL="0" indent="0">
              <a:lnSpc>
                <a:spcPct val="100000"/>
              </a:lnSpc>
              <a:spcBef>
                <a:spcPts val="0"/>
              </a:spcBef>
              <a:buNone/>
              <a:defRPr lang="en-US" sz="4400" b="1" dirty="0" smtClean="0">
                <a:solidFill>
                  <a:schemeClr val="bg1"/>
                </a:solidFill>
                <a:latin typeface="Poppins" panose="00000500000000000000" pitchFamily="50" charset="0"/>
                <a:cs typeface="Poppins" panose="00000500000000000000" pitchFamily="50" charset="0"/>
              </a:defRPr>
            </a:lvl1pPr>
          </a:lstStyle>
          <a:p>
            <a:pPr marL="0" lvl="0"/>
            <a:r>
              <a:rPr lang="en-US"/>
              <a:t>Click to edit the Slide Breaker Title</a:t>
            </a:r>
          </a:p>
        </p:txBody>
      </p:sp>
      <p:pic>
        <p:nvPicPr>
          <p:cNvPr id="9" name="Graphic 8">
            <a:extLst>
              <a:ext uri="{FF2B5EF4-FFF2-40B4-BE49-F238E27FC236}">
                <a16:creationId xmlns:a16="http://schemas.microsoft.com/office/drawing/2014/main" id="{29C11338-ECA7-4847-8FEB-3BCCFC5FCF2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0"/>
            <a:ext cx="4656667" cy="6861119"/>
          </a:xfrm>
          <a:prstGeom prst="rect">
            <a:avLst/>
          </a:prstGeom>
        </p:spPr>
      </p:pic>
      <p:sp>
        <p:nvSpPr>
          <p:cNvPr id="10" name="TextBox 9">
            <a:extLst>
              <a:ext uri="{FF2B5EF4-FFF2-40B4-BE49-F238E27FC236}">
                <a16:creationId xmlns:a16="http://schemas.microsoft.com/office/drawing/2014/main" id="{8FB9F05F-B883-4EB5-8D61-7A1BE850F10C}"/>
              </a:ext>
            </a:extLst>
          </p:cNvPr>
          <p:cNvSpPr txBox="1"/>
          <p:nvPr userDrawn="1"/>
        </p:nvSpPr>
        <p:spPr>
          <a:xfrm>
            <a:off x="233614" y="340359"/>
            <a:ext cx="2997270" cy="348557"/>
          </a:xfrm>
          <a:prstGeom prst="rect">
            <a:avLst/>
          </a:prstGeom>
          <a:noFill/>
        </p:spPr>
        <p:txBody>
          <a:bodyPr wrap="square" rtlCol="0">
            <a:spAutoFit/>
          </a:bodyPr>
          <a:lstStyle>
            <a:lvl1pPr indent="0">
              <a:lnSpc>
                <a:spcPct val="90000"/>
              </a:lnSpc>
              <a:spcBef>
                <a:spcPts val="1000"/>
              </a:spcBef>
              <a:buFont typeface="Arial" panose="020B0604020202020204" pitchFamily="34" charset="0"/>
              <a:buNone/>
              <a:defRPr b="1">
                <a:solidFill>
                  <a:schemeClr val="bg1"/>
                </a:solidFill>
                <a:latin typeface="Poppins" panose="00000500000000000000" pitchFamily="50" charset="0"/>
                <a:cs typeface="Poppins" panose="00000500000000000000" pitchFamily="50" charset="0"/>
              </a:defRPr>
            </a:lvl1pPr>
            <a:lvl2pPr marL="685800" indent="-228600">
              <a:lnSpc>
                <a:spcPct val="90000"/>
              </a:lnSpc>
              <a:spcBef>
                <a:spcPts val="500"/>
              </a:spcBef>
              <a:buFont typeface="Arial" panose="020B0604020202020204" pitchFamily="34" charset="0"/>
              <a:buChar char="•"/>
            </a:lvl2pPr>
            <a:lvl3pPr marL="1143000" indent="-228600">
              <a:lnSpc>
                <a:spcPct val="90000"/>
              </a:lnSpc>
              <a:spcBef>
                <a:spcPts val="500"/>
              </a:spcBef>
              <a:buFont typeface="Arial" panose="020B0604020202020204" pitchFamily="34" charset="0"/>
              <a:buChar char="•"/>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a:t>#BeyondPossible</a:t>
            </a:r>
            <a:endParaRPr lang="en-IN"/>
          </a:p>
        </p:txBody>
      </p:sp>
      <p:sp>
        <p:nvSpPr>
          <p:cNvPr id="52" name="Rectangle 51">
            <a:hlinkClick r:id="rId3"/>
            <a:extLst>
              <a:ext uri="{FF2B5EF4-FFF2-40B4-BE49-F238E27FC236}">
                <a16:creationId xmlns:a16="http://schemas.microsoft.com/office/drawing/2014/main" id="{968ABCE1-BE5B-41F8-8F26-6E4AD80334A5}"/>
              </a:ext>
            </a:extLst>
          </p:cNvPr>
          <p:cNvSpPr/>
          <p:nvPr userDrawn="1"/>
        </p:nvSpPr>
        <p:spPr>
          <a:xfrm>
            <a:off x="9592317" y="633744"/>
            <a:ext cx="665522" cy="5746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Rectangle 52">
            <a:hlinkClick r:id="rId4"/>
            <a:extLst>
              <a:ext uri="{FF2B5EF4-FFF2-40B4-BE49-F238E27FC236}">
                <a16:creationId xmlns:a16="http://schemas.microsoft.com/office/drawing/2014/main" id="{D837E61B-A7CE-4B5D-A6F0-C6EDD6B970D3}"/>
              </a:ext>
            </a:extLst>
          </p:cNvPr>
          <p:cNvSpPr/>
          <p:nvPr userDrawn="1"/>
        </p:nvSpPr>
        <p:spPr>
          <a:xfrm>
            <a:off x="10275225" y="633744"/>
            <a:ext cx="665522" cy="5746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Rectangle 53">
            <a:hlinkClick r:id="rId5"/>
            <a:extLst>
              <a:ext uri="{FF2B5EF4-FFF2-40B4-BE49-F238E27FC236}">
                <a16:creationId xmlns:a16="http://schemas.microsoft.com/office/drawing/2014/main" id="{6AA48A99-8A8A-4FD1-A539-05405CE8D90C}"/>
              </a:ext>
            </a:extLst>
          </p:cNvPr>
          <p:cNvSpPr/>
          <p:nvPr userDrawn="1"/>
        </p:nvSpPr>
        <p:spPr>
          <a:xfrm>
            <a:off x="10958133" y="633150"/>
            <a:ext cx="665522" cy="5746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5" name="Graphic 54">
            <a:hlinkClick r:id="rId3"/>
            <a:extLst>
              <a:ext uri="{FF2B5EF4-FFF2-40B4-BE49-F238E27FC236}">
                <a16:creationId xmlns:a16="http://schemas.microsoft.com/office/drawing/2014/main" id="{EA8F0CAA-742D-4DB7-8A67-D3EA7850403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06602" y="802591"/>
            <a:ext cx="236953" cy="236953"/>
          </a:xfrm>
          <a:prstGeom prst="rect">
            <a:avLst/>
          </a:prstGeom>
        </p:spPr>
      </p:pic>
      <p:pic>
        <p:nvPicPr>
          <p:cNvPr id="56" name="Graphic 55">
            <a:hlinkClick r:id="rId4"/>
            <a:extLst>
              <a:ext uri="{FF2B5EF4-FFF2-40B4-BE49-F238E27FC236}">
                <a16:creationId xmlns:a16="http://schemas.microsoft.com/office/drawing/2014/main" id="{C4CE7727-223B-46C1-ACC5-18F5DAD943D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517931" y="831012"/>
            <a:ext cx="180111" cy="180111"/>
          </a:xfrm>
          <a:prstGeom prst="rect">
            <a:avLst/>
          </a:prstGeom>
        </p:spPr>
      </p:pic>
      <p:pic>
        <p:nvPicPr>
          <p:cNvPr id="57" name="Graphic 56">
            <a:hlinkClick r:id="rId5"/>
            <a:extLst>
              <a:ext uri="{FF2B5EF4-FFF2-40B4-BE49-F238E27FC236}">
                <a16:creationId xmlns:a16="http://schemas.microsoft.com/office/drawing/2014/main" id="{2D5EBBC8-3A77-4C9D-AF03-D9F611CCB9A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201091" y="830670"/>
            <a:ext cx="179607" cy="179607"/>
          </a:xfrm>
          <a:prstGeom prst="rect">
            <a:avLst/>
          </a:prstGeom>
        </p:spPr>
      </p:pic>
      <p:sp>
        <p:nvSpPr>
          <p:cNvPr id="58" name="Rectangle 57">
            <a:extLst>
              <a:ext uri="{FF2B5EF4-FFF2-40B4-BE49-F238E27FC236}">
                <a16:creationId xmlns:a16="http://schemas.microsoft.com/office/drawing/2014/main" id="{35FFFF5D-476B-40A7-A889-B3DFB836F7D6}"/>
              </a:ext>
            </a:extLst>
          </p:cNvPr>
          <p:cNvSpPr/>
          <p:nvPr userDrawn="1"/>
        </p:nvSpPr>
        <p:spPr>
          <a:xfrm>
            <a:off x="9370423" y="392850"/>
            <a:ext cx="2473138" cy="1026648"/>
          </a:xfrm>
          <a:prstGeom prst="rect">
            <a:avLst/>
          </a:prstGeom>
          <a:noFill/>
          <a:ln w="28575">
            <a:solidFill>
              <a:schemeClr val="bg1">
                <a:lumMod val="85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9" name="Graphic 58">
            <a:extLst>
              <a:ext uri="{FF2B5EF4-FFF2-40B4-BE49-F238E27FC236}">
                <a16:creationId xmlns:a16="http://schemas.microsoft.com/office/drawing/2014/main" id="{CCB1D374-0753-47F7-9DAD-3C4515185B01}"/>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9608502" y="294671"/>
            <a:ext cx="2029862" cy="245331"/>
          </a:xfrm>
          <a:prstGeom prst="rect">
            <a:avLst/>
          </a:prstGeom>
        </p:spPr>
      </p:pic>
      <p:sp>
        <p:nvSpPr>
          <p:cNvPr id="60" name="TextBox 59">
            <a:extLst>
              <a:ext uri="{FF2B5EF4-FFF2-40B4-BE49-F238E27FC236}">
                <a16:creationId xmlns:a16="http://schemas.microsoft.com/office/drawing/2014/main" id="{7BDD033D-F78D-4BF9-9CB7-5C4C398F31E5}"/>
              </a:ext>
            </a:extLst>
          </p:cNvPr>
          <p:cNvSpPr txBox="1"/>
          <p:nvPr userDrawn="1"/>
        </p:nvSpPr>
        <p:spPr>
          <a:xfrm>
            <a:off x="9726053" y="327226"/>
            <a:ext cx="1188146" cy="230832"/>
          </a:xfrm>
          <a:prstGeom prst="rect">
            <a:avLst/>
          </a:prstGeom>
          <a:noFill/>
        </p:spPr>
        <p:txBody>
          <a:bodyPr wrap="none" rtlCol="0">
            <a:spAutoFit/>
          </a:bodyPr>
          <a:lstStyle/>
          <a:p>
            <a:r>
              <a:rPr lang="en-IN" sz="900">
                <a:solidFill>
                  <a:schemeClr val="bg1"/>
                </a:solidFill>
                <a:latin typeface="Poppins" panose="00000500000000000000" pitchFamily="50" charset="0"/>
                <a:cs typeface="Poppins" panose="00000500000000000000" pitchFamily="50" charset="0"/>
              </a:rPr>
              <a:t>STAY CONNECTED</a:t>
            </a:r>
          </a:p>
        </p:txBody>
      </p:sp>
      <p:pic>
        <p:nvPicPr>
          <p:cNvPr id="61" name="Graphic 60">
            <a:extLst>
              <a:ext uri="{FF2B5EF4-FFF2-40B4-BE49-F238E27FC236}">
                <a16:creationId xmlns:a16="http://schemas.microsoft.com/office/drawing/2014/main" id="{86DBEC87-CED4-4F23-92FF-6414B6D4A02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069020" y="261497"/>
            <a:ext cx="311678" cy="311678"/>
          </a:xfrm>
          <a:prstGeom prst="rect">
            <a:avLst/>
          </a:prstGeom>
        </p:spPr>
      </p:pic>
    </p:spTree>
    <p:extLst>
      <p:ext uri="{BB962C8B-B14F-4D97-AF65-F5344CB8AC3E}">
        <p14:creationId xmlns:p14="http://schemas.microsoft.com/office/powerpoint/2010/main" val="388149939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Pic format 3">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88F069F1-741C-4407-A99F-AA2F5A08F621}"/>
              </a:ext>
            </a:extLst>
          </p:cNvPr>
          <p:cNvSpPr>
            <a:spLocks noGrp="1"/>
          </p:cNvSpPr>
          <p:nvPr>
            <p:ph type="pic" sz="quarter" idx="15"/>
          </p:nvPr>
        </p:nvSpPr>
        <p:spPr>
          <a:xfrm>
            <a:off x="0" y="1384300"/>
            <a:ext cx="12192000" cy="2287588"/>
          </a:xfrm>
          <a:custGeom>
            <a:avLst/>
            <a:gdLst>
              <a:gd name="connsiteX0" fmla="*/ 0 w 12192000"/>
              <a:gd name="connsiteY0" fmla="*/ 0 h 2287588"/>
              <a:gd name="connsiteX1" fmla="*/ 12192000 w 12192000"/>
              <a:gd name="connsiteY1" fmla="*/ 0 h 2287588"/>
              <a:gd name="connsiteX2" fmla="*/ 12192000 w 12192000"/>
              <a:gd name="connsiteY2" fmla="*/ 2287588 h 2287588"/>
              <a:gd name="connsiteX3" fmla="*/ 3160460 w 12192000"/>
              <a:gd name="connsiteY3" fmla="*/ 2287588 h 2287588"/>
              <a:gd name="connsiteX4" fmla="*/ 3423821 w 12192000"/>
              <a:gd name="connsiteY4" fmla="*/ 1848651 h 2287588"/>
              <a:gd name="connsiteX5" fmla="*/ 0 w 12192000"/>
              <a:gd name="connsiteY5" fmla="*/ 1848651 h 228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2287588">
                <a:moveTo>
                  <a:pt x="0" y="0"/>
                </a:moveTo>
                <a:lnTo>
                  <a:pt x="12192000" y="0"/>
                </a:lnTo>
                <a:lnTo>
                  <a:pt x="12192000" y="2287588"/>
                </a:lnTo>
                <a:lnTo>
                  <a:pt x="3160460" y="2287588"/>
                </a:lnTo>
                <a:lnTo>
                  <a:pt x="3423821" y="1848651"/>
                </a:lnTo>
                <a:lnTo>
                  <a:pt x="0" y="1848651"/>
                </a:lnTo>
                <a:close/>
              </a:path>
            </a:pathLst>
          </a:custGeom>
          <a:solidFill>
            <a:srgbClr val="404040"/>
          </a:solidFill>
        </p:spPr>
        <p:txBody>
          <a:bodyPr wrap="square" anchor="ctr">
            <a:noAutofit/>
          </a:bodyPr>
          <a:lstStyle>
            <a:lvl1pPr algn="ctr">
              <a:defRPr sz="1200">
                <a:solidFill>
                  <a:schemeClr val="bg1"/>
                </a:solidFill>
                <a:latin typeface="+mj-lt"/>
              </a:defRPr>
            </a:lvl1pPr>
          </a:lstStyle>
          <a:p>
            <a:endParaRPr lang="en-IN"/>
          </a:p>
        </p:txBody>
      </p:sp>
      <p:pic>
        <p:nvPicPr>
          <p:cNvPr id="24" name="Graphic 23">
            <a:extLst>
              <a:ext uri="{FF2B5EF4-FFF2-40B4-BE49-F238E27FC236}">
                <a16:creationId xmlns:a16="http://schemas.microsoft.com/office/drawing/2014/main" id="{662D9AAD-DE4F-429C-ABD2-7E879322A0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12264" y="3232452"/>
            <a:ext cx="3435626" cy="802717"/>
          </a:xfrm>
          <a:prstGeom prst="rect">
            <a:avLst/>
          </a:prstGeom>
        </p:spPr>
      </p:pic>
      <p:sp>
        <p:nvSpPr>
          <p:cNvPr id="63" name="TextBox 62">
            <a:extLst>
              <a:ext uri="{FF2B5EF4-FFF2-40B4-BE49-F238E27FC236}">
                <a16:creationId xmlns:a16="http://schemas.microsoft.com/office/drawing/2014/main" id="{986E6D9D-F4E3-4576-82C1-9B88B8920CDD}"/>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64" name="Group 63">
            <a:extLst>
              <a:ext uri="{FF2B5EF4-FFF2-40B4-BE49-F238E27FC236}">
                <a16:creationId xmlns:a16="http://schemas.microsoft.com/office/drawing/2014/main" id="{3FC12268-4548-47B5-BBC2-C09560F75B85}"/>
              </a:ext>
            </a:extLst>
          </p:cNvPr>
          <p:cNvGrpSpPr/>
          <p:nvPr userDrawn="1"/>
        </p:nvGrpSpPr>
        <p:grpSpPr>
          <a:xfrm>
            <a:off x="5902296" y="6657690"/>
            <a:ext cx="387409" cy="0"/>
            <a:chOff x="5905144" y="6657690"/>
            <a:chExt cx="387409" cy="0"/>
          </a:xfrm>
        </p:grpSpPr>
        <p:cxnSp>
          <p:nvCxnSpPr>
            <p:cNvPr id="65" name="Straight Connector 64">
              <a:extLst>
                <a:ext uri="{FF2B5EF4-FFF2-40B4-BE49-F238E27FC236}">
                  <a16:creationId xmlns:a16="http://schemas.microsoft.com/office/drawing/2014/main" id="{F1D40E5A-CF6C-460B-A94D-67318400F0BE}"/>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258CC2-3A17-49B2-AC3E-392A5DB89165}"/>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3E669637-C2B2-4A48-B89D-5CE3053F408D}"/>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Slide Number Placeholder 5">
            <a:extLst>
              <a:ext uri="{FF2B5EF4-FFF2-40B4-BE49-F238E27FC236}">
                <a16:creationId xmlns:a16="http://schemas.microsoft.com/office/drawing/2014/main" id="{27262945-913D-445F-ADA6-A22C5A7ECFC3}"/>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sp>
        <p:nvSpPr>
          <p:cNvPr id="34" name="Title 18">
            <a:extLst>
              <a:ext uri="{FF2B5EF4-FFF2-40B4-BE49-F238E27FC236}">
                <a16:creationId xmlns:a16="http://schemas.microsoft.com/office/drawing/2014/main" id="{799BC1F3-EF7C-4778-912C-D2E4DDD71E79}"/>
              </a:ext>
            </a:extLst>
          </p:cNvPr>
          <p:cNvSpPr>
            <a:spLocks noGrp="1"/>
          </p:cNvSpPr>
          <p:nvPr>
            <p:ph type="title"/>
          </p:nvPr>
        </p:nvSpPr>
        <p:spPr>
          <a:xfrm>
            <a:off x="316392" y="266371"/>
            <a:ext cx="10972800" cy="584775"/>
          </a:xfrm>
          <a:prstGeom prst="rect">
            <a:avLst/>
          </a:prstGeom>
        </p:spPr>
        <p:txBody>
          <a:bodyPr/>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pic>
        <p:nvPicPr>
          <p:cNvPr id="43" name="Graphic 42">
            <a:extLst>
              <a:ext uri="{FF2B5EF4-FFF2-40B4-BE49-F238E27FC236}">
                <a16:creationId xmlns:a16="http://schemas.microsoft.com/office/drawing/2014/main" id="{8D85D37F-D8C4-4588-9C7A-DC96328B8E0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23952" y="0"/>
            <a:ext cx="12192000" cy="55002"/>
          </a:xfrm>
          <a:prstGeom prst="rect">
            <a:avLst/>
          </a:prstGeom>
        </p:spPr>
      </p:pic>
      <p:sp>
        <p:nvSpPr>
          <p:cNvPr id="44" name="Rectangle 43">
            <a:extLst>
              <a:ext uri="{FF2B5EF4-FFF2-40B4-BE49-F238E27FC236}">
                <a16:creationId xmlns:a16="http://schemas.microsoft.com/office/drawing/2014/main" id="{D0FECF5D-5389-40B1-8A7A-D5D67CB60D1C}"/>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1E50B8DE-5F4F-4E4C-BC15-E90DA0B7B8F3}"/>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a:extLst>
              <a:ext uri="{FF2B5EF4-FFF2-40B4-BE49-F238E27FC236}">
                <a16:creationId xmlns:a16="http://schemas.microsoft.com/office/drawing/2014/main" id="{1E2B0731-C61E-48B7-911B-9DE9091BC7F1}"/>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Text Placeholder 10">
            <a:extLst>
              <a:ext uri="{FF2B5EF4-FFF2-40B4-BE49-F238E27FC236}">
                <a16:creationId xmlns:a16="http://schemas.microsoft.com/office/drawing/2014/main" id="{96487FC1-27C1-4636-9D5A-D59F9BDFCE55}"/>
              </a:ext>
            </a:extLst>
          </p:cNvPr>
          <p:cNvSpPr>
            <a:spLocks noGrp="1"/>
          </p:cNvSpPr>
          <p:nvPr>
            <p:ph type="body" sz="quarter" idx="13" hasCustomPrompt="1"/>
          </p:nvPr>
        </p:nvSpPr>
        <p:spPr>
          <a:xfrm>
            <a:off x="953543" y="3334883"/>
            <a:ext cx="2119013" cy="597856"/>
          </a:xfrm>
          <a:prstGeom prst="rect">
            <a:avLst/>
          </a:prstGeom>
          <a:noFill/>
        </p:spPr>
        <p:txBody>
          <a:bodyPr wrap="square" rtlCol="0">
            <a:spAutoFit/>
          </a:bodyPr>
          <a:lstStyle>
            <a:lvl1pPr marL="0" indent="0">
              <a:buNone/>
              <a:defRPr lang="en-US" sz="1800" smtClean="0">
                <a:solidFill>
                  <a:schemeClr val="bg1"/>
                </a:solidFill>
                <a:latin typeface="Poppins SemiBold" panose="00000700000000000000" pitchFamily="50" charset="0"/>
                <a:cs typeface="Poppins SemiBold" panose="00000700000000000000" pitchFamily="50" charset="0"/>
              </a:defRPr>
            </a:lvl1pPr>
            <a:lvl2pPr>
              <a:defRPr lang="en-US" sz="1800" smtClean="0"/>
            </a:lvl2pPr>
            <a:lvl3pPr>
              <a:defRPr lang="en-US" sz="1800" smtClean="0"/>
            </a:lvl3pPr>
            <a:lvl4pPr>
              <a:defRPr lang="en-US" smtClean="0"/>
            </a:lvl4pPr>
            <a:lvl5pPr>
              <a:defRPr lang="en-IN"/>
            </a:lvl5pPr>
          </a:lstStyle>
          <a:p>
            <a:pPr marL="0" lvl="0"/>
            <a:r>
              <a:rPr lang="en-US"/>
              <a:t>Click to edit Sub Heading text</a:t>
            </a:r>
            <a:endParaRPr lang="en-IN"/>
          </a:p>
        </p:txBody>
      </p:sp>
      <p:sp>
        <p:nvSpPr>
          <p:cNvPr id="54" name="Picture Placeholder 2">
            <a:extLst>
              <a:ext uri="{FF2B5EF4-FFF2-40B4-BE49-F238E27FC236}">
                <a16:creationId xmlns:a16="http://schemas.microsoft.com/office/drawing/2014/main" id="{4F76BE4A-946B-411C-A72F-CFC8CCA790F2}"/>
              </a:ext>
            </a:extLst>
          </p:cNvPr>
          <p:cNvSpPr>
            <a:spLocks noGrp="1"/>
          </p:cNvSpPr>
          <p:nvPr>
            <p:ph type="pic" sz="quarter" idx="14" hasCustomPrompt="1"/>
          </p:nvPr>
        </p:nvSpPr>
        <p:spPr>
          <a:xfrm>
            <a:off x="183456" y="3357005"/>
            <a:ext cx="641350" cy="553613"/>
          </a:xfrm>
          <a:prstGeom prst="rect">
            <a:avLst/>
          </a:prstGeom>
          <a:noFill/>
        </p:spPr>
        <p:txBody>
          <a:bodyPr wrap="square" rtlCol="0">
            <a:spAutoFit/>
          </a:bodyPr>
          <a:lstStyle>
            <a:lvl1pPr marL="0" indent="0">
              <a:buNone/>
              <a:defRPr lang="en-IN" sz="1100" dirty="0">
                <a:latin typeface="Poppins Light" panose="00000400000000000000" pitchFamily="50" charset="0"/>
                <a:cs typeface="Poppins Light" panose="00000400000000000000" pitchFamily="50" charset="0"/>
              </a:defRPr>
            </a:lvl1pPr>
          </a:lstStyle>
          <a:p>
            <a:pPr marL="0" lvl="0" algn="ctr"/>
            <a:r>
              <a:rPr lang="en-US"/>
              <a:t>Click to add icon</a:t>
            </a:r>
            <a:endParaRPr lang="en-IN"/>
          </a:p>
        </p:txBody>
      </p:sp>
      <p:pic>
        <p:nvPicPr>
          <p:cNvPr id="2" name="Picture 1" descr="A orange and black letter t&#10;&#10;AI-generated content may be incorrect.">
            <a:extLst>
              <a:ext uri="{FF2B5EF4-FFF2-40B4-BE49-F238E27FC236}">
                <a16:creationId xmlns:a16="http://schemas.microsoft.com/office/drawing/2014/main" id="{3CE90BED-C5F7-8CF6-F875-0A916669824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239485584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Pic format 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7AAF12-0DAD-4BAA-9C53-437FC83EEB5C}"/>
              </a:ext>
            </a:extLst>
          </p:cNvPr>
          <p:cNvSpPr>
            <a:spLocks noGrp="1"/>
          </p:cNvSpPr>
          <p:nvPr>
            <p:ph type="pic" sz="quarter" idx="10"/>
          </p:nvPr>
        </p:nvSpPr>
        <p:spPr>
          <a:xfrm>
            <a:off x="0" y="51880"/>
            <a:ext cx="8277225" cy="6440542"/>
          </a:xfrm>
          <a:prstGeom prst="rect">
            <a:avLst/>
          </a:prstGeom>
          <a:solidFill>
            <a:srgbClr val="404040"/>
          </a:solidFill>
        </p:spPr>
        <p:txBody>
          <a:bodyPr anchor="ctr"/>
          <a:lstStyle>
            <a:lvl1pPr algn="ctr">
              <a:defRPr sz="1800">
                <a:solidFill>
                  <a:schemeClr val="bg1"/>
                </a:solidFill>
              </a:defRPr>
            </a:lvl1pPr>
          </a:lstStyle>
          <a:p>
            <a:endParaRPr lang="en-IN"/>
          </a:p>
        </p:txBody>
      </p:sp>
      <p:sp>
        <p:nvSpPr>
          <p:cNvPr id="63" name="TextBox 62">
            <a:extLst>
              <a:ext uri="{FF2B5EF4-FFF2-40B4-BE49-F238E27FC236}">
                <a16:creationId xmlns:a16="http://schemas.microsoft.com/office/drawing/2014/main" id="{986E6D9D-F4E3-4576-82C1-9B88B8920CDD}"/>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64" name="Group 63">
            <a:extLst>
              <a:ext uri="{FF2B5EF4-FFF2-40B4-BE49-F238E27FC236}">
                <a16:creationId xmlns:a16="http://schemas.microsoft.com/office/drawing/2014/main" id="{3FC12268-4548-47B5-BBC2-C09560F75B85}"/>
              </a:ext>
            </a:extLst>
          </p:cNvPr>
          <p:cNvGrpSpPr/>
          <p:nvPr userDrawn="1"/>
        </p:nvGrpSpPr>
        <p:grpSpPr>
          <a:xfrm>
            <a:off x="5902296" y="6657690"/>
            <a:ext cx="387409" cy="0"/>
            <a:chOff x="5905144" y="6657690"/>
            <a:chExt cx="387409" cy="0"/>
          </a:xfrm>
        </p:grpSpPr>
        <p:cxnSp>
          <p:nvCxnSpPr>
            <p:cNvPr id="65" name="Straight Connector 64">
              <a:extLst>
                <a:ext uri="{FF2B5EF4-FFF2-40B4-BE49-F238E27FC236}">
                  <a16:creationId xmlns:a16="http://schemas.microsoft.com/office/drawing/2014/main" id="{F1D40E5A-CF6C-460B-A94D-67318400F0BE}"/>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258CC2-3A17-49B2-AC3E-392A5DB89165}"/>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3E669637-C2B2-4A48-B89D-5CE3053F408D}"/>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Slide Number Placeholder 5">
            <a:extLst>
              <a:ext uri="{FF2B5EF4-FFF2-40B4-BE49-F238E27FC236}">
                <a16:creationId xmlns:a16="http://schemas.microsoft.com/office/drawing/2014/main" id="{27262945-913D-445F-ADA6-A22C5A7ECFC3}"/>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pic>
        <p:nvPicPr>
          <p:cNvPr id="43" name="Graphic 42">
            <a:extLst>
              <a:ext uri="{FF2B5EF4-FFF2-40B4-BE49-F238E27FC236}">
                <a16:creationId xmlns:a16="http://schemas.microsoft.com/office/drawing/2014/main" id="{8D85D37F-D8C4-4588-9C7A-DC96328B8E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4" name="Rectangle 43">
            <a:extLst>
              <a:ext uri="{FF2B5EF4-FFF2-40B4-BE49-F238E27FC236}">
                <a16:creationId xmlns:a16="http://schemas.microsoft.com/office/drawing/2014/main" id="{D0FECF5D-5389-40B1-8A7A-D5D67CB60D1C}"/>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1E50B8DE-5F4F-4E4C-BC15-E90DA0B7B8F3}"/>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a:extLst>
              <a:ext uri="{FF2B5EF4-FFF2-40B4-BE49-F238E27FC236}">
                <a16:creationId xmlns:a16="http://schemas.microsoft.com/office/drawing/2014/main" id="{1E2B0731-C61E-48B7-911B-9DE9091BC7F1}"/>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orange and black letter t&#10;&#10;AI-generated content may be incorrect.">
            <a:extLst>
              <a:ext uri="{FF2B5EF4-FFF2-40B4-BE49-F238E27FC236}">
                <a16:creationId xmlns:a16="http://schemas.microsoft.com/office/drawing/2014/main" id="{EEA8FE02-5E0C-F967-9579-FC25F7253DC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313437547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layout 1">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CF3EB9C9-B6A4-4784-AB45-EAA49FE1E638}"/>
              </a:ext>
            </a:extLst>
          </p:cNvPr>
          <p:cNvSpPr>
            <a:spLocks noGrp="1"/>
          </p:cNvSpPr>
          <p:nvPr>
            <p:ph type="pic" sz="quarter" idx="11"/>
          </p:nvPr>
        </p:nvSpPr>
        <p:spPr>
          <a:xfrm>
            <a:off x="0" y="-1"/>
            <a:ext cx="12192000" cy="2457449"/>
          </a:xfrm>
          <a:custGeom>
            <a:avLst/>
            <a:gdLst>
              <a:gd name="connsiteX0" fmla="*/ 0 w 12192000"/>
              <a:gd name="connsiteY0" fmla="*/ 0 h 2457449"/>
              <a:gd name="connsiteX1" fmla="*/ 12192000 w 12192000"/>
              <a:gd name="connsiteY1" fmla="*/ 0 h 2457449"/>
              <a:gd name="connsiteX2" fmla="*/ 12192000 w 12192000"/>
              <a:gd name="connsiteY2" fmla="*/ 2457449 h 2457449"/>
              <a:gd name="connsiteX3" fmla="*/ 6639929 w 12192000"/>
              <a:gd name="connsiteY3" fmla="*/ 2457449 h 2457449"/>
              <a:gd name="connsiteX4" fmla="*/ 6700400 w 12192000"/>
              <a:gd name="connsiteY4" fmla="*/ 2352555 h 2457449"/>
              <a:gd name="connsiteX5" fmla="*/ 6700400 w 12192000"/>
              <a:gd name="connsiteY5" fmla="*/ 2352240 h 2457449"/>
              <a:gd name="connsiteX6" fmla="*/ 5492335 w 12192000"/>
              <a:gd name="connsiteY6" fmla="*/ 2352240 h 2457449"/>
              <a:gd name="connsiteX7" fmla="*/ 5492335 w 12192000"/>
              <a:gd name="connsiteY7" fmla="*/ 2457449 h 2457449"/>
              <a:gd name="connsiteX8" fmla="*/ 0 w 12192000"/>
              <a:gd name="connsiteY8" fmla="*/ 2457449 h 245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2457449">
                <a:moveTo>
                  <a:pt x="0" y="0"/>
                </a:moveTo>
                <a:lnTo>
                  <a:pt x="12192000" y="0"/>
                </a:lnTo>
                <a:lnTo>
                  <a:pt x="12192000" y="2457449"/>
                </a:lnTo>
                <a:lnTo>
                  <a:pt x="6639929" y="2457449"/>
                </a:lnTo>
                <a:lnTo>
                  <a:pt x="6700400" y="2352555"/>
                </a:lnTo>
                <a:lnTo>
                  <a:pt x="6700400" y="2352240"/>
                </a:lnTo>
                <a:lnTo>
                  <a:pt x="5492335" y="2352240"/>
                </a:lnTo>
                <a:lnTo>
                  <a:pt x="5492335" y="2457449"/>
                </a:lnTo>
                <a:lnTo>
                  <a:pt x="0" y="2457449"/>
                </a:lnTo>
                <a:close/>
              </a:path>
            </a:pathLst>
          </a:custGeom>
          <a:solidFill>
            <a:srgbClr val="404040"/>
          </a:solidFill>
        </p:spPr>
        <p:txBody>
          <a:bodyPr wrap="square" anchor="ctr">
            <a:noAutofit/>
          </a:bodyPr>
          <a:lstStyle>
            <a:lvl1pPr algn="ctr">
              <a:defRPr sz="1800">
                <a:solidFill>
                  <a:schemeClr val="bg1"/>
                </a:solidFill>
              </a:defRPr>
            </a:lvl1pPr>
          </a:lstStyle>
          <a:p>
            <a:endParaRPr lang="en-IN"/>
          </a:p>
        </p:txBody>
      </p:sp>
      <p:sp>
        <p:nvSpPr>
          <p:cNvPr id="63" name="TextBox 62">
            <a:extLst>
              <a:ext uri="{FF2B5EF4-FFF2-40B4-BE49-F238E27FC236}">
                <a16:creationId xmlns:a16="http://schemas.microsoft.com/office/drawing/2014/main" id="{986E6D9D-F4E3-4576-82C1-9B88B8920CDD}"/>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64" name="Group 63">
            <a:extLst>
              <a:ext uri="{FF2B5EF4-FFF2-40B4-BE49-F238E27FC236}">
                <a16:creationId xmlns:a16="http://schemas.microsoft.com/office/drawing/2014/main" id="{3FC12268-4548-47B5-BBC2-C09560F75B85}"/>
              </a:ext>
            </a:extLst>
          </p:cNvPr>
          <p:cNvGrpSpPr/>
          <p:nvPr userDrawn="1"/>
        </p:nvGrpSpPr>
        <p:grpSpPr>
          <a:xfrm>
            <a:off x="5902296" y="6657690"/>
            <a:ext cx="387409" cy="0"/>
            <a:chOff x="5905144" y="6657690"/>
            <a:chExt cx="387409" cy="0"/>
          </a:xfrm>
        </p:grpSpPr>
        <p:cxnSp>
          <p:nvCxnSpPr>
            <p:cNvPr id="65" name="Straight Connector 64">
              <a:extLst>
                <a:ext uri="{FF2B5EF4-FFF2-40B4-BE49-F238E27FC236}">
                  <a16:creationId xmlns:a16="http://schemas.microsoft.com/office/drawing/2014/main" id="{F1D40E5A-CF6C-460B-A94D-67318400F0BE}"/>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258CC2-3A17-49B2-AC3E-392A5DB89165}"/>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3E669637-C2B2-4A48-B89D-5CE3053F408D}"/>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Slide Number Placeholder 5">
            <a:extLst>
              <a:ext uri="{FF2B5EF4-FFF2-40B4-BE49-F238E27FC236}">
                <a16:creationId xmlns:a16="http://schemas.microsoft.com/office/drawing/2014/main" id="{27262945-913D-445F-ADA6-A22C5A7ECFC3}"/>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sp>
        <p:nvSpPr>
          <p:cNvPr id="30" name="Title 18">
            <a:extLst>
              <a:ext uri="{FF2B5EF4-FFF2-40B4-BE49-F238E27FC236}">
                <a16:creationId xmlns:a16="http://schemas.microsoft.com/office/drawing/2014/main" id="{6D116BA0-A4CD-43AC-9E0C-B9621E19A87E}"/>
              </a:ext>
            </a:extLst>
          </p:cNvPr>
          <p:cNvSpPr>
            <a:spLocks noGrp="1"/>
          </p:cNvSpPr>
          <p:nvPr>
            <p:ph type="title"/>
          </p:nvPr>
        </p:nvSpPr>
        <p:spPr>
          <a:xfrm>
            <a:off x="316392" y="478200"/>
            <a:ext cx="11599084" cy="604781"/>
          </a:xfrm>
          <a:prstGeom prst="rect">
            <a:avLst/>
          </a:prstGeom>
          <a:noFill/>
        </p:spPr>
        <p:txBody>
          <a:bodyPr wrap="square" rtlCol="0">
            <a:spAutoFit/>
          </a:bodyPr>
          <a:lstStyle>
            <a:lvl1pPr algn="ctr">
              <a:defRPr lang="en-IN" sz="3600" b="1" dirty="0">
                <a:solidFill>
                  <a:schemeClr val="bg1"/>
                </a:solidFill>
                <a:latin typeface="Poppins" panose="00000500000000000000" pitchFamily="50" charset="0"/>
                <a:ea typeface="+mn-ea"/>
                <a:cs typeface="Poppins" panose="00000500000000000000" pitchFamily="50" charset="0"/>
              </a:defRPr>
            </a:lvl1pPr>
          </a:lstStyle>
          <a:p>
            <a:pPr marL="0" lvl="0" algn="ctr"/>
            <a:r>
              <a:rPr lang="en-US"/>
              <a:t>Click to edit Master title style</a:t>
            </a:r>
            <a:endParaRPr lang="en-IN"/>
          </a:p>
        </p:txBody>
      </p:sp>
      <p:sp>
        <p:nvSpPr>
          <p:cNvPr id="4" name="Text Placeholder 3">
            <a:extLst>
              <a:ext uri="{FF2B5EF4-FFF2-40B4-BE49-F238E27FC236}">
                <a16:creationId xmlns:a16="http://schemas.microsoft.com/office/drawing/2014/main" id="{D770FD93-F6BB-4DB2-B1B0-2D78C411BE6B}"/>
              </a:ext>
            </a:extLst>
          </p:cNvPr>
          <p:cNvSpPr>
            <a:spLocks noGrp="1"/>
          </p:cNvSpPr>
          <p:nvPr>
            <p:ph type="body" sz="quarter" idx="10" hasCustomPrompt="1"/>
          </p:nvPr>
        </p:nvSpPr>
        <p:spPr>
          <a:xfrm>
            <a:off x="3051334" y="1534361"/>
            <a:ext cx="5844354" cy="291618"/>
          </a:xfrm>
          <a:prstGeom prst="rect">
            <a:avLst/>
          </a:prstGeom>
          <a:noFill/>
        </p:spPr>
        <p:txBody>
          <a:bodyPr wrap="square" rtlCol="0">
            <a:spAutoFit/>
          </a:bodyPr>
          <a:lstStyle>
            <a:lvl1pPr marL="0" indent="0" algn="ctr">
              <a:buNone/>
              <a:defRPr lang="en-US" sz="1400" dirty="0" smtClean="0">
                <a:solidFill>
                  <a:schemeClr val="bg1"/>
                </a:solidFill>
                <a:latin typeface="Poppins Light" panose="00000400000000000000" pitchFamily="50" charset="0"/>
                <a:cs typeface="Poppins Light" panose="00000400000000000000" pitchFamily="50" charset="0"/>
              </a:defRPr>
            </a:lvl1pPr>
            <a:lvl2pPr marL="228600" indent="0" algn="ctr">
              <a:buNone/>
              <a:defRPr lang="en-US" sz="1800" dirty="0" smtClean="0">
                <a:solidFill>
                  <a:schemeClr val="bg1"/>
                </a:solidFill>
              </a:defRPr>
            </a:lvl2pPr>
            <a:lvl3pPr marL="685800" indent="0" algn="ctr">
              <a:buNone/>
              <a:defRPr lang="en-US" sz="1800" dirty="0" smtClean="0">
                <a:solidFill>
                  <a:schemeClr val="bg1"/>
                </a:solidFill>
              </a:defRPr>
            </a:lvl3pPr>
            <a:lvl4pPr marL="1143000" indent="0" algn="ctr">
              <a:buNone/>
              <a:defRPr lang="en-US" dirty="0" smtClean="0">
                <a:solidFill>
                  <a:schemeClr val="bg1"/>
                </a:solidFill>
              </a:defRPr>
            </a:lvl4pPr>
            <a:lvl5pPr marL="1600200" indent="0" algn="ctr">
              <a:buNone/>
              <a:defRPr lang="en-IN" dirty="0">
                <a:solidFill>
                  <a:schemeClr val="bg1"/>
                </a:solidFill>
              </a:defRPr>
            </a:lvl5pPr>
          </a:lstStyle>
          <a:p>
            <a:pPr marL="0" lvl="0" algn="ctr"/>
            <a:r>
              <a:rPr lang="en-IN"/>
              <a:t>Click to Add text</a:t>
            </a:r>
          </a:p>
        </p:txBody>
      </p:sp>
      <p:pic>
        <p:nvPicPr>
          <p:cNvPr id="17" name="Graphic 16">
            <a:extLst>
              <a:ext uri="{FF2B5EF4-FFF2-40B4-BE49-F238E27FC236}">
                <a16:creationId xmlns:a16="http://schemas.microsoft.com/office/drawing/2014/main" id="{A3F23D3B-C775-4E07-AB68-9ABFFA860AE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92334" y="2352239"/>
            <a:ext cx="1207331" cy="1280821"/>
          </a:xfrm>
          <a:prstGeom prst="rect">
            <a:avLst/>
          </a:prstGeom>
        </p:spPr>
      </p:pic>
      <p:pic>
        <p:nvPicPr>
          <p:cNvPr id="2" name="Picture 1" descr="A orange and black letter t&#10;&#10;AI-generated content may be incorrect.">
            <a:extLst>
              <a:ext uri="{FF2B5EF4-FFF2-40B4-BE49-F238E27FC236}">
                <a16:creationId xmlns:a16="http://schemas.microsoft.com/office/drawing/2014/main" id="{EF5B14E7-A2C4-FA42-69A8-7D5FF2AFBA8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138543656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layout 4">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17637F0D-E93D-4FB8-95FA-64686B9ECC05}"/>
              </a:ext>
            </a:extLst>
          </p:cNvPr>
          <p:cNvSpPr>
            <a:spLocks noGrp="1"/>
          </p:cNvSpPr>
          <p:nvPr>
            <p:ph type="pic" sz="quarter" idx="10"/>
          </p:nvPr>
        </p:nvSpPr>
        <p:spPr>
          <a:xfrm>
            <a:off x="5462588" y="1370013"/>
            <a:ext cx="6729412" cy="2405062"/>
          </a:xfrm>
          <a:prstGeom prst="rect">
            <a:avLst/>
          </a:prstGeom>
          <a:solidFill>
            <a:srgbClr val="404040"/>
          </a:solidFill>
        </p:spPr>
        <p:txBody>
          <a:bodyPr anchor="ctr"/>
          <a:lstStyle>
            <a:lvl1pPr algn="ctr">
              <a:defRPr sz="1400">
                <a:solidFill>
                  <a:schemeClr val="bg1"/>
                </a:solidFill>
              </a:defRPr>
            </a:lvl1pPr>
          </a:lstStyle>
          <a:p>
            <a:endParaRPr lang="en-IN"/>
          </a:p>
        </p:txBody>
      </p:sp>
      <p:pic>
        <p:nvPicPr>
          <p:cNvPr id="6" name="Graphic 5">
            <a:extLst>
              <a:ext uri="{FF2B5EF4-FFF2-40B4-BE49-F238E27FC236}">
                <a16:creationId xmlns:a16="http://schemas.microsoft.com/office/drawing/2014/main" id="{306EA5ED-3A95-48FF-904C-582DFE81F0A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1" y="4714243"/>
            <a:ext cx="3310131" cy="773396"/>
          </a:xfrm>
          <a:prstGeom prst="rect">
            <a:avLst/>
          </a:prstGeom>
        </p:spPr>
      </p:pic>
      <p:sp>
        <p:nvSpPr>
          <p:cNvPr id="30" name="Title 18">
            <a:extLst>
              <a:ext uri="{FF2B5EF4-FFF2-40B4-BE49-F238E27FC236}">
                <a16:creationId xmlns:a16="http://schemas.microsoft.com/office/drawing/2014/main" id="{19DC3634-D812-4C26-B03B-CBF01B10962C}"/>
              </a:ext>
            </a:extLst>
          </p:cNvPr>
          <p:cNvSpPr>
            <a:spLocks noGrp="1"/>
          </p:cNvSpPr>
          <p:nvPr>
            <p:ph type="title"/>
          </p:nvPr>
        </p:nvSpPr>
        <p:spPr>
          <a:xfrm>
            <a:off x="316392" y="266371"/>
            <a:ext cx="10972800" cy="584775"/>
          </a:xfrm>
          <a:prstGeom prst="rect">
            <a:avLst/>
          </a:prstGeom>
        </p:spPr>
        <p:txBody>
          <a:bodyPr/>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sp>
        <p:nvSpPr>
          <p:cNvPr id="33" name="TextBox 32">
            <a:extLst>
              <a:ext uri="{FF2B5EF4-FFF2-40B4-BE49-F238E27FC236}">
                <a16:creationId xmlns:a16="http://schemas.microsoft.com/office/drawing/2014/main" id="{E129254D-0F79-41A8-B762-8CE60E83EF63}"/>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34" name="Group 33">
            <a:extLst>
              <a:ext uri="{FF2B5EF4-FFF2-40B4-BE49-F238E27FC236}">
                <a16:creationId xmlns:a16="http://schemas.microsoft.com/office/drawing/2014/main" id="{80DD667F-9CB4-4E98-B371-A69A1EDBF93E}"/>
              </a:ext>
            </a:extLst>
          </p:cNvPr>
          <p:cNvGrpSpPr/>
          <p:nvPr userDrawn="1"/>
        </p:nvGrpSpPr>
        <p:grpSpPr>
          <a:xfrm>
            <a:off x="5902296" y="6657690"/>
            <a:ext cx="387409" cy="0"/>
            <a:chOff x="5905144" y="6657690"/>
            <a:chExt cx="387409" cy="0"/>
          </a:xfrm>
        </p:grpSpPr>
        <p:cxnSp>
          <p:nvCxnSpPr>
            <p:cNvPr id="35" name="Straight Connector 34">
              <a:extLst>
                <a:ext uri="{FF2B5EF4-FFF2-40B4-BE49-F238E27FC236}">
                  <a16:creationId xmlns:a16="http://schemas.microsoft.com/office/drawing/2014/main" id="{C04599BA-4E7F-4218-9FB8-9EFE5F2187E5}"/>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E592C6A-6837-4727-AC5A-06AF5038F44C}"/>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67AB2C7C-88A6-4B2F-9A84-92183FA7B6FB}"/>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9" name="Slide Number Placeholder 5">
            <a:extLst>
              <a:ext uri="{FF2B5EF4-FFF2-40B4-BE49-F238E27FC236}">
                <a16:creationId xmlns:a16="http://schemas.microsoft.com/office/drawing/2014/main" id="{BF970375-35EE-447E-9A33-F2F59C0FEDBF}"/>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sp>
        <p:nvSpPr>
          <p:cNvPr id="42" name="Picture Placeholder 2">
            <a:extLst>
              <a:ext uri="{FF2B5EF4-FFF2-40B4-BE49-F238E27FC236}">
                <a16:creationId xmlns:a16="http://schemas.microsoft.com/office/drawing/2014/main" id="{0AD0189B-7A91-4F16-AE04-0B87C41C1CD9}"/>
              </a:ext>
            </a:extLst>
          </p:cNvPr>
          <p:cNvSpPr>
            <a:spLocks noGrp="1"/>
          </p:cNvSpPr>
          <p:nvPr>
            <p:ph type="pic" sz="quarter" idx="14" hasCustomPrompt="1"/>
          </p:nvPr>
        </p:nvSpPr>
        <p:spPr>
          <a:xfrm>
            <a:off x="149660" y="4824135"/>
            <a:ext cx="641350" cy="553613"/>
          </a:xfrm>
          <a:prstGeom prst="rect">
            <a:avLst/>
          </a:prstGeom>
          <a:noFill/>
        </p:spPr>
        <p:txBody>
          <a:bodyPr wrap="square" rtlCol="0">
            <a:spAutoFit/>
          </a:bodyPr>
          <a:lstStyle>
            <a:lvl1pPr marL="0" indent="0">
              <a:buNone/>
              <a:defRPr lang="en-IN" sz="1100" dirty="0">
                <a:latin typeface="Poppins Light" panose="00000400000000000000" pitchFamily="50" charset="0"/>
                <a:cs typeface="Poppins Light" panose="00000400000000000000" pitchFamily="50" charset="0"/>
              </a:defRPr>
            </a:lvl1pPr>
          </a:lstStyle>
          <a:p>
            <a:pPr marL="0" lvl="0" algn="ctr"/>
            <a:r>
              <a:rPr lang="en-US"/>
              <a:t>Click to add icon</a:t>
            </a:r>
            <a:endParaRPr lang="en-IN"/>
          </a:p>
        </p:txBody>
      </p:sp>
      <p:sp>
        <p:nvSpPr>
          <p:cNvPr id="43" name="Text Placeholder 10">
            <a:extLst>
              <a:ext uri="{FF2B5EF4-FFF2-40B4-BE49-F238E27FC236}">
                <a16:creationId xmlns:a16="http://schemas.microsoft.com/office/drawing/2014/main" id="{5242A912-F45D-452D-A091-EF71F80274FD}"/>
              </a:ext>
            </a:extLst>
          </p:cNvPr>
          <p:cNvSpPr>
            <a:spLocks noGrp="1"/>
          </p:cNvSpPr>
          <p:nvPr>
            <p:ph type="body" sz="quarter" idx="13" hasCustomPrompt="1"/>
          </p:nvPr>
        </p:nvSpPr>
        <p:spPr>
          <a:xfrm>
            <a:off x="927597" y="4834920"/>
            <a:ext cx="1933401" cy="541687"/>
          </a:xfrm>
          <a:prstGeom prst="rect">
            <a:avLst/>
          </a:prstGeom>
          <a:noFill/>
        </p:spPr>
        <p:txBody>
          <a:bodyPr wrap="square" rtlCol="0">
            <a:spAutoFit/>
          </a:bodyPr>
          <a:lstStyle>
            <a:lvl1pPr marL="0" indent="0">
              <a:buNone/>
              <a:defRPr lang="en-US" sz="1600" smtClean="0">
                <a:solidFill>
                  <a:schemeClr val="bg1"/>
                </a:solidFill>
                <a:latin typeface="Poppins SemiBold" panose="00000700000000000000" pitchFamily="50" charset="0"/>
                <a:cs typeface="Poppins SemiBold" panose="00000700000000000000" pitchFamily="50" charset="0"/>
              </a:defRPr>
            </a:lvl1pPr>
            <a:lvl2pPr>
              <a:defRPr lang="en-US" sz="1800" smtClean="0"/>
            </a:lvl2pPr>
            <a:lvl3pPr>
              <a:defRPr lang="en-US" sz="1800" smtClean="0"/>
            </a:lvl3pPr>
            <a:lvl4pPr>
              <a:defRPr lang="en-US" smtClean="0"/>
            </a:lvl4pPr>
            <a:lvl5pPr>
              <a:defRPr lang="en-IN"/>
            </a:lvl5pPr>
          </a:lstStyle>
          <a:p>
            <a:pPr marL="0" lvl="0"/>
            <a:r>
              <a:rPr lang="en-US"/>
              <a:t>Click to edit Sub Heading text</a:t>
            </a:r>
            <a:endParaRPr lang="en-IN"/>
          </a:p>
        </p:txBody>
      </p:sp>
      <p:pic>
        <p:nvPicPr>
          <p:cNvPr id="16" name="Graphic 15">
            <a:extLst>
              <a:ext uri="{FF2B5EF4-FFF2-40B4-BE49-F238E27FC236}">
                <a16:creationId xmlns:a16="http://schemas.microsoft.com/office/drawing/2014/main" id="{900F911A-1163-4A2D-B956-181496C909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23952" y="0"/>
            <a:ext cx="12192000" cy="55002"/>
          </a:xfrm>
          <a:prstGeom prst="rect">
            <a:avLst/>
          </a:prstGeom>
        </p:spPr>
      </p:pic>
      <p:sp>
        <p:nvSpPr>
          <p:cNvPr id="17" name="Rectangle 16">
            <a:extLst>
              <a:ext uri="{FF2B5EF4-FFF2-40B4-BE49-F238E27FC236}">
                <a16:creationId xmlns:a16="http://schemas.microsoft.com/office/drawing/2014/main" id="{429758B4-C7EE-4503-AC71-C994AF711B33}"/>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1879B214-784E-4C25-B8F0-E4D960477831}"/>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49048266-5D12-4EC0-8AEC-C0866A60D524}"/>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orange and black letter t&#10;&#10;AI-generated content may be incorrect.">
            <a:extLst>
              <a:ext uri="{FF2B5EF4-FFF2-40B4-BE49-F238E27FC236}">
                <a16:creationId xmlns:a16="http://schemas.microsoft.com/office/drawing/2014/main" id="{CB00D1A1-0EAF-2C79-04A1-C939E6EA6F3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159320194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Body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796BD318-BFA6-4162-A9E6-3340BD627710}"/>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sp>
        <p:nvSpPr>
          <p:cNvPr id="20" name="Title 18">
            <a:extLst>
              <a:ext uri="{FF2B5EF4-FFF2-40B4-BE49-F238E27FC236}">
                <a16:creationId xmlns:a16="http://schemas.microsoft.com/office/drawing/2014/main" id="{7725916F-093B-4C56-85A1-46E7828AF415}"/>
              </a:ext>
            </a:extLst>
          </p:cNvPr>
          <p:cNvSpPr>
            <a:spLocks noGrp="1"/>
          </p:cNvSpPr>
          <p:nvPr>
            <p:ph type="title"/>
          </p:nvPr>
        </p:nvSpPr>
        <p:spPr>
          <a:xfrm>
            <a:off x="316392" y="266371"/>
            <a:ext cx="10972800" cy="584775"/>
          </a:xfrm>
          <a:prstGeom prst="rect">
            <a:avLst/>
          </a:prstGeom>
        </p:spPr>
        <p:txBody>
          <a:bodyPr/>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sp>
        <p:nvSpPr>
          <p:cNvPr id="25" name="Content Placeholder 21">
            <a:extLst>
              <a:ext uri="{FF2B5EF4-FFF2-40B4-BE49-F238E27FC236}">
                <a16:creationId xmlns:a16="http://schemas.microsoft.com/office/drawing/2014/main" id="{442361EB-3A00-488E-A73E-65766E41F9EC}"/>
              </a:ext>
            </a:extLst>
          </p:cNvPr>
          <p:cNvSpPr>
            <a:spLocks noGrp="1"/>
          </p:cNvSpPr>
          <p:nvPr>
            <p:ph sz="quarter" idx="10"/>
          </p:nvPr>
        </p:nvSpPr>
        <p:spPr>
          <a:xfrm>
            <a:off x="316392" y="930386"/>
            <a:ext cx="11558635" cy="320088"/>
          </a:xfrm>
          <a:prstGeom prst="rect">
            <a:avLst/>
          </a:prstGeom>
          <a:noFill/>
        </p:spPr>
        <p:txBody>
          <a:bodyPr wrap="square" rtlCol="0">
            <a:spAutoFit/>
          </a:bodyPr>
          <a:lstStyle>
            <a:lvl1pPr marL="0" indent="0">
              <a:buNone/>
              <a:defRPr lang="en-US" sz="1600" dirty="0" smtClean="0">
                <a:latin typeface="Poppins Light" panose="00000400000000000000" pitchFamily="50" charset="0"/>
                <a:cs typeface="Poppins Light" panose="00000400000000000000" pitchFamily="50" charset="0"/>
              </a:defRPr>
            </a:lvl1pPr>
            <a:lvl2pPr marL="2286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2pPr>
            <a:lvl3pPr marL="6858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3pPr>
            <a:lvl4pPr marL="11430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4pPr>
            <a:lvl5pPr marL="1600200" indent="0">
              <a:buNone/>
              <a:defRPr lang="en-IN" sz="1600" kern="1200" dirty="0" smtClean="0">
                <a:solidFill>
                  <a:schemeClr val="tx1"/>
                </a:solidFill>
                <a:latin typeface="Poppins Light" panose="00000400000000000000" pitchFamily="50" charset="0"/>
                <a:ea typeface="+mn-ea"/>
                <a:cs typeface="Poppins Light" panose="00000400000000000000" pitchFamily="50" charset="0"/>
              </a:defRPr>
            </a:lvl5pPr>
          </a:lstStyle>
          <a:p>
            <a:pPr marL="0" lvl="0"/>
            <a:r>
              <a:rPr lang="en-US"/>
              <a:t>Click to edit Master text styles</a:t>
            </a:r>
          </a:p>
        </p:txBody>
      </p:sp>
      <p:pic>
        <p:nvPicPr>
          <p:cNvPr id="2" name="Picture 1" descr="A orange and black letter t&#10;&#10;AI-generated content may be incorrect.">
            <a:extLst>
              <a:ext uri="{FF2B5EF4-FFF2-40B4-BE49-F238E27FC236}">
                <a16:creationId xmlns:a16="http://schemas.microsoft.com/office/drawing/2014/main" id="{42306814-5D89-21F7-21E3-7D90380BE0F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260034585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eyond Possib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4B83766-35AA-41F9-86C6-BAAC536D6408}"/>
              </a:ext>
            </a:extLst>
          </p:cNvPr>
          <p:cNvGrpSpPr/>
          <p:nvPr userDrawn="1"/>
        </p:nvGrpSpPr>
        <p:grpSpPr>
          <a:xfrm>
            <a:off x="0" y="0"/>
            <a:ext cx="12192000" cy="6858000"/>
            <a:chOff x="0" y="0"/>
            <a:chExt cx="12192000" cy="6858000"/>
          </a:xfrm>
        </p:grpSpPr>
        <p:pic>
          <p:nvPicPr>
            <p:cNvPr id="4" name="Picture 3" descr="A person standing on a mountain&#10;&#10;Description automatically generated with medium confidence">
              <a:extLst>
                <a:ext uri="{FF2B5EF4-FFF2-40B4-BE49-F238E27FC236}">
                  <a16:creationId xmlns:a16="http://schemas.microsoft.com/office/drawing/2014/main" id="{D31FDB20-9248-4B9E-BD6C-641BCB407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Graphic 4">
              <a:extLst>
                <a:ext uri="{FF2B5EF4-FFF2-40B4-BE49-F238E27FC236}">
                  <a16:creationId xmlns:a16="http://schemas.microsoft.com/office/drawing/2014/main" id="{D775D4DD-418D-4836-AE3B-2BF553437C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5284020"/>
              <a:ext cx="12192000" cy="1573980"/>
            </a:xfrm>
            <a:prstGeom prst="rect">
              <a:avLst/>
            </a:prstGeom>
          </p:spPr>
        </p:pic>
      </p:grpSp>
      <p:sp>
        <p:nvSpPr>
          <p:cNvPr id="8" name="TextBox 7">
            <a:extLst>
              <a:ext uri="{FF2B5EF4-FFF2-40B4-BE49-F238E27FC236}">
                <a16:creationId xmlns:a16="http://schemas.microsoft.com/office/drawing/2014/main" id="{55A8F331-96F0-4E8A-8AF0-0928499EC079}"/>
              </a:ext>
            </a:extLst>
          </p:cNvPr>
          <p:cNvSpPr txBox="1"/>
          <p:nvPr userDrawn="1"/>
        </p:nvSpPr>
        <p:spPr>
          <a:xfrm>
            <a:off x="620815" y="2967335"/>
            <a:ext cx="10950371" cy="923330"/>
          </a:xfrm>
          <a:prstGeom prst="rect">
            <a:avLst/>
          </a:prstGeom>
          <a:noFill/>
        </p:spPr>
        <p:txBody>
          <a:bodyPr wrap="square" rtlCol="0">
            <a:spAutoFit/>
          </a:bodyPr>
          <a:lstStyle/>
          <a:p>
            <a:pPr algn="ctr"/>
            <a:r>
              <a:rPr lang="en-IN" sz="5400" b="1">
                <a:solidFill>
                  <a:schemeClr val="bg1"/>
                </a:solidFill>
                <a:latin typeface="Poppins" panose="00000500000000000000" pitchFamily="50" charset="0"/>
                <a:cs typeface="Poppins" panose="00000500000000000000" pitchFamily="50" charset="0"/>
              </a:rPr>
              <a:t>#beyondpossible</a:t>
            </a:r>
          </a:p>
        </p:txBody>
      </p:sp>
      <p:sp>
        <p:nvSpPr>
          <p:cNvPr id="14" name="Text Placeholder 9">
            <a:extLst>
              <a:ext uri="{FF2B5EF4-FFF2-40B4-BE49-F238E27FC236}">
                <a16:creationId xmlns:a16="http://schemas.microsoft.com/office/drawing/2014/main" id="{75A3F561-CA3F-4913-9E8C-15AD59E19EA5}"/>
              </a:ext>
            </a:extLst>
          </p:cNvPr>
          <p:cNvSpPr>
            <a:spLocks noGrp="1"/>
          </p:cNvSpPr>
          <p:nvPr>
            <p:ph type="body" sz="quarter" idx="10" hasCustomPrompt="1"/>
          </p:nvPr>
        </p:nvSpPr>
        <p:spPr>
          <a:xfrm>
            <a:off x="7258051" y="5961343"/>
            <a:ext cx="4686298" cy="485518"/>
          </a:xfrm>
          <a:prstGeom prst="rect">
            <a:avLst/>
          </a:prstGeom>
          <a:noFill/>
        </p:spPr>
        <p:txBody>
          <a:bodyPr wrap="square" rtlCol="0">
            <a:spAutoFit/>
          </a:bodyPr>
          <a:lstStyle>
            <a:lvl1pPr marL="0" indent="0">
              <a:buNone/>
              <a:defRPr lang="en-US" sz="1400" b="1" dirty="0" smtClean="0">
                <a:solidFill>
                  <a:schemeClr val="bg1"/>
                </a:solidFill>
                <a:latin typeface="Poppins" panose="00000500000000000000" pitchFamily="50" charset="0"/>
                <a:cs typeface="Poppins" panose="00000500000000000000" pitchFamily="50" charset="0"/>
              </a:defRPr>
            </a:lvl1pPr>
            <a:lvl2pPr>
              <a:defRPr lang="en-US" sz="1800" dirty="0" smtClean="0"/>
            </a:lvl2pPr>
            <a:lvl3pPr>
              <a:defRPr lang="en-US" sz="1800" dirty="0" smtClean="0"/>
            </a:lvl3pPr>
            <a:lvl4pPr>
              <a:defRPr lang="en-US" dirty="0" smtClean="0"/>
            </a:lvl4pPr>
            <a:lvl5pPr>
              <a:defRPr lang="en-IN" dirty="0"/>
            </a:lvl5pPr>
          </a:lstStyle>
          <a:p>
            <a:r>
              <a:rPr lang="en-US" sz="1400" b="1">
                <a:solidFill>
                  <a:schemeClr val="bg1"/>
                </a:solidFill>
                <a:latin typeface="Poppins" panose="00000500000000000000" pitchFamily="50" charset="0"/>
                <a:cs typeface="Poppins" panose="00000500000000000000" pitchFamily="50" charset="0"/>
              </a:rPr>
              <a:t>The only way to discover the limits of the possible is to go beyond them into the impossible.</a:t>
            </a:r>
            <a:endParaRPr lang="en-IN" sz="1400" b="1">
              <a:solidFill>
                <a:schemeClr val="bg1"/>
              </a:solidFill>
              <a:latin typeface="Poppins" panose="00000500000000000000" pitchFamily="50" charset="0"/>
              <a:cs typeface="Poppins" panose="00000500000000000000" pitchFamily="50" charset="0"/>
            </a:endParaRPr>
          </a:p>
        </p:txBody>
      </p:sp>
      <p:sp>
        <p:nvSpPr>
          <p:cNvPr id="17" name="Text Placeholder 15">
            <a:extLst>
              <a:ext uri="{FF2B5EF4-FFF2-40B4-BE49-F238E27FC236}">
                <a16:creationId xmlns:a16="http://schemas.microsoft.com/office/drawing/2014/main" id="{A33CB3DF-6CA7-4B48-8704-B327FB0DE233}"/>
              </a:ext>
            </a:extLst>
          </p:cNvPr>
          <p:cNvSpPr>
            <a:spLocks noGrp="1"/>
          </p:cNvSpPr>
          <p:nvPr>
            <p:ph type="body" sz="quarter" idx="11" hasCustomPrompt="1"/>
          </p:nvPr>
        </p:nvSpPr>
        <p:spPr>
          <a:xfrm>
            <a:off x="7258049" y="6482998"/>
            <a:ext cx="4686297" cy="248914"/>
          </a:xfrm>
          <a:prstGeom prst="rect">
            <a:avLst/>
          </a:prstGeom>
          <a:noFill/>
        </p:spPr>
        <p:txBody>
          <a:bodyPr wrap="square" rtlCol="0">
            <a:spAutoFit/>
          </a:bodyPr>
          <a:lstStyle>
            <a:lvl1pPr marL="0" indent="0">
              <a:buNone/>
              <a:defRPr lang="en-US" sz="1100" dirty="0" smtClean="0">
                <a:solidFill>
                  <a:schemeClr val="bg1"/>
                </a:solidFill>
                <a:latin typeface="Poppins" panose="00000500000000000000" pitchFamily="50" charset="0"/>
                <a:cs typeface="Poppins" panose="00000500000000000000" pitchFamily="50" charset="0"/>
              </a:defRPr>
            </a:lvl1pPr>
            <a:lvl2pPr>
              <a:defRPr lang="en-US" sz="1800" dirty="0" smtClean="0"/>
            </a:lvl2pPr>
            <a:lvl3pPr>
              <a:defRPr lang="en-US" sz="1800" dirty="0" smtClean="0"/>
            </a:lvl3pPr>
            <a:lvl4pPr>
              <a:defRPr lang="en-US" dirty="0" smtClean="0"/>
            </a:lvl4pPr>
            <a:lvl5pPr>
              <a:defRPr lang="en-IN" dirty="0"/>
            </a:lvl5pPr>
          </a:lstStyle>
          <a:p>
            <a:r>
              <a:rPr lang="en-US" sz="1100">
                <a:solidFill>
                  <a:schemeClr val="bg1"/>
                </a:solidFill>
                <a:latin typeface="Poppins" panose="00000500000000000000" pitchFamily="50" charset="0"/>
                <a:cs typeface="Poppins" panose="00000500000000000000" pitchFamily="50" charset="0"/>
              </a:rPr>
              <a:t>- Arthur C. Clarke</a:t>
            </a:r>
            <a:endParaRPr lang="en-IN" sz="1100">
              <a:solidFill>
                <a:schemeClr val="bg1"/>
              </a:solidFill>
              <a:latin typeface="Poppins" panose="00000500000000000000" pitchFamily="50" charset="0"/>
              <a:cs typeface="Poppins" panose="00000500000000000000" pitchFamily="50" charset="0"/>
            </a:endParaRPr>
          </a:p>
        </p:txBody>
      </p:sp>
    </p:spTree>
    <p:extLst>
      <p:ext uri="{BB962C8B-B14F-4D97-AF65-F5344CB8AC3E}">
        <p14:creationId xmlns:p14="http://schemas.microsoft.com/office/powerpoint/2010/main" val="10648837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eyond Possible change pic">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F9CEEBCC-77A1-40D2-834B-3E905C5DCBB1}"/>
              </a:ext>
            </a:extLst>
          </p:cNvPr>
          <p:cNvSpPr>
            <a:spLocks noGrp="1"/>
          </p:cNvSpPr>
          <p:nvPr>
            <p:ph type="pic" sz="quarter" idx="12"/>
          </p:nvPr>
        </p:nvSpPr>
        <p:spPr>
          <a:xfrm>
            <a:off x="0" y="0"/>
            <a:ext cx="12192000" cy="6858000"/>
          </a:xfrm>
          <a:custGeom>
            <a:avLst/>
            <a:gdLst>
              <a:gd name="connsiteX0" fmla="*/ 8385093 w 12192000"/>
              <a:gd name="connsiteY0" fmla="*/ 3260477 h 6858000"/>
              <a:gd name="connsiteX1" fmla="*/ 8443986 w 12192000"/>
              <a:gd name="connsiteY1" fmla="*/ 3284565 h 6858000"/>
              <a:gd name="connsiteX2" fmla="*/ 8469446 w 12192000"/>
              <a:gd name="connsiteY2" fmla="*/ 3354431 h 6858000"/>
              <a:gd name="connsiteX3" fmla="*/ 8443986 w 12192000"/>
              <a:gd name="connsiteY3" fmla="*/ 3424983 h 6858000"/>
              <a:gd name="connsiteX4" fmla="*/ 8385093 w 12192000"/>
              <a:gd name="connsiteY4" fmla="*/ 3449757 h 6858000"/>
              <a:gd name="connsiteX5" fmla="*/ 8326800 w 12192000"/>
              <a:gd name="connsiteY5" fmla="*/ 3425326 h 6858000"/>
              <a:gd name="connsiteX6" fmla="*/ 8301425 w 12192000"/>
              <a:gd name="connsiteY6" fmla="*/ 3355117 h 6858000"/>
              <a:gd name="connsiteX7" fmla="*/ 8326800 w 12192000"/>
              <a:gd name="connsiteY7" fmla="*/ 3284908 h 6858000"/>
              <a:gd name="connsiteX8" fmla="*/ 8385093 w 12192000"/>
              <a:gd name="connsiteY8" fmla="*/ 3260477 h 6858000"/>
              <a:gd name="connsiteX9" fmla="*/ 6518193 w 12192000"/>
              <a:gd name="connsiteY9" fmla="*/ 3260477 h 6858000"/>
              <a:gd name="connsiteX10" fmla="*/ 6577086 w 12192000"/>
              <a:gd name="connsiteY10" fmla="*/ 3284565 h 6858000"/>
              <a:gd name="connsiteX11" fmla="*/ 6602547 w 12192000"/>
              <a:gd name="connsiteY11" fmla="*/ 3354431 h 6858000"/>
              <a:gd name="connsiteX12" fmla="*/ 6577086 w 12192000"/>
              <a:gd name="connsiteY12" fmla="*/ 3424983 h 6858000"/>
              <a:gd name="connsiteX13" fmla="*/ 6518193 w 12192000"/>
              <a:gd name="connsiteY13" fmla="*/ 3449757 h 6858000"/>
              <a:gd name="connsiteX14" fmla="*/ 6459900 w 12192000"/>
              <a:gd name="connsiteY14" fmla="*/ 3425326 h 6858000"/>
              <a:gd name="connsiteX15" fmla="*/ 6434526 w 12192000"/>
              <a:gd name="connsiteY15" fmla="*/ 3355117 h 6858000"/>
              <a:gd name="connsiteX16" fmla="*/ 6459900 w 12192000"/>
              <a:gd name="connsiteY16" fmla="*/ 3284908 h 6858000"/>
              <a:gd name="connsiteX17" fmla="*/ 6518193 w 12192000"/>
              <a:gd name="connsiteY17" fmla="*/ 3260477 h 6858000"/>
              <a:gd name="connsiteX18" fmla="*/ 6030894 w 12192000"/>
              <a:gd name="connsiteY18" fmla="*/ 3260477 h 6858000"/>
              <a:gd name="connsiteX19" fmla="*/ 6089445 w 12192000"/>
              <a:gd name="connsiteY19" fmla="*/ 3284908 h 6858000"/>
              <a:gd name="connsiteX20" fmla="*/ 6114561 w 12192000"/>
              <a:gd name="connsiteY20" fmla="*/ 3355117 h 6858000"/>
              <a:gd name="connsiteX21" fmla="*/ 6089445 w 12192000"/>
              <a:gd name="connsiteY21" fmla="*/ 3425326 h 6858000"/>
              <a:gd name="connsiteX22" fmla="*/ 6030894 w 12192000"/>
              <a:gd name="connsiteY22" fmla="*/ 3449757 h 6858000"/>
              <a:gd name="connsiteX23" fmla="*/ 5972601 w 12192000"/>
              <a:gd name="connsiteY23" fmla="*/ 3424983 h 6858000"/>
              <a:gd name="connsiteX24" fmla="*/ 5947226 w 12192000"/>
              <a:gd name="connsiteY24" fmla="*/ 3354431 h 6858000"/>
              <a:gd name="connsiteX25" fmla="*/ 5972601 w 12192000"/>
              <a:gd name="connsiteY25" fmla="*/ 3284565 h 6858000"/>
              <a:gd name="connsiteX26" fmla="*/ 6030894 w 12192000"/>
              <a:gd name="connsiteY26" fmla="*/ 3260477 h 6858000"/>
              <a:gd name="connsiteX27" fmla="*/ 3822618 w 12192000"/>
              <a:gd name="connsiteY27" fmla="*/ 3260477 h 6858000"/>
              <a:gd name="connsiteX28" fmla="*/ 3881511 w 12192000"/>
              <a:gd name="connsiteY28" fmla="*/ 3284565 h 6858000"/>
              <a:gd name="connsiteX29" fmla="*/ 3906971 w 12192000"/>
              <a:gd name="connsiteY29" fmla="*/ 3354431 h 6858000"/>
              <a:gd name="connsiteX30" fmla="*/ 3881511 w 12192000"/>
              <a:gd name="connsiteY30" fmla="*/ 3424983 h 6858000"/>
              <a:gd name="connsiteX31" fmla="*/ 3822618 w 12192000"/>
              <a:gd name="connsiteY31" fmla="*/ 3449757 h 6858000"/>
              <a:gd name="connsiteX32" fmla="*/ 3764325 w 12192000"/>
              <a:gd name="connsiteY32" fmla="*/ 3425326 h 6858000"/>
              <a:gd name="connsiteX33" fmla="*/ 3738951 w 12192000"/>
              <a:gd name="connsiteY33" fmla="*/ 3355117 h 6858000"/>
              <a:gd name="connsiteX34" fmla="*/ 3764325 w 12192000"/>
              <a:gd name="connsiteY34" fmla="*/ 3284908 h 6858000"/>
              <a:gd name="connsiteX35" fmla="*/ 3822618 w 12192000"/>
              <a:gd name="connsiteY35" fmla="*/ 3260477 h 6858000"/>
              <a:gd name="connsiteX36" fmla="*/ 6960229 w 12192000"/>
              <a:gd name="connsiteY36" fmla="*/ 3259791 h 6858000"/>
              <a:gd name="connsiteX37" fmla="*/ 7015436 w 12192000"/>
              <a:gd name="connsiteY37" fmla="*/ 3283022 h 6858000"/>
              <a:gd name="connsiteX38" fmla="*/ 7039782 w 12192000"/>
              <a:gd name="connsiteY38" fmla="*/ 3355117 h 6858000"/>
              <a:gd name="connsiteX39" fmla="*/ 7015007 w 12192000"/>
              <a:gd name="connsiteY39" fmla="*/ 3426955 h 6858000"/>
              <a:gd name="connsiteX40" fmla="*/ 6958857 w 12192000"/>
              <a:gd name="connsiteY40" fmla="*/ 3450443 h 6858000"/>
              <a:gd name="connsiteX41" fmla="*/ 6903822 w 12192000"/>
              <a:gd name="connsiteY41" fmla="*/ 3426955 h 6858000"/>
              <a:gd name="connsiteX42" fmla="*/ 6880676 w 12192000"/>
              <a:gd name="connsiteY42" fmla="*/ 3355117 h 6858000"/>
              <a:gd name="connsiteX43" fmla="*/ 6904508 w 12192000"/>
              <a:gd name="connsiteY43" fmla="*/ 3283022 h 6858000"/>
              <a:gd name="connsiteX44" fmla="*/ 6960229 w 12192000"/>
              <a:gd name="connsiteY44" fmla="*/ 3259791 h 6858000"/>
              <a:gd name="connsiteX45" fmla="*/ 5121904 w 12192000"/>
              <a:gd name="connsiteY45" fmla="*/ 3259791 h 6858000"/>
              <a:gd name="connsiteX46" fmla="*/ 5177111 w 12192000"/>
              <a:gd name="connsiteY46" fmla="*/ 3283022 h 6858000"/>
              <a:gd name="connsiteX47" fmla="*/ 5201457 w 12192000"/>
              <a:gd name="connsiteY47" fmla="*/ 3355117 h 6858000"/>
              <a:gd name="connsiteX48" fmla="*/ 5176682 w 12192000"/>
              <a:gd name="connsiteY48" fmla="*/ 3426955 h 6858000"/>
              <a:gd name="connsiteX49" fmla="*/ 5120533 w 12192000"/>
              <a:gd name="connsiteY49" fmla="*/ 3450443 h 6858000"/>
              <a:gd name="connsiteX50" fmla="*/ 5065497 w 12192000"/>
              <a:gd name="connsiteY50" fmla="*/ 3426955 h 6858000"/>
              <a:gd name="connsiteX51" fmla="*/ 5042351 w 12192000"/>
              <a:gd name="connsiteY51" fmla="*/ 3355117 h 6858000"/>
              <a:gd name="connsiteX52" fmla="*/ 5066183 w 12192000"/>
              <a:gd name="connsiteY52" fmla="*/ 3283022 h 6858000"/>
              <a:gd name="connsiteX53" fmla="*/ 5121904 w 12192000"/>
              <a:gd name="connsiteY53" fmla="*/ 3259791 h 6858000"/>
              <a:gd name="connsiteX54" fmla="*/ 9020295 w 12192000"/>
              <a:gd name="connsiteY54" fmla="*/ 3252247 h 6858000"/>
              <a:gd name="connsiteX55" fmla="*/ 9070959 w 12192000"/>
              <a:gd name="connsiteY55" fmla="*/ 3269478 h 6858000"/>
              <a:gd name="connsiteX56" fmla="*/ 9092304 w 12192000"/>
              <a:gd name="connsiteY56" fmla="*/ 3318084 h 6858000"/>
              <a:gd name="connsiteX57" fmla="*/ 8945543 w 12192000"/>
              <a:gd name="connsiteY57" fmla="*/ 3318084 h 6858000"/>
              <a:gd name="connsiteX58" fmla="*/ 8971089 w 12192000"/>
              <a:gd name="connsiteY58" fmla="*/ 3269220 h 6858000"/>
              <a:gd name="connsiteX59" fmla="*/ 9020295 w 12192000"/>
              <a:gd name="connsiteY59" fmla="*/ 3252247 h 6858000"/>
              <a:gd name="connsiteX60" fmla="*/ 4257796 w 12192000"/>
              <a:gd name="connsiteY60" fmla="*/ 3252247 h 6858000"/>
              <a:gd name="connsiteX61" fmla="*/ 4308460 w 12192000"/>
              <a:gd name="connsiteY61" fmla="*/ 3269478 h 6858000"/>
              <a:gd name="connsiteX62" fmla="*/ 4329805 w 12192000"/>
              <a:gd name="connsiteY62" fmla="*/ 3318084 h 6858000"/>
              <a:gd name="connsiteX63" fmla="*/ 4183044 w 12192000"/>
              <a:gd name="connsiteY63" fmla="*/ 3318084 h 6858000"/>
              <a:gd name="connsiteX64" fmla="*/ 4208590 w 12192000"/>
              <a:gd name="connsiteY64" fmla="*/ 3269220 h 6858000"/>
              <a:gd name="connsiteX65" fmla="*/ 4257796 w 12192000"/>
              <a:gd name="connsiteY65" fmla="*/ 3252247 h 6858000"/>
              <a:gd name="connsiteX66" fmla="*/ 3227496 w 12192000"/>
              <a:gd name="connsiteY66" fmla="*/ 3246075 h 6858000"/>
              <a:gd name="connsiteX67" fmla="*/ 3341339 w 12192000"/>
              <a:gd name="connsiteY67" fmla="*/ 3246075 h 6858000"/>
              <a:gd name="connsiteX68" fmla="*/ 3322137 w 12192000"/>
              <a:gd name="connsiteY68" fmla="*/ 3335915 h 6858000"/>
              <a:gd name="connsiteX69" fmla="*/ 3208294 w 12192000"/>
              <a:gd name="connsiteY69" fmla="*/ 3335915 h 6858000"/>
              <a:gd name="connsiteX70" fmla="*/ 7984814 w 12192000"/>
              <a:gd name="connsiteY70" fmla="*/ 3163779 h 6858000"/>
              <a:gd name="connsiteX71" fmla="*/ 7984814 w 12192000"/>
              <a:gd name="connsiteY71" fmla="*/ 3546455 h 6858000"/>
              <a:gd name="connsiteX72" fmla="*/ 8102086 w 12192000"/>
              <a:gd name="connsiteY72" fmla="*/ 3546455 h 6858000"/>
              <a:gd name="connsiteX73" fmla="*/ 8102086 w 12192000"/>
              <a:gd name="connsiteY73" fmla="*/ 3163779 h 6858000"/>
              <a:gd name="connsiteX74" fmla="*/ 4464984 w 12192000"/>
              <a:gd name="connsiteY74" fmla="*/ 3163779 h 6858000"/>
              <a:gd name="connsiteX75" fmla="*/ 4620660 w 12192000"/>
              <a:gd name="connsiteY75" fmla="*/ 3533425 h 6858000"/>
              <a:gd name="connsiteX76" fmla="*/ 4532878 w 12192000"/>
              <a:gd name="connsiteY76" fmla="*/ 3728192 h 6858000"/>
              <a:gd name="connsiteX77" fmla="*/ 4659065 w 12192000"/>
              <a:gd name="connsiteY77" fmla="*/ 3728192 h 6858000"/>
              <a:gd name="connsiteX78" fmla="*/ 4899095 w 12192000"/>
              <a:gd name="connsiteY78" fmla="*/ 3163779 h 6858000"/>
              <a:gd name="connsiteX79" fmla="*/ 4772222 w 12192000"/>
              <a:gd name="connsiteY79" fmla="*/ 3163779 h 6858000"/>
              <a:gd name="connsiteX80" fmla="*/ 4684441 w 12192000"/>
              <a:gd name="connsiteY80" fmla="*/ 3403123 h 6858000"/>
              <a:gd name="connsiteX81" fmla="*/ 4595972 w 12192000"/>
              <a:gd name="connsiteY81" fmla="*/ 3163779 h 6858000"/>
              <a:gd name="connsiteX82" fmla="*/ 5617661 w 12192000"/>
              <a:gd name="connsiteY82" fmla="*/ 3159664 h 6858000"/>
              <a:gd name="connsiteX83" fmla="*/ 5549167 w 12192000"/>
              <a:gd name="connsiteY83" fmla="*/ 3175009 h 6858000"/>
              <a:gd name="connsiteX84" fmla="*/ 5501761 w 12192000"/>
              <a:gd name="connsiteY84" fmla="*/ 3214528 h 6858000"/>
              <a:gd name="connsiteX85" fmla="*/ 5501761 w 12192000"/>
              <a:gd name="connsiteY85" fmla="*/ 3163779 h 6858000"/>
              <a:gd name="connsiteX86" fmla="*/ 5384489 w 12192000"/>
              <a:gd name="connsiteY86" fmla="*/ 3163779 h 6858000"/>
              <a:gd name="connsiteX87" fmla="*/ 5384489 w 12192000"/>
              <a:gd name="connsiteY87" fmla="*/ 3546455 h 6858000"/>
              <a:gd name="connsiteX88" fmla="*/ 5501761 w 12192000"/>
              <a:gd name="connsiteY88" fmla="*/ 3546455 h 6858000"/>
              <a:gd name="connsiteX89" fmla="*/ 5501761 w 12192000"/>
              <a:gd name="connsiteY89" fmla="*/ 3338658 h 6858000"/>
              <a:gd name="connsiteX90" fmla="*/ 5521736 w 12192000"/>
              <a:gd name="connsiteY90" fmla="*/ 3278650 h 6858000"/>
              <a:gd name="connsiteX91" fmla="*/ 5575143 w 12192000"/>
              <a:gd name="connsiteY91" fmla="*/ 3257734 h 6858000"/>
              <a:gd name="connsiteX92" fmla="*/ 5628549 w 12192000"/>
              <a:gd name="connsiteY92" fmla="*/ 3278650 h 6858000"/>
              <a:gd name="connsiteX93" fmla="*/ 5648522 w 12192000"/>
              <a:gd name="connsiteY93" fmla="*/ 3338658 h 6858000"/>
              <a:gd name="connsiteX94" fmla="*/ 5648522 w 12192000"/>
              <a:gd name="connsiteY94" fmla="*/ 3546455 h 6858000"/>
              <a:gd name="connsiteX95" fmla="*/ 5765108 w 12192000"/>
              <a:gd name="connsiteY95" fmla="*/ 3546455 h 6858000"/>
              <a:gd name="connsiteX96" fmla="*/ 5765108 w 12192000"/>
              <a:gd name="connsiteY96" fmla="*/ 3322884 h 6858000"/>
              <a:gd name="connsiteX97" fmla="*/ 5724560 w 12192000"/>
              <a:gd name="connsiteY97" fmla="*/ 3202698 h 6858000"/>
              <a:gd name="connsiteX98" fmla="*/ 5617661 w 12192000"/>
              <a:gd name="connsiteY98" fmla="*/ 3159664 h 6858000"/>
              <a:gd name="connsiteX99" fmla="*/ 9021667 w 12192000"/>
              <a:gd name="connsiteY99" fmla="*/ 3158292 h 6858000"/>
              <a:gd name="connsiteX100" fmla="*/ 8882278 w 12192000"/>
              <a:gd name="connsiteY100" fmla="*/ 3211185 h 6858000"/>
              <a:gd name="connsiteX101" fmla="*/ 8828272 w 12192000"/>
              <a:gd name="connsiteY101" fmla="*/ 3355117 h 6858000"/>
              <a:gd name="connsiteX102" fmla="*/ 8882792 w 12192000"/>
              <a:gd name="connsiteY102" fmla="*/ 3499049 h 6858000"/>
              <a:gd name="connsiteX103" fmla="*/ 9021667 w 12192000"/>
              <a:gd name="connsiteY103" fmla="*/ 3551942 h 6858000"/>
              <a:gd name="connsiteX104" fmla="*/ 9141339 w 12192000"/>
              <a:gd name="connsiteY104" fmla="*/ 3513794 h 6858000"/>
              <a:gd name="connsiteX105" fmla="*/ 9203404 w 12192000"/>
              <a:gd name="connsiteY105" fmla="*/ 3419582 h 6858000"/>
              <a:gd name="connsiteX106" fmla="*/ 9078588 w 12192000"/>
              <a:gd name="connsiteY106" fmla="*/ 3419582 h 6858000"/>
              <a:gd name="connsiteX107" fmla="*/ 9056814 w 12192000"/>
              <a:gd name="connsiteY107" fmla="*/ 3445814 h 6858000"/>
              <a:gd name="connsiteX108" fmla="*/ 9017552 w 12192000"/>
              <a:gd name="connsiteY108" fmla="*/ 3456615 h 6858000"/>
              <a:gd name="connsiteX109" fmla="*/ 8968603 w 12192000"/>
              <a:gd name="connsiteY109" fmla="*/ 3438699 h 6858000"/>
              <a:gd name="connsiteX110" fmla="*/ 8944858 w 12192000"/>
              <a:gd name="connsiteY110" fmla="*/ 3383235 h 6858000"/>
              <a:gd name="connsiteX111" fmla="*/ 9210262 w 12192000"/>
              <a:gd name="connsiteY111" fmla="*/ 3383235 h 6858000"/>
              <a:gd name="connsiteX112" fmla="*/ 9212320 w 12192000"/>
              <a:gd name="connsiteY112" fmla="*/ 3348945 h 6858000"/>
              <a:gd name="connsiteX113" fmla="*/ 9158912 w 12192000"/>
              <a:gd name="connsiteY113" fmla="*/ 3209899 h 6858000"/>
              <a:gd name="connsiteX114" fmla="*/ 9021667 w 12192000"/>
              <a:gd name="connsiteY114" fmla="*/ 3158292 h 6858000"/>
              <a:gd name="connsiteX115" fmla="*/ 7751261 w 12192000"/>
              <a:gd name="connsiteY115" fmla="*/ 3158292 h 6858000"/>
              <a:gd name="connsiteX116" fmla="*/ 7635875 w 12192000"/>
              <a:gd name="connsiteY116" fmla="*/ 3193183 h 6858000"/>
              <a:gd name="connsiteX117" fmla="*/ 7595585 w 12192000"/>
              <a:gd name="connsiteY117" fmla="*/ 3276936 h 6858000"/>
              <a:gd name="connsiteX118" fmla="*/ 7628160 w 12192000"/>
              <a:gd name="connsiteY118" fmla="*/ 3352213 h 6858000"/>
              <a:gd name="connsiteX119" fmla="*/ 7699826 w 12192000"/>
              <a:gd name="connsiteY119" fmla="*/ 3385378 h 6858000"/>
              <a:gd name="connsiteX120" fmla="*/ 7771493 w 12192000"/>
              <a:gd name="connsiteY120" fmla="*/ 3403755 h 6858000"/>
              <a:gd name="connsiteX121" fmla="*/ 7804068 w 12192000"/>
              <a:gd name="connsiteY121" fmla="*/ 3434670 h 6858000"/>
              <a:gd name="connsiteX122" fmla="*/ 7792409 w 12192000"/>
              <a:gd name="connsiteY122" fmla="*/ 3456530 h 6858000"/>
              <a:gd name="connsiteX123" fmla="*/ 7758119 w 12192000"/>
              <a:gd name="connsiteY123" fmla="*/ 3465531 h 6858000"/>
              <a:gd name="connsiteX124" fmla="*/ 7717572 w 12192000"/>
              <a:gd name="connsiteY124" fmla="*/ 3453272 h 6858000"/>
              <a:gd name="connsiteX125" fmla="*/ 7699141 w 12192000"/>
              <a:gd name="connsiteY125" fmla="*/ 3420954 h 6858000"/>
              <a:gd name="connsiteX126" fmla="*/ 7583240 w 12192000"/>
              <a:gd name="connsiteY126" fmla="*/ 3420954 h 6858000"/>
              <a:gd name="connsiteX127" fmla="*/ 7635104 w 12192000"/>
              <a:gd name="connsiteY127" fmla="*/ 3514223 h 6858000"/>
              <a:gd name="connsiteX128" fmla="*/ 7759491 w 12192000"/>
              <a:gd name="connsiteY128" fmla="*/ 3551942 h 6858000"/>
              <a:gd name="connsiteX129" fmla="*/ 7872991 w 12192000"/>
              <a:gd name="connsiteY129" fmla="*/ 3518595 h 6858000"/>
              <a:gd name="connsiteX130" fmla="*/ 7914482 w 12192000"/>
              <a:gd name="connsiteY130" fmla="*/ 3435356 h 6858000"/>
              <a:gd name="connsiteX131" fmla="*/ 7880931 w 12192000"/>
              <a:gd name="connsiteY131" fmla="*/ 3358685 h 6858000"/>
              <a:gd name="connsiteX132" fmla="*/ 7809126 w 12192000"/>
              <a:gd name="connsiteY132" fmla="*/ 3324513 h 6858000"/>
              <a:gd name="connsiteX133" fmla="*/ 7737706 w 12192000"/>
              <a:gd name="connsiteY133" fmla="*/ 3305643 h 6858000"/>
              <a:gd name="connsiteX134" fmla="*/ 7705313 w 12192000"/>
              <a:gd name="connsiteY134" fmla="*/ 3274879 h 6858000"/>
              <a:gd name="connsiteX135" fmla="*/ 7716286 w 12192000"/>
              <a:gd name="connsiteY135" fmla="*/ 3253190 h 6858000"/>
              <a:gd name="connsiteX136" fmla="*/ 7747833 w 12192000"/>
              <a:gd name="connsiteY136" fmla="*/ 3245389 h 6858000"/>
              <a:gd name="connsiteX137" fmla="*/ 7787009 w 12192000"/>
              <a:gd name="connsiteY137" fmla="*/ 3257219 h 6858000"/>
              <a:gd name="connsiteX138" fmla="*/ 7804068 w 12192000"/>
              <a:gd name="connsiteY138" fmla="*/ 3288594 h 6858000"/>
              <a:gd name="connsiteX139" fmla="*/ 7912424 w 12192000"/>
              <a:gd name="connsiteY139" fmla="*/ 3288594 h 6858000"/>
              <a:gd name="connsiteX140" fmla="*/ 7866047 w 12192000"/>
              <a:gd name="connsiteY140" fmla="*/ 3195154 h 6858000"/>
              <a:gd name="connsiteX141" fmla="*/ 7751261 w 12192000"/>
              <a:gd name="connsiteY141" fmla="*/ 3158292 h 6858000"/>
              <a:gd name="connsiteX142" fmla="*/ 7370261 w 12192000"/>
              <a:gd name="connsiteY142" fmla="*/ 3158292 h 6858000"/>
              <a:gd name="connsiteX143" fmla="*/ 7254875 w 12192000"/>
              <a:gd name="connsiteY143" fmla="*/ 3193183 h 6858000"/>
              <a:gd name="connsiteX144" fmla="*/ 7214585 w 12192000"/>
              <a:gd name="connsiteY144" fmla="*/ 3276936 h 6858000"/>
              <a:gd name="connsiteX145" fmla="*/ 7247160 w 12192000"/>
              <a:gd name="connsiteY145" fmla="*/ 3352213 h 6858000"/>
              <a:gd name="connsiteX146" fmla="*/ 7318826 w 12192000"/>
              <a:gd name="connsiteY146" fmla="*/ 3385378 h 6858000"/>
              <a:gd name="connsiteX147" fmla="*/ 7390492 w 12192000"/>
              <a:gd name="connsiteY147" fmla="*/ 3403755 h 6858000"/>
              <a:gd name="connsiteX148" fmla="*/ 7423068 w 12192000"/>
              <a:gd name="connsiteY148" fmla="*/ 3434670 h 6858000"/>
              <a:gd name="connsiteX149" fmla="*/ 7411409 w 12192000"/>
              <a:gd name="connsiteY149" fmla="*/ 3456530 h 6858000"/>
              <a:gd name="connsiteX150" fmla="*/ 7377119 w 12192000"/>
              <a:gd name="connsiteY150" fmla="*/ 3465531 h 6858000"/>
              <a:gd name="connsiteX151" fmla="*/ 7336572 w 12192000"/>
              <a:gd name="connsiteY151" fmla="*/ 3453272 h 6858000"/>
              <a:gd name="connsiteX152" fmla="*/ 7318141 w 12192000"/>
              <a:gd name="connsiteY152" fmla="*/ 3420954 h 6858000"/>
              <a:gd name="connsiteX153" fmla="*/ 7202240 w 12192000"/>
              <a:gd name="connsiteY153" fmla="*/ 3420954 h 6858000"/>
              <a:gd name="connsiteX154" fmla="*/ 7254104 w 12192000"/>
              <a:gd name="connsiteY154" fmla="*/ 3514223 h 6858000"/>
              <a:gd name="connsiteX155" fmla="*/ 7378491 w 12192000"/>
              <a:gd name="connsiteY155" fmla="*/ 3551942 h 6858000"/>
              <a:gd name="connsiteX156" fmla="*/ 7491991 w 12192000"/>
              <a:gd name="connsiteY156" fmla="*/ 3518595 h 6858000"/>
              <a:gd name="connsiteX157" fmla="*/ 7533482 w 12192000"/>
              <a:gd name="connsiteY157" fmla="*/ 3435356 h 6858000"/>
              <a:gd name="connsiteX158" fmla="*/ 7499931 w 12192000"/>
              <a:gd name="connsiteY158" fmla="*/ 3358685 h 6858000"/>
              <a:gd name="connsiteX159" fmla="*/ 7428126 w 12192000"/>
              <a:gd name="connsiteY159" fmla="*/ 3324513 h 6858000"/>
              <a:gd name="connsiteX160" fmla="*/ 7356706 w 12192000"/>
              <a:gd name="connsiteY160" fmla="*/ 3305643 h 6858000"/>
              <a:gd name="connsiteX161" fmla="*/ 7324312 w 12192000"/>
              <a:gd name="connsiteY161" fmla="*/ 3274879 h 6858000"/>
              <a:gd name="connsiteX162" fmla="*/ 7335286 w 12192000"/>
              <a:gd name="connsiteY162" fmla="*/ 3253190 h 6858000"/>
              <a:gd name="connsiteX163" fmla="*/ 7366833 w 12192000"/>
              <a:gd name="connsiteY163" fmla="*/ 3245389 h 6858000"/>
              <a:gd name="connsiteX164" fmla="*/ 7406009 w 12192000"/>
              <a:gd name="connsiteY164" fmla="*/ 3257219 h 6858000"/>
              <a:gd name="connsiteX165" fmla="*/ 7423068 w 12192000"/>
              <a:gd name="connsiteY165" fmla="*/ 3288594 h 6858000"/>
              <a:gd name="connsiteX166" fmla="*/ 7531424 w 12192000"/>
              <a:gd name="connsiteY166" fmla="*/ 3288594 h 6858000"/>
              <a:gd name="connsiteX167" fmla="*/ 7485047 w 12192000"/>
              <a:gd name="connsiteY167" fmla="*/ 3195154 h 6858000"/>
              <a:gd name="connsiteX168" fmla="*/ 7370261 w 12192000"/>
              <a:gd name="connsiteY168" fmla="*/ 3158292 h 6858000"/>
              <a:gd name="connsiteX169" fmla="*/ 6960229 w 12192000"/>
              <a:gd name="connsiteY169" fmla="*/ 3158292 h 6858000"/>
              <a:gd name="connsiteX170" fmla="*/ 6858984 w 12192000"/>
              <a:gd name="connsiteY170" fmla="*/ 3182346 h 6858000"/>
              <a:gd name="connsiteX171" fmla="*/ 6788068 w 12192000"/>
              <a:gd name="connsiteY171" fmla="*/ 3250139 h 6858000"/>
              <a:gd name="connsiteX172" fmla="*/ 6761347 w 12192000"/>
              <a:gd name="connsiteY172" fmla="*/ 3355117 h 6858000"/>
              <a:gd name="connsiteX173" fmla="*/ 6787560 w 12192000"/>
              <a:gd name="connsiteY173" fmla="*/ 3460095 h 6858000"/>
              <a:gd name="connsiteX174" fmla="*/ 6857664 w 12192000"/>
              <a:gd name="connsiteY174" fmla="*/ 3527888 h 6858000"/>
              <a:gd name="connsiteX175" fmla="*/ 6958857 w 12192000"/>
              <a:gd name="connsiteY175" fmla="*/ 3551942 h 6858000"/>
              <a:gd name="connsiteX176" fmla="*/ 7060762 w 12192000"/>
              <a:gd name="connsiteY176" fmla="*/ 3527888 h 6858000"/>
              <a:gd name="connsiteX177" fmla="*/ 7132187 w 12192000"/>
              <a:gd name="connsiteY177" fmla="*/ 3460095 h 6858000"/>
              <a:gd name="connsiteX178" fmla="*/ 7159111 w 12192000"/>
              <a:gd name="connsiteY178" fmla="*/ 3355117 h 6858000"/>
              <a:gd name="connsiteX179" fmla="*/ 7132543 w 12192000"/>
              <a:gd name="connsiteY179" fmla="*/ 3250139 h 6858000"/>
              <a:gd name="connsiteX180" fmla="*/ 7061778 w 12192000"/>
              <a:gd name="connsiteY180" fmla="*/ 3182346 h 6858000"/>
              <a:gd name="connsiteX181" fmla="*/ 6960229 w 12192000"/>
              <a:gd name="connsiteY181" fmla="*/ 3158292 h 6858000"/>
              <a:gd name="connsiteX182" fmla="*/ 6553169 w 12192000"/>
              <a:gd name="connsiteY182" fmla="*/ 3158292 h 6858000"/>
              <a:gd name="connsiteX183" fmla="*/ 6481074 w 12192000"/>
              <a:gd name="connsiteY183" fmla="*/ 3175523 h 6858000"/>
              <a:gd name="connsiteX184" fmla="*/ 6435211 w 12192000"/>
              <a:gd name="connsiteY184" fmla="*/ 3217957 h 6858000"/>
              <a:gd name="connsiteX185" fmla="*/ 6435211 w 12192000"/>
              <a:gd name="connsiteY185" fmla="*/ 3163779 h 6858000"/>
              <a:gd name="connsiteX186" fmla="*/ 6317940 w 12192000"/>
              <a:gd name="connsiteY186" fmla="*/ 3163779 h 6858000"/>
              <a:gd name="connsiteX187" fmla="*/ 6317940 w 12192000"/>
              <a:gd name="connsiteY187" fmla="*/ 3728878 h 6858000"/>
              <a:gd name="connsiteX188" fmla="*/ 6435211 w 12192000"/>
              <a:gd name="connsiteY188" fmla="*/ 3728878 h 6858000"/>
              <a:gd name="connsiteX189" fmla="*/ 6435211 w 12192000"/>
              <a:gd name="connsiteY189" fmla="*/ 3492963 h 6858000"/>
              <a:gd name="connsiteX190" fmla="*/ 6481074 w 12192000"/>
              <a:gd name="connsiteY190" fmla="*/ 3534539 h 6858000"/>
              <a:gd name="connsiteX191" fmla="*/ 6553169 w 12192000"/>
              <a:gd name="connsiteY191" fmla="*/ 3551942 h 6858000"/>
              <a:gd name="connsiteX192" fmla="*/ 6638665 w 12192000"/>
              <a:gd name="connsiteY192" fmla="*/ 3527558 h 6858000"/>
              <a:gd name="connsiteX193" fmla="*/ 6699015 w 12192000"/>
              <a:gd name="connsiteY193" fmla="*/ 3459282 h 6858000"/>
              <a:gd name="connsiteX194" fmla="*/ 6721875 w 12192000"/>
              <a:gd name="connsiteY194" fmla="*/ 3354431 h 6858000"/>
              <a:gd name="connsiteX195" fmla="*/ 6699015 w 12192000"/>
              <a:gd name="connsiteY195" fmla="*/ 3249936 h 6858000"/>
              <a:gd name="connsiteX196" fmla="*/ 6638665 w 12192000"/>
              <a:gd name="connsiteY196" fmla="*/ 3182321 h 6858000"/>
              <a:gd name="connsiteX197" fmla="*/ 6553169 w 12192000"/>
              <a:gd name="connsiteY197" fmla="*/ 3158292 h 6858000"/>
              <a:gd name="connsiteX198" fmla="*/ 5121904 w 12192000"/>
              <a:gd name="connsiteY198" fmla="*/ 3158292 h 6858000"/>
              <a:gd name="connsiteX199" fmla="*/ 5020660 w 12192000"/>
              <a:gd name="connsiteY199" fmla="*/ 3182346 h 6858000"/>
              <a:gd name="connsiteX200" fmla="*/ 4949743 w 12192000"/>
              <a:gd name="connsiteY200" fmla="*/ 3250139 h 6858000"/>
              <a:gd name="connsiteX201" fmla="*/ 4923022 w 12192000"/>
              <a:gd name="connsiteY201" fmla="*/ 3355117 h 6858000"/>
              <a:gd name="connsiteX202" fmla="*/ 4949235 w 12192000"/>
              <a:gd name="connsiteY202" fmla="*/ 3460095 h 6858000"/>
              <a:gd name="connsiteX203" fmla="*/ 5019339 w 12192000"/>
              <a:gd name="connsiteY203" fmla="*/ 3527888 h 6858000"/>
              <a:gd name="connsiteX204" fmla="*/ 5120533 w 12192000"/>
              <a:gd name="connsiteY204" fmla="*/ 3551942 h 6858000"/>
              <a:gd name="connsiteX205" fmla="*/ 5222438 w 12192000"/>
              <a:gd name="connsiteY205" fmla="*/ 3527888 h 6858000"/>
              <a:gd name="connsiteX206" fmla="*/ 5293862 w 12192000"/>
              <a:gd name="connsiteY206" fmla="*/ 3460095 h 6858000"/>
              <a:gd name="connsiteX207" fmla="*/ 5320786 w 12192000"/>
              <a:gd name="connsiteY207" fmla="*/ 3355117 h 6858000"/>
              <a:gd name="connsiteX208" fmla="*/ 5294219 w 12192000"/>
              <a:gd name="connsiteY208" fmla="*/ 3250139 h 6858000"/>
              <a:gd name="connsiteX209" fmla="*/ 5223453 w 12192000"/>
              <a:gd name="connsiteY209" fmla="*/ 3182346 h 6858000"/>
              <a:gd name="connsiteX210" fmla="*/ 5121904 w 12192000"/>
              <a:gd name="connsiteY210" fmla="*/ 3158292 h 6858000"/>
              <a:gd name="connsiteX211" fmla="*/ 4259169 w 12192000"/>
              <a:gd name="connsiteY211" fmla="*/ 3158292 h 6858000"/>
              <a:gd name="connsiteX212" fmla="*/ 4119779 w 12192000"/>
              <a:gd name="connsiteY212" fmla="*/ 3211185 h 6858000"/>
              <a:gd name="connsiteX213" fmla="*/ 4065772 w 12192000"/>
              <a:gd name="connsiteY213" fmla="*/ 3355117 h 6858000"/>
              <a:gd name="connsiteX214" fmla="*/ 4120294 w 12192000"/>
              <a:gd name="connsiteY214" fmla="*/ 3499049 h 6858000"/>
              <a:gd name="connsiteX215" fmla="*/ 4259169 w 12192000"/>
              <a:gd name="connsiteY215" fmla="*/ 3551942 h 6858000"/>
              <a:gd name="connsiteX216" fmla="*/ 4378840 w 12192000"/>
              <a:gd name="connsiteY216" fmla="*/ 3513794 h 6858000"/>
              <a:gd name="connsiteX217" fmla="*/ 4440905 w 12192000"/>
              <a:gd name="connsiteY217" fmla="*/ 3419582 h 6858000"/>
              <a:gd name="connsiteX218" fmla="*/ 4316089 w 12192000"/>
              <a:gd name="connsiteY218" fmla="*/ 3419582 h 6858000"/>
              <a:gd name="connsiteX219" fmla="*/ 4294315 w 12192000"/>
              <a:gd name="connsiteY219" fmla="*/ 3445814 h 6858000"/>
              <a:gd name="connsiteX220" fmla="*/ 4255053 w 12192000"/>
              <a:gd name="connsiteY220" fmla="*/ 3456615 h 6858000"/>
              <a:gd name="connsiteX221" fmla="*/ 4206104 w 12192000"/>
              <a:gd name="connsiteY221" fmla="*/ 3438699 h 6858000"/>
              <a:gd name="connsiteX222" fmla="*/ 4182358 w 12192000"/>
              <a:gd name="connsiteY222" fmla="*/ 3383235 h 6858000"/>
              <a:gd name="connsiteX223" fmla="*/ 4447763 w 12192000"/>
              <a:gd name="connsiteY223" fmla="*/ 3383235 h 6858000"/>
              <a:gd name="connsiteX224" fmla="*/ 4449820 w 12192000"/>
              <a:gd name="connsiteY224" fmla="*/ 3348945 h 6858000"/>
              <a:gd name="connsiteX225" fmla="*/ 4396413 w 12192000"/>
              <a:gd name="connsiteY225" fmla="*/ 3209899 h 6858000"/>
              <a:gd name="connsiteX226" fmla="*/ 4259169 w 12192000"/>
              <a:gd name="connsiteY226" fmla="*/ 3158292 h 6858000"/>
              <a:gd name="connsiteX227" fmla="*/ 8651564 w 12192000"/>
              <a:gd name="connsiteY227" fmla="*/ 3038963 h 6858000"/>
              <a:gd name="connsiteX228" fmla="*/ 8651564 w 12192000"/>
              <a:gd name="connsiteY228" fmla="*/ 3546455 h 6858000"/>
              <a:gd name="connsiteX229" fmla="*/ 8768836 w 12192000"/>
              <a:gd name="connsiteY229" fmla="*/ 3546455 h 6858000"/>
              <a:gd name="connsiteX230" fmla="*/ 8768836 w 12192000"/>
              <a:gd name="connsiteY230" fmla="*/ 3038963 h 6858000"/>
              <a:gd name="connsiteX231" fmla="*/ 8184839 w 12192000"/>
              <a:gd name="connsiteY231" fmla="*/ 3038963 h 6858000"/>
              <a:gd name="connsiteX232" fmla="*/ 8184839 w 12192000"/>
              <a:gd name="connsiteY232" fmla="*/ 3546455 h 6858000"/>
              <a:gd name="connsiteX233" fmla="*/ 8302111 w 12192000"/>
              <a:gd name="connsiteY233" fmla="*/ 3546455 h 6858000"/>
              <a:gd name="connsiteX234" fmla="*/ 8302111 w 12192000"/>
              <a:gd name="connsiteY234" fmla="*/ 3492963 h 6858000"/>
              <a:gd name="connsiteX235" fmla="*/ 8347974 w 12192000"/>
              <a:gd name="connsiteY235" fmla="*/ 3535054 h 6858000"/>
              <a:gd name="connsiteX236" fmla="*/ 8420068 w 12192000"/>
              <a:gd name="connsiteY236" fmla="*/ 3551942 h 6858000"/>
              <a:gd name="connsiteX237" fmla="*/ 8505564 w 12192000"/>
              <a:gd name="connsiteY237" fmla="*/ 3527558 h 6858000"/>
              <a:gd name="connsiteX238" fmla="*/ 8565915 w 12192000"/>
              <a:gd name="connsiteY238" fmla="*/ 3459282 h 6858000"/>
              <a:gd name="connsiteX239" fmla="*/ 8588775 w 12192000"/>
              <a:gd name="connsiteY239" fmla="*/ 3354431 h 6858000"/>
              <a:gd name="connsiteX240" fmla="*/ 8539912 w 12192000"/>
              <a:gd name="connsiteY240" fmla="*/ 3211099 h 6858000"/>
              <a:gd name="connsiteX241" fmla="*/ 8420068 w 12192000"/>
              <a:gd name="connsiteY241" fmla="*/ 3158292 h 6858000"/>
              <a:gd name="connsiteX242" fmla="*/ 8348488 w 12192000"/>
              <a:gd name="connsiteY242" fmla="*/ 3175266 h 6858000"/>
              <a:gd name="connsiteX243" fmla="*/ 8302111 w 12192000"/>
              <a:gd name="connsiteY243" fmla="*/ 3217957 h 6858000"/>
              <a:gd name="connsiteX244" fmla="*/ 8302111 w 12192000"/>
              <a:gd name="connsiteY244" fmla="*/ 3038963 h 6858000"/>
              <a:gd name="connsiteX245" fmla="*/ 6114561 w 12192000"/>
              <a:gd name="connsiteY245" fmla="*/ 3038963 h 6858000"/>
              <a:gd name="connsiteX246" fmla="*/ 6114561 w 12192000"/>
              <a:gd name="connsiteY246" fmla="*/ 3216585 h 6858000"/>
              <a:gd name="connsiteX247" fmla="*/ 6065870 w 12192000"/>
              <a:gd name="connsiteY247" fmla="*/ 3174323 h 6858000"/>
              <a:gd name="connsiteX248" fmla="*/ 5996604 w 12192000"/>
              <a:gd name="connsiteY248" fmla="*/ 3158292 h 6858000"/>
              <a:gd name="connsiteX249" fmla="*/ 5911107 w 12192000"/>
              <a:gd name="connsiteY249" fmla="*/ 3182321 h 6858000"/>
              <a:gd name="connsiteX250" fmla="*/ 5850757 w 12192000"/>
              <a:gd name="connsiteY250" fmla="*/ 3249936 h 6858000"/>
              <a:gd name="connsiteX251" fmla="*/ 5827897 w 12192000"/>
              <a:gd name="connsiteY251" fmla="*/ 3354431 h 6858000"/>
              <a:gd name="connsiteX252" fmla="*/ 5850757 w 12192000"/>
              <a:gd name="connsiteY252" fmla="*/ 3459282 h 6858000"/>
              <a:gd name="connsiteX253" fmla="*/ 5911107 w 12192000"/>
              <a:gd name="connsiteY253" fmla="*/ 3527558 h 6858000"/>
              <a:gd name="connsiteX254" fmla="*/ 5996604 w 12192000"/>
              <a:gd name="connsiteY254" fmla="*/ 3551942 h 6858000"/>
              <a:gd name="connsiteX255" fmla="*/ 6068699 w 12192000"/>
              <a:gd name="connsiteY255" fmla="*/ 3534882 h 6858000"/>
              <a:gd name="connsiteX256" fmla="*/ 6114561 w 12192000"/>
              <a:gd name="connsiteY256" fmla="*/ 3491591 h 6858000"/>
              <a:gd name="connsiteX257" fmla="*/ 6114561 w 12192000"/>
              <a:gd name="connsiteY257" fmla="*/ 3546455 h 6858000"/>
              <a:gd name="connsiteX258" fmla="*/ 6231833 w 12192000"/>
              <a:gd name="connsiteY258" fmla="*/ 3546455 h 6858000"/>
              <a:gd name="connsiteX259" fmla="*/ 6231833 w 12192000"/>
              <a:gd name="connsiteY259" fmla="*/ 3038963 h 6858000"/>
              <a:gd name="connsiteX260" fmla="*/ 3622364 w 12192000"/>
              <a:gd name="connsiteY260" fmla="*/ 3038963 h 6858000"/>
              <a:gd name="connsiteX261" fmla="*/ 3622364 w 12192000"/>
              <a:gd name="connsiteY261" fmla="*/ 3546455 h 6858000"/>
              <a:gd name="connsiteX262" fmla="*/ 3739636 w 12192000"/>
              <a:gd name="connsiteY262" fmla="*/ 3546455 h 6858000"/>
              <a:gd name="connsiteX263" fmla="*/ 3739636 w 12192000"/>
              <a:gd name="connsiteY263" fmla="*/ 3492963 h 6858000"/>
              <a:gd name="connsiteX264" fmla="*/ 3785499 w 12192000"/>
              <a:gd name="connsiteY264" fmla="*/ 3535054 h 6858000"/>
              <a:gd name="connsiteX265" fmla="*/ 3857594 w 12192000"/>
              <a:gd name="connsiteY265" fmla="*/ 3551942 h 6858000"/>
              <a:gd name="connsiteX266" fmla="*/ 3943090 w 12192000"/>
              <a:gd name="connsiteY266" fmla="*/ 3527558 h 6858000"/>
              <a:gd name="connsiteX267" fmla="*/ 4003441 w 12192000"/>
              <a:gd name="connsiteY267" fmla="*/ 3459282 h 6858000"/>
              <a:gd name="connsiteX268" fmla="*/ 4026301 w 12192000"/>
              <a:gd name="connsiteY268" fmla="*/ 3354431 h 6858000"/>
              <a:gd name="connsiteX269" fmla="*/ 3977438 w 12192000"/>
              <a:gd name="connsiteY269" fmla="*/ 3211099 h 6858000"/>
              <a:gd name="connsiteX270" fmla="*/ 3857594 w 12192000"/>
              <a:gd name="connsiteY270" fmla="*/ 3158292 h 6858000"/>
              <a:gd name="connsiteX271" fmla="*/ 3786014 w 12192000"/>
              <a:gd name="connsiteY271" fmla="*/ 3175266 h 6858000"/>
              <a:gd name="connsiteX272" fmla="*/ 3739636 w 12192000"/>
              <a:gd name="connsiteY272" fmla="*/ 3217957 h 6858000"/>
              <a:gd name="connsiteX273" fmla="*/ 3739636 w 12192000"/>
              <a:gd name="connsiteY273" fmla="*/ 3038963 h 6858000"/>
              <a:gd name="connsiteX274" fmla="*/ 3161659 w 12192000"/>
              <a:gd name="connsiteY274" fmla="*/ 3038963 h 6858000"/>
              <a:gd name="connsiteX275" fmla="*/ 3139714 w 12192000"/>
              <a:gd name="connsiteY275" fmla="*/ 3140462 h 6858000"/>
              <a:gd name="connsiteX276" fmla="*/ 3018327 w 12192000"/>
              <a:gd name="connsiteY276" fmla="*/ 3140462 h 6858000"/>
              <a:gd name="connsiteX277" fmla="*/ 3018327 w 12192000"/>
              <a:gd name="connsiteY277" fmla="*/ 3246075 h 6858000"/>
              <a:gd name="connsiteX278" fmla="*/ 3117768 w 12192000"/>
              <a:gd name="connsiteY278" fmla="*/ 3246075 h 6858000"/>
              <a:gd name="connsiteX279" fmla="*/ 3098566 w 12192000"/>
              <a:gd name="connsiteY279" fmla="*/ 3335915 h 6858000"/>
              <a:gd name="connsiteX280" fmla="*/ 2974436 w 12192000"/>
              <a:gd name="connsiteY280" fmla="*/ 3335915 h 6858000"/>
              <a:gd name="connsiteX281" fmla="*/ 2974436 w 12192000"/>
              <a:gd name="connsiteY281" fmla="*/ 3441528 h 6858000"/>
              <a:gd name="connsiteX282" fmla="*/ 3075934 w 12192000"/>
              <a:gd name="connsiteY282" fmla="*/ 3441528 h 6858000"/>
              <a:gd name="connsiteX283" fmla="*/ 3053303 w 12192000"/>
              <a:gd name="connsiteY283" fmla="*/ 3546455 h 6858000"/>
              <a:gd name="connsiteX284" fmla="*/ 3163031 w 12192000"/>
              <a:gd name="connsiteY284" fmla="*/ 3546455 h 6858000"/>
              <a:gd name="connsiteX285" fmla="*/ 3185662 w 12192000"/>
              <a:gd name="connsiteY285" fmla="*/ 3441528 h 6858000"/>
              <a:gd name="connsiteX286" fmla="*/ 3299505 w 12192000"/>
              <a:gd name="connsiteY286" fmla="*/ 3441528 h 6858000"/>
              <a:gd name="connsiteX287" fmla="*/ 3276874 w 12192000"/>
              <a:gd name="connsiteY287" fmla="*/ 3546455 h 6858000"/>
              <a:gd name="connsiteX288" fmla="*/ 3386602 w 12192000"/>
              <a:gd name="connsiteY288" fmla="*/ 3546455 h 6858000"/>
              <a:gd name="connsiteX289" fmla="*/ 3409233 w 12192000"/>
              <a:gd name="connsiteY289" fmla="*/ 3441528 h 6858000"/>
              <a:gd name="connsiteX290" fmla="*/ 3514161 w 12192000"/>
              <a:gd name="connsiteY290" fmla="*/ 3441528 h 6858000"/>
              <a:gd name="connsiteX291" fmla="*/ 3514161 w 12192000"/>
              <a:gd name="connsiteY291" fmla="*/ 3335915 h 6858000"/>
              <a:gd name="connsiteX292" fmla="*/ 3431864 w 12192000"/>
              <a:gd name="connsiteY292" fmla="*/ 3335915 h 6858000"/>
              <a:gd name="connsiteX293" fmla="*/ 3451067 w 12192000"/>
              <a:gd name="connsiteY293" fmla="*/ 3246075 h 6858000"/>
              <a:gd name="connsiteX294" fmla="*/ 3558052 w 12192000"/>
              <a:gd name="connsiteY294" fmla="*/ 3246075 h 6858000"/>
              <a:gd name="connsiteX295" fmla="*/ 3558052 w 12192000"/>
              <a:gd name="connsiteY295" fmla="*/ 3140462 h 6858000"/>
              <a:gd name="connsiteX296" fmla="*/ 3473013 w 12192000"/>
              <a:gd name="connsiteY296" fmla="*/ 3140462 h 6858000"/>
              <a:gd name="connsiteX297" fmla="*/ 3494958 w 12192000"/>
              <a:gd name="connsiteY297" fmla="*/ 3038963 h 6858000"/>
              <a:gd name="connsiteX298" fmla="*/ 3385230 w 12192000"/>
              <a:gd name="connsiteY298" fmla="*/ 3038963 h 6858000"/>
              <a:gd name="connsiteX299" fmla="*/ 3363284 w 12192000"/>
              <a:gd name="connsiteY299" fmla="*/ 3140462 h 6858000"/>
              <a:gd name="connsiteX300" fmla="*/ 3249442 w 12192000"/>
              <a:gd name="connsiteY300" fmla="*/ 3140462 h 6858000"/>
              <a:gd name="connsiteX301" fmla="*/ 3271387 w 12192000"/>
              <a:gd name="connsiteY301" fmla="*/ 3038963 h 6858000"/>
              <a:gd name="connsiteX302" fmla="*/ 8043793 w 12192000"/>
              <a:gd name="connsiteY302" fmla="*/ 2997130 h 6858000"/>
              <a:gd name="connsiteX303" fmla="*/ 7993129 w 12192000"/>
              <a:gd name="connsiteY303" fmla="*/ 3015646 h 6858000"/>
              <a:gd name="connsiteX304" fmla="*/ 7973841 w 12192000"/>
              <a:gd name="connsiteY304" fmla="*/ 3060909 h 6858000"/>
              <a:gd name="connsiteX305" fmla="*/ 7993129 w 12192000"/>
              <a:gd name="connsiteY305" fmla="*/ 3105571 h 6858000"/>
              <a:gd name="connsiteX306" fmla="*/ 8043793 w 12192000"/>
              <a:gd name="connsiteY306" fmla="*/ 3124003 h 6858000"/>
              <a:gd name="connsiteX307" fmla="*/ 8093856 w 12192000"/>
              <a:gd name="connsiteY307" fmla="*/ 3105571 h 6858000"/>
              <a:gd name="connsiteX308" fmla="*/ 8113059 w 12192000"/>
              <a:gd name="connsiteY308" fmla="*/ 3060909 h 6858000"/>
              <a:gd name="connsiteX309" fmla="*/ 8093856 w 12192000"/>
              <a:gd name="connsiteY309" fmla="*/ 3015646 h 6858000"/>
              <a:gd name="connsiteX310" fmla="*/ 8043793 w 12192000"/>
              <a:gd name="connsiteY310" fmla="*/ 2997130 h 6858000"/>
              <a:gd name="connsiteX311" fmla="*/ 0 w 12192000"/>
              <a:gd name="connsiteY311" fmla="*/ 0 h 6858000"/>
              <a:gd name="connsiteX312" fmla="*/ 12192000 w 12192000"/>
              <a:gd name="connsiteY312" fmla="*/ 0 h 6858000"/>
              <a:gd name="connsiteX313" fmla="*/ 12192000 w 12192000"/>
              <a:gd name="connsiteY313" fmla="*/ 6858000 h 6858000"/>
              <a:gd name="connsiteX314" fmla="*/ 0 w 12192000"/>
              <a:gd name="connsiteY314" fmla="*/ 6858000 h 6858000"/>
              <a:gd name="connsiteX315" fmla="*/ 0 w 12192000"/>
              <a:gd name="connsiteY315" fmla="*/ 5746830 h 6858000"/>
              <a:gd name="connsiteX316" fmla="*/ 1218566 w 12192000"/>
              <a:gd name="connsiteY316" fmla="*/ 5746830 h 6858000"/>
              <a:gd name="connsiteX317" fmla="*/ 1218566 w 12192000"/>
              <a:gd name="connsiteY317" fmla="*/ 6857502 h 6858000"/>
              <a:gd name="connsiteX318" fmla="*/ 1723635 w 12192000"/>
              <a:gd name="connsiteY318" fmla="*/ 6857502 h 6858000"/>
              <a:gd name="connsiteX319" fmla="*/ 1723635 w 12192000"/>
              <a:gd name="connsiteY319" fmla="*/ 5746830 h 6858000"/>
              <a:gd name="connsiteX320" fmla="*/ 11925503 w 12192000"/>
              <a:gd name="connsiteY320" fmla="*/ 5746830 h 6858000"/>
              <a:gd name="connsiteX321" fmla="*/ 12191048 w 12192000"/>
              <a:gd name="connsiteY321" fmla="*/ 5284283 h 6858000"/>
              <a:gd name="connsiteX322" fmla="*/ 12191048 w 12192000"/>
              <a:gd name="connsiteY322" fmla="*/ 5283585 h 6858000"/>
              <a:gd name="connsiteX323" fmla="*/ 0 w 12192000"/>
              <a:gd name="connsiteY323" fmla="*/ 52835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Lst>
            <a:rect l="l" t="t" r="r" b="b"/>
            <a:pathLst>
              <a:path w="12192000" h="6858000">
                <a:moveTo>
                  <a:pt x="8385093" y="3260477"/>
                </a:moveTo>
                <a:cubicBezTo>
                  <a:pt x="8408110" y="3260577"/>
                  <a:pt x="8427741" y="3268606"/>
                  <a:pt x="8443986" y="3284565"/>
                </a:cubicBezTo>
                <a:cubicBezTo>
                  <a:pt x="8460230" y="3300524"/>
                  <a:pt x="8468718" y="3323813"/>
                  <a:pt x="8469446" y="3354431"/>
                </a:cubicBezTo>
                <a:cubicBezTo>
                  <a:pt x="8468718" y="3385106"/>
                  <a:pt x="8460230" y="3408624"/>
                  <a:pt x="8443986" y="3424983"/>
                </a:cubicBezTo>
                <a:cubicBezTo>
                  <a:pt x="8427741" y="3441342"/>
                  <a:pt x="8408110" y="3449600"/>
                  <a:pt x="8385093" y="3449757"/>
                </a:cubicBezTo>
                <a:cubicBezTo>
                  <a:pt x="8362404" y="3449629"/>
                  <a:pt x="8342973" y="3441485"/>
                  <a:pt x="8326800" y="3425326"/>
                </a:cubicBezTo>
                <a:cubicBezTo>
                  <a:pt x="8310626" y="3409167"/>
                  <a:pt x="8302168" y="3385764"/>
                  <a:pt x="8301425" y="3355117"/>
                </a:cubicBezTo>
                <a:cubicBezTo>
                  <a:pt x="8302168" y="3324471"/>
                  <a:pt x="8310626" y="3301067"/>
                  <a:pt x="8326800" y="3284908"/>
                </a:cubicBezTo>
                <a:cubicBezTo>
                  <a:pt x="8342973" y="3268749"/>
                  <a:pt x="8362404" y="3260605"/>
                  <a:pt x="8385093" y="3260477"/>
                </a:cubicBezTo>
                <a:close/>
                <a:moveTo>
                  <a:pt x="6518193" y="3260477"/>
                </a:moveTo>
                <a:cubicBezTo>
                  <a:pt x="6541210" y="3260577"/>
                  <a:pt x="6560841" y="3268606"/>
                  <a:pt x="6577086" y="3284565"/>
                </a:cubicBezTo>
                <a:cubicBezTo>
                  <a:pt x="6593331" y="3300524"/>
                  <a:pt x="6601818" y="3323813"/>
                  <a:pt x="6602547" y="3354431"/>
                </a:cubicBezTo>
                <a:cubicBezTo>
                  <a:pt x="6601818" y="3385106"/>
                  <a:pt x="6593331" y="3408624"/>
                  <a:pt x="6577086" y="3424983"/>
                </a:cubicBezTo>
                <a:cubicBezTo>
                  <a:pt x="6560841" y="3441342"/>
                  <a:pt x="6541210" y="3449600"/>
                  <a:pt x="6518193" y="3449757"/>
                </a:cubicBezTo>
                <a:cubicBezTo>
                  <a:pt x="6495504" y="3449629"/>
                  <a:pt x="6476073" y="3441485"/>
                  <a:pt x="6459900" y="3425326"/>
                </a:cubicBezTo>
                <a:cubicBezTo>
                  <a:pt x="6443727" y="3409167"/>
                  <a:pt x="6435268" y="3385764"/>
                  <a:pt x="6434526" y="3355117"/>
                </a:cubicBezTo>
                <a:cubicBezTo>
                  <a:pt x="6435268" y="3324471"/>
                  <a:pt x="6443727" y="3301067"/>
                  <a:pt x="6459900" y="3284908"/>
                </a:cubicBezTo>
                <a:cubicBezTo>
                  <a:pt x="6476073" y="3268749"/>
                  <a:pt x="6495504" y="3260605"/>
                  <a:pt x="6518193" y="3260477"/>
                </a:cubicBezTo>
                <a:close/>
                <a:moveTo>
                  <a:pt x="6030894" y="3260477"/>
                </a:moveTo>
                <a:cubicBezTo>
                  <a:pt x="6053882" y="3260605"/>
                  <a:pt x="6073400" y="3268749"/>
                  <a:pt x="6089445" y="3284908"/>
                </a:cubicBezTo>
                <a:cubicBezTo>
                  <a:pt x="6105489" y="3301067"/>
                  <a:pt x="6113861" y="3324471"/>
                  <a:pt x="6114561" y="3355117"/>
                </a:cubicBezTo>
                <a:cubicBezTo>
                  <a:pt x="6113861" y="3385764"/>
                  <a:pt x="6105489" y="3409167"/>
                  <a:pt x="6089445" y="3425326"/>
                </a:cubicBezTo>
                <a:cubicBezTo>
                  <a:pt x="6073400" y="3441485"/>
                  <a:pt x="6053882" y="3449629"/>
                  <a:pt x="6030894" y="3449757"/>
                </a:cubicBezTo>
                <a:cubicBezTo>
                  <a:pt x="6008205" y="3449600"/>
                  <a:pt x="5988774" y="3441342"/>
                  <a:pt x="5972601" y="3424983"/>
                </a:cubicBezTo>
                <a:cubicBezTo>
                  <a:pt x="5956427" y="3408624"/>
                  <a:pt x="5947969" y="3385106"/>
                  <a:pt x="5947226" y="3354431"/>
                </a:cubicBezTo>
                <a:cubicBezTo>
                  <a:pt x="5947969" y="3323813"/>
                  <a:pt x="5956427" y="3300524"/>
                  <a:pt x="5972601" y="3284565"/>
                </a:cubicBezTo>
                <a:cubicBezTo>
                  <a:pt x="5988774" y="3268606"/>
                  <a:pt x="6008205" y="3260577"/>
                  <a:pt x="6030894" y="3260477"/>
                </a:cubicBezTo>
                <a:close/>
                <a:moveTo>
                  <a:pt x="3822618" y="3260477"/>
                </a:moveTo>
                <a:cubicBezTo>
                  <a:pt x="3845635" y="3260577"/>
                  <a:pt x="3865266" y="3268606"/>
                  <a:pt x="3881511" y="3284565"/>
                </a:cubicBezTo>
                <a:cubicBezTo>
                  <a:pt x="3897756" y="3300524"/>
                  <a:pt x="3906243" y="3323813"/>
                  <a:pt x="3906971" y="3354431"/>
                </a:cubicBezTo>
                <a:cubicBezTo>
                  <a:pt x="3906243" y="3385106"/>
                  <a:pt x="3897756" y="3408624"/>
                  <a:pt x="3881511" y="3424983"/>
                </a:cubicBezTo>
                <a:cubicBezTo>
                  <a:pt x="3865266" y="3441342"/>
                  <a:pt x="3845635" y="3449600"/>
                  <a:pt x="3822618" y="3449757"/>
                </a:cubicBezTo>
                <a:cubicBezTo>
                  <a:pt x="3799930" y="3449629"/>
                  <a:pt x="3780498" y="3441485"/>
                  <a:pt x="3764325" y="3425326"/>
                </a:cubicBezTo>
                <a:cubicBezTo>
                  <a:pt x="3748152" y="3409167"/>
                  <a:pt x="3739694" y="3385764"/>
                  <a:pt x="3738951" y="3355117"/>
                </a:cubicBezTo>
                <a:cubicBezTo>
                  <a:pt x="3739694" y="3324471"/>
                  <a:pt x="3748152" y="3301067"/>
                  <a:pt x="3764325" y="3284908"/>
                </a:cubicBezTo>
                <a:cubicBezTo>
                  <a:pt x="3780498" y="3268749"/>
                  <a:pt x="3799930" y="3260605"/>
                  <a:pt x="3822618" y="3260477"/>
                </a:cubicBezTo>
                <a:close/>
                <a:moveTo>
                  <a:pt x="6960229" y="3259791"/>
                </a:moveTo>
                <a:cubicBezTo>
                  <a:pt x="6981546" y="3259691"/>
                  <a:pt x="6999949" y="3267435"/>
                  <a:pt x="7015436" y="3283022"/>
                </a:cubicBezTo>
                <a:cubicBezTo>
                  <a:pt x="7030923" y="3298610"/>
                  <a:pt x="7039039" y="3322641"/>
                  <a:pt x="7039782" y="3355117"/>
                </a:cubicBezTo>
                <a:cubicBezTo>
                  <a:pt x="7039025" y="3387292"/>
                  <a:pt x="7030766" y="3411238"/>
                  <a:pt x="7015007" y="3426955"/>
                </a:cubicBezTo>
                <a:cubicBezTo>
                  <a:pt x="6999248" y="3442671"/>
                  <a:pt x="6980532" y="3450500"/>
                  <a:pt x="6958857" y="3450443"/>
                </a:cubicBezTo>
                <a:cubicBezTo>
                  <a:pt x="6936997" y="3450500"/>
                  <a:pt x="6918652" y="3442671"/>
                  <a:pt x="6903822" y="3426955"/>
                </a:cubicBezTo>
                <a:cubicBezTo>
                  <a:pt x="6888991" y="3411238"/>
                  <a:pt x="6881276" y="3387292"/>
                  <a:pt x="6880676" y="3355117"/>
                </a:cubicBezTo>
                <a:cubicBezTo>
                  <a:pt x="6881334" y="3322641"/>
                  <a:pt x="6889277" y="3298610"/>
                  <a:pt x="6904508" y="3283022"/>
                </a:cubicBezTo>
                <a:cubicBezTo>
                  <a:pt x="6919738" y="3267435"/>
                  <a:pt x="6938312" y="3259691"/>
                  <a:pt x="6960229" y="3259791"/>
                </a:cubicBezTo>
                <a:close/>
                <a:moveTo>
                  <a:pt x="5121904" y="3259791"/>
                </a:moveTo>
                <a:cubicBezTo>
                  <a:pt x="5143221" y="3259691"/>
                  <a:pt x="5161625" y="3267435"/>
                  <a:pt x="5177111" y="3283022"/>
                </a:cubicBezTo>
                <a:cubicBezTo>
                  <a:pt x="5192599" y="3298610"/>
                  <a:pt x="5200714" y="3322641"/>
                  <a:pt x="5201457" y="3355117"/>
                </a:cubicBezTo>
                <a:cubicBezTo>
                  <a:pt x="5200700" y="3387292"/>
                  <a:pt x="5192441" y="3411238"/>
                  <a:pt x="5176682" y="3426955"/>
                </a:cubicBezTo>
                <a:cubicBezTo>
                  <a:pt x="5160925" y="3442671"/>
                  <a:pt x="5142207" y="3450500"/>
                  <a:pt x="5120533" y="3450443"/>
                </a:cubicBezTo>
                <a:cubicBezTo>
                  <a:pt x="5098673" y="3450500"/>
                  <a:pt x="5080328" y="3442671"/>
                  <a:pt x="5065497" y="3426955"/>
                </a:cubicBezTo>
                <a:cubicBezTo>
                  <a:pt x="5050667" y="3411238"/>
                  <a:pt x="5042952" y="3387292"/>
                  <a:pt x="5042351" y="3355117"/>
                </a:cubicBezTo>
                <a:cubicBezTo>
                  <a:pt x="5043009" y="3322641"/>
                  <a:pt x="5050953" y="3298610"/>
                  <a:pt x="5066183" y="3283022"/>
                </a:cubicBezTo>
                <a:cubicBezTo>
                  <a:pt x="5081414" y="3267435"/>
                  <a:pt x="5099987" y="3259691"/>
                  <a:pt x="5121904" y="3259791"/>
                </a:cubicBezTo>
                <a:close/>
                <a:moveTo>
                  <a:pt x="9020295" y="3252247"/>
                </a:moveTo>
                <a:cubicBezTo>
                  <a:pt x="9040398" y="3252376"/>
                  <a:pt x="9057286" y="3258119"/>
                  <a:pt x="9070959" y="3269478"/>
                </a:cubicBezTo>
                <a:cubicBezTo>
                  <a:pt x="9084632" y="3280836"/>
                  <a:pt x="9091747" y="3297038"/>
                  <a:pt x="9092304" y="3318084"/>
                </a:cubicBezTo>
                <a:lnTo>
                  <a:pt x="8945543" y="3318084"/>
                </a:lnTo>
                <a:cubicBezTo>
                  <a:pt x="8949258" y="3296738"/>
                  <a:pt x="8957774" y="3280450"/>
                  <a:pt x="8971089" y="3269220"/>
                </a:cubicBezTo>
                <a:cubicBezTo>
                  <a:pt x="8984406" y="3257991"/>
                  <a:pt x="9000808" y="3252333"/>
                  <a:pt x="9020295" y="3252247"/>
                </a:cubicBezTo>
                <a:close/>
                <a:moveTo>
                  <a:pt x="4257796" y="3252247"/>
                </a:moveTo>
                <a:cubicBezTo>
                  <a:pt x="4277899" y="3252376"/>
                  <a:pt x="4294788" y="3258119"/>
                  <a:pt x="4308460" y="3269478"/>
                </a:cubicBezTo>
                <a:cubicBezTo>
                  <a:pt x="4322133" y="3280836"/>
                  <a:pt x="4329248" y="3297038"/>
                  <a:pt x="4329805" y="3318084"/>
                </a:cubicBezTo>
                <a:lnTo>
                  <a:pt x="4183044" y="3318084"/>
                </a:lnTo>
                <a:cubicBezTo>
                  <a:pt x="4186759" y="3296738"/>
                  <a:pt x="4195275" y="3280450"/>
                  <a:pt x="4208590" y="3269220"/>
                </a:cubicBezTo>
                <a:cubicBezTo>
                  <a:pt x="4221906" y="3257991"/>
                  <a:pt x="4238308" y="3252333"/>
                  <a:pt x="4257796" y="3252247"/>
                </a:cubicBezTo>
                <a:close/>
                <a:moveTo>
                  <a:pt x="3227496" y="3246075"/>
                </a:moveTo>
                <a:lnTo>
                  <a:pt x="3341339" y="3246075"/>
                </a:lnTo>
                <a:lnTo>
                  <a:pt x="3322137" y="3335915"/>
                </a:lnTo>
                <a:lnTo>
                  <a:pt x="3208294" y="3335915"/>
                </a:lnTo>
                <a:close/>
                <a:moveTo>
                  <a:pt x="7984814" y="3163779"/>
                </a:moveTo>
                <a:lnTo>
                  <a:pt x="7984814" y="3546455"/>
                </a:lnTo>
                <a:lnTo>
                  <a:pt x="8102086" y="3546455"/>
                </a:lnTo>
                <a:lnTo>
                  <a:pt x="8102086" y="3163779"/>
                </a:lnTo>
                <a:close/>
                <a:moveTo>
                  <a:pt x="4464984" y="3163779"/>
                </a:moveTo>
                <a:lnTo>
                  <a:pt x="4620660" y="3533425"/>
                </a:lnTo>
                <a:lnTo>
                  <a:pt x="4532878" y="3728192"/>
                </a:lnTo>
                <a:lnTo>
                  <a:pt x="4659065" y="3728192"/>
                </a:lnTo>
                <a:lnTo>
                  <a:pt x="4899095" y="3163779"/>
                </a:lnTo>
                <a:lnTo>
                  <a:pt x="4772222" y="3163779"/>
                </a:lnTo>
                <a:lnTo>
                  <a:pt x="4684441" y="3403123"/>
                </a:lnTo>
                <a:lnTo>
                  <a:pt x="4595972" y="3163779"/>
                </a:lnTo>
                <a:close/>
                <a:moveTo>
                  <a:pt x="5617661" y="3159664"/>
                </a:moveTo>
                <a:cubicBezTo>
                  <a:pt x="5591787" y="3159936"/>
                  <a:pt x="5568955" y="3165050"/>
                  <a:pt x="5549167" y="3175009"/>
                </a:cubicBezTo>
                <a:cubicBezTo>
                  <a:pt x="5529379" y="3184967"/>
                  <a:pt x="5513577" y="3198140"/>
                  <a:pt x="5501761" y="3214528"/>
                </a:cubicBezTo>
                <a:lnTo>
                  <a:pt x="5501761" y="3163779"/>
                </a:lnTo>
                <a:lnTo>
                  <a:pt x="5384489" y="3163779"/>
                </a:lnTo>
                <a:lnTo>
                  <a:pt x="5384489" y="3546455"/>
                </a:lnTo>
                <a:lnTo>
                  <a:pt x="5501761" y="3546455"/>
                </a:lnTo>
                <a:lnTo>
                  <a:pt x="5501761" y="3338658"/>
                </a:lnTo>
                <a:cubicBezTo>
                  <a:pt x="5502033" y="3312483"/>
                  <a:pt x="5508691" y="3292481"/>
                  <a:pt x="5521736" y="3278650"/>
                </a:cubicBezTo>
                <a:cubicBezTo>
                  <a:pt x="5534779" y="3264820"/>
                  <a:pt x="5552582" y="3257848"/>
                  <a:pt x="5575143" y="3257734"/>
                </a:cubicBezTo>
                <a:cubicBezTo>
                  <a:pt x="5597702" y="3257848"/>
                  <a:pt x="5615505" y="3264820"/>
                  <a:pt x="5628549" y="3278650"/>
                </a:cubicBezTo>
                <a:cubicBezTo>
                  <a:pt x="5641593" y="3292481"/>
                  <a:pt x="5648251" y="3312483"/>
                  <a:pt x="5648522" y="3338658"/>
                </a:cubicBezTo>
                <a:lnTo>
                  <a:pt x="5648522" y="3546455"/>
                </a:lnTo>
                <a:lnTo>
                  <a:pt x="5765108" y="3546455"/>
                </a:lnTo>
                <a:lnTo>
                  <a:pt x="5765108" y="3322884"/>
                </a:lnTo>
                <a:cubicBezTo>
                  <a:pt x="5764495" y="3271078"/>
                  <a:pt x="5750978" y="3231016"/>
                  <a:pt x="5724560" y="3202698"/>
                </a:cubicBezTo>
                <a:cubicBezTo>
                  <a:pt x="5698143" y="3174380"/>
                  <a:pt x="5662510" y="3160035"/>
                  <a:pt x="5617661" y="3159664"/>
                </a:cubicBezTo>
                <a:close/>
                <a:moveTo>
                  <a:pt x="9021667" y="3158292"/>
                </a:moveTo>
                <a:cubicBezTo>
                  <a:pt x="8963803" y="3158907"/>
                  <a:pt x="8917340" y="3176537"/>
                  <a:pt x="8882278" y="3211185"/>
                </a:cubicBezTo>
                <a:cubicBezTo>
                  <a:pt x="8847216" y="3245832"/>
                  <a:pt x="8829214" y="3293809"/>
                  <a:pt x="8828272" y="3355117"/>
                </a:cubicBezTo>
                <a:cubicBezTo>
                  <a:pt x="8829300" y="3416425"/>
                  <a:pt x="8847474" y="3464402"/>
                  <a:pt x="8882792" y="3499049"/>
                </a:cubicBezTo>
                <a:cubicBezTo>
                  <a:pt x="8918112" y="3533696"/>
                  <a:pt x="8964403" y="3551327"/>
                  <a:pt x="9021667" y="3551942"/>
                </a:cubicBezTo>
                <a:cubicBezTo>
                  <a:pt x="9069788" y="3551099"/>
                  <a:pt x="9109678" y="3538383"/>
                  <a:pt x="9141339" y="3513794"/>
                </a:cubicBezTo>
                <a:cubicBezTo>
                  <a:pt x="9173001" y="3489205"/>
                  <a:pt x="9193689" y="3457801"/>
                  <a:pt x="9203404" y="3419582"/>
                </a:cubicBezTo>
                <a:lnTo>
                  <a:pt x="9078588" y="3419582"/>
                </a:lnTo>
                <a:cubicBezTo>
                  <a:pt x="9073903" y="3430126"/>
                  <a:pt x="9066644" y="3438870"/>
                  <a:pt x="9056814" y="3445814"/>
                </a:cubicBezTo>
                <a:cubicBezTo>
                  <a:pt x="9046984" y="3452758"/>
                  <a:pt x="9033897" y="3456358"/>
                  <a:pt x="9017552" y="3456615"/>
                </a:cubicBezTo>
                <a:cubicBezTo>
                  <a:pt x="8998278" y="3456687"/>
                  <a:pt x="8981962" y="3450715"/>
                  <a:pt x="8968603" y="3438699"/>
                </a:cubicBezTo>
                <a:cubicBezTo>
                  <a:pt x="8955244" y="3426683"/>
                  <a:pt x="8947330" y="3408195"/>
                  <a:pt x="8944858" y="3383235"/>
                </a:cubicBezTo>
                <a:lnTo>
                  <a:pt x="9210262" y="3383235"/>
                </a:lnTo>
                <a:cubicBezTo>
                  <a:pt x="9211634" y="3371462"/>
                  <a:pt x="9212320" y="3360032"/>
                  <a:pt x="9212320" y="3348945"/>
                </a:cubicBezTo>
                <a:cubicBezTo>
                  <a:pt x="9211362" y="3289995"/>
                  <a:pt x="9193560" y="3243646"/>
                  <a:pt x="9158912" y="3209899"/>
                </a:cubicBezTo>
                <a:cubicBezTo>
                  <a:pt x="9124266" y="3176152"/>
                  <a:pt x="9078517" y="3158950"/>
                  <a:pt x="9021667" y="3158292"/>
                </a:cubicBezTo>
                <a:close/>
                <a:moveTo>
                  <a:pt x="7751261" y="3158292"/>
                </a:moveTo>
                <a:cubicBezTo>
                  <a:pt x="7700969" y="3159164"/>
                  <a:pt x="7662507" y="3170794"/>
                  <a:pt x="7635875" y="3193183"/>
                </a:cubicBezTo>
                <a:cubicBezTo>
                  <a:pt x="7609243" y="3215571"/>
                  <a:pt x="7595813" y="3243489"/>
                  <a:pt x="7595585" y="3276936"/>
                </a:cubicBezTo>
                <a:cubicBezTo>
                  <a:pt x="7596670" y="3311324"/>
                  <a:pt x="7607529" y="3336416"/>
                  <a:pt x="7628160" y="3352213"/>
                </a:cubicBezTo>
                <a:cubicBezTo>
                  <a:pt x="7648791" y="3368010"/>
                  <a:pt x="7672680" y="3379065"/>
                  <a:pt x="7699826" y="3385378"/>
                </a:cubicBezTo>
                <a:cubicBezTo>
                  <a:pt x="7726972" y="3391691"/>
                  <a:pt x="7750861" y="3397817"/>
                  <a:pt x="7771493" y="3403755"/>
                </a:cubicBezTo>
                <a:cubicBezTo>
                  <a:pt x="7792123" y="3409693"/>
                  <a:pt x="7802982" y="3419998"/>
                  <a:pt x="7804068" y="3434670"/>
                </a:cubicBezTo>
                <a:cubicBezTo>
                  <a:pt x="7804039" y="3443457"/>
                  <a:pt x="7800153" y="3450743"/>
                  <a:pt x="7792409" y="3456530"/>
                </a:cubicBezTo>
                <a:cubicBezTo>
                  <a:pt x="7784665" y="3462316"/>
                  <a:pt x="7773236" y="3465316"/>
                  <a:pt x="7758119" y="3465531"/>
                </a:cubicBezTo>
                <a:cubicBezTo>
                  <a:pt x="7741732" y="3465345"/>
                  <a:pt x="7728215" y="3461259"/>
                  <a:pt x="7717572" y="3453272"/>
                </a:cubicBezTo>
                <a:cubicBezTo>
                  <a:pt x="7706927" y="3445285"/>
                  <a:pt x="7700784" y="3434513"/>
                  <a:pt x="7699141" y="3420954"/>
                </a:cubicBezTo>
                <a:lnTo>
                  <a:pt x="7583240" y="3420954"/>
                </a:lnTo>
                <a:cubicBezTo>
                  <a:pt x="7586598" y="3458816"/>
                  <a:pt x="7603886" y="3489905"/>
                  <a:pt x="7635104" y="3514223"/>
                </a:cubicBezTo>
                <a:cubicBezTo>
                  <a:pt x="7666322" y="3538540"/>
                  <a:pt x="7707784" y="3551113"/>
                  <a:pt x="7759491" y="3551942"/>
                </a:cubicBezTo>
                <a:cubicBezTo>
                  <a:pt x="7807954" y="3551241"/>
                  <a:pt x="7845787" y="3540126"/>
                  <a:pt x="7872991" y="3518595"/>
                </a:cubicBezTo>
                <a:cubicBezTo>
                  <a:pt x="7900194" y="3497063"/>
                  <a:pt x="7914024" y="3469317"/>
                  <a:pt x="7914482" y="3435356"/>
                </a:cubicBezTo>
                <a:cubicBezTo>
                  <a:pt x="7912894" y="3400449"/>
                  <a:pt x="7901710" y="3374893"/>
                  <a:pt x="7880931" y="3358685"/>
                </a:cubicBezTo>
                <a:cubicBezTo>
                  <a:pt x="7860151" y="3342478"/>
                  <a:pt x="7836217" y="3331087"/>
                  <a:pt x="7809126" y="3324513"/>
                </a:cubicBezTo>
                <a:cubicBezTo>
                  <a:pt x="7782035" y="3317939"/>
                  <a:pt x="7758228" y="3311649"/>
                  <a:pt x="7737706" y="3305643"/>
                </a:cubicBezTo>
                <a:cubicBezTo>
                  <a:pt x="7717184" y="3299637"/>
                  <a:pt x="7706386" y="3289382"/>
                  <a:pt x="7705313" y="3274879"/>
                </a:cubicBezTo>
                <a:cubicBezTo>
                  <a:pt x="7705369" y="3265549"/>
                  <a:pt x="7709027" y="3258319"/>
                  <a:pt x="7716286" y="3253190"/>
                </a:cubicBezTo>
                <a:cubicBezTo>
                  <a:pt x="7723543" y="3248061"/>
                  <a:pt x="7734059" y="3245460"/>
                  <a:pt x="7747833" y="3245389"/>
                </a:cubicBezTo>
                <a:cubicBezTo>
                  <a:pt x="7764363" y="3245560"/>
                  <a:pt x="7777421" y="3249504"/>
                  <a:pt x="7787009" y="3257219"/>
                </a:cubicBezTo>
                <a:cubicBezTo>
                  <a:pt x="7796595" y="3264934"/>
                  <a:pt x="7802282" y="3275393"/>
                  <a:pt x="7804068" y="3288594"/>
                </a:cubicBezTo>
                <a:lnTo>
                  <a:pt x="7912424" y="3288594"/>
                </a:lnTo>
                <a:cubicBezTo>
                  <a:pt x="7908581" y="3250161"/>
                  <a:pt x="7893122" y="3219014"/>
                  <a:pt x="7866047" y="3195154"/>
                </a:cubicBezTo>
                <a:cubicBezTo>
                  <a:pt x="7838972" y="3171294"/>
                  <a:pt x="7800710" y="3159007"/>
                  <a:pt x="7751261" y="3158292"/>
                </a:cubicBezTo>
                <a:close/>
                <a:moveTo>
                  <a:pt x="7370261" y="3158292"/>
                </a:moveTo>
                <a:cubicBezTo>
                  <a:pt x="7319969" y="3159164"/>
                  <a:pt x="7281508" y="3170794"/>
                  <a:pt x="7254875" y="3193183"/>
                </a:cubicBezTo>
                <a:cubicBezTo>
                  <a:pt x="7228243" y="3215571"/>
                  <a:pt x="7214813" y="3243489"/>
                  <a:pt x="7214585" y="3276936"/>
                </a:cubicBezTo>
                <a:cubicBezTo>
                  <a:pt x="7215671" y="3311324"/>
                  <a:pt x="7226529" y="3336416"/>
                  <a:pt x="7247160" y="3352213"/>
                </a:cubicBezTo>
                <a:cubicBezTo>
                  <a:pt x="7267792" y="3368010"/>
                  <a:pt x="7291680" y="3379065"/>
                  <a:pt x="7318826" y="3385378"/>
                </a:cubicBezTo>
                <a:cubicBezTo>
                  <a:pt x="7345973" y="3391691"/>
                  <a:pt x="7369861" y="3397817"/>
                  <a:pt x="7390492" y="3403755"/>
                </a:cubicBezTo>
                <a:cubicBezTo>
                  <a:pt x="7411123" y="3409693"/>
                  <a:pt x="7421982" y="3419998"/>
                  <a:pt x="7423068" y="3434670"/>
                </a:cubicBezTo>
                <a:cubicBezTo>
                  <a:pt x="7423040" y="3443457"/>
                  <a:pt x="7419153" y="3450743"/>
                  <a:pt x="7411409" y="3456530"/>
                </a:cubicBezTo>
                <a:cubicBezTo>
                  <a:pt x="7403666" y="3462316"/>
                  <a:pt x="7392236" y="3465316"/>
                  <a:pt x="7377119" y="3465531"/>
                </a:cubicBezTo>
                <a:cubicBezTo>
                  <a:pt x="7360731" y="3465345"/>
                  <a:pt x="7347216" y="3461259"/>
                  <a:pt x="7336572" y="3453272"/>
                </a:cubicBezTo>
                <a:cubicBezTo>
                  <a:pt x="7325927" y="3445285"/>
                  <a:pt x="7319784" y="3434513"/>
                  <a:pt x="7318141" y="3420954"/>
                </a:cubicBezTo>
                <a:lnTo>
                  <a:pt x="7202240" y="3420954"/>
                </a:lnTo>
                <a:cubicBezTo>
                  <a:pt x="7205598" y="3458816"/>
                  <a:pt x="7222886" y="3489905"/>
                  <a:pt x="7254104" y="3514223"/>
                </a:cubicBezTo>
                <a:cubicBezTo>
                  <a:pt x="7285322" y="3538540"/>
                  <a:pt x="7326784" y="3551113"/>
                  <a:pt x="7378491" y="3551942"/>
                </a:cubicBezTo>
                <a:cubicBezTo>
                  <a:pt x="7426954" y="3551241"/>
                  <a:pt x="7464788" y="3540126"/>
                  <a:pt x="7491991" y="3518595"/>
                </a:cubicBezTo>
                <a:cubicBezTo>
                  <a:pt x="7519194" y="3497063"/>
                  <a:pt x="7533025" y="3469317"/>
                  <a:pt x="7533482" y="3435356"/>
                </a:cubicBezTo>
                <a:cubicBezTo>
                  <a:pt x="7531894" y="3400449"/>
                  <a:pt x="7520710" y="3374893"/>
                  <a:pt x="7499931" y="3358685"/>
                </a:cubicBezTo>
                <a:cubicBezTo>
                  <a:pt x="7479152" y="3342478"/>
                  <a:pt x="7455217" y="3331087"/>
                  <a:pt x="7428126" y="3324513"/>
                </a:cubicBezTo>
                <a:cubicBezTo>
                  <a:pt x="7401035" y="3317939"/>
                  <a:pt x="7377228" y="3311649"/>
                  <a:pt x="7356706" y="3305643"/>
                </a:cubicBezTo>
                <a:cubicBezTo>
                  <a:pt x="7336184" y="3299637"/>
                  <a:pt x="7325386" y="3289382"/>
                  <a:pt x="7324312" y="3274879"/>
                </a:cubicBezTo>
                <a:cubicBezTo>
                  <a:pt x="7324370" y="3265549"/>
                  <a:pt x="7328027" y="3258319"/>
                  <a:pt x="7335286" y="3253190"/>
                </a:cubicBezTo>
                <a:cubicBezTo>
                  <a:pt x="7342544" y="3248061"/>
                  <a:pt x="7353059" y="3245460"/>
                  <a:pt x="7366833" y="3245389"/>
                </a:cubicBezTo>
                <a:cubicBezTo>
                  <a:pt x="7383363" y="3245560"/>
                  <a:pt x="7396422" y="3249504"/>
                  <a:pt x="7406009" y="3257219"/>
                </a:cubicBezTo>
                <a:cubicBezTo>
                  <a:pt x="7415595" y="3264934"/>
                  <a:pt x="7421282" y="3275393"/>
                  <a:pt x="7423068" y="3288594"/>
                </a:cubicBezTo>
                <a:lnTo>
                  <a:pt x="7531424" y="3288594"/>
                </a:lnTo>
                <a:cubicBezTo>
                  <a:pt x="7527581" y="3250161"/>
                  <a:pt x="7512122" y="3219014"/>
                  <a:pt x="7485047" y="3195154"/>
                </a:cubicBezTo>
                <a:cubicBezTo>
                  <a:pt x="7457972" y="3171294"/>
                  <a:pt x="7419710" y="3159007"/>
                  <a:pt x="7370261" y="3158292"/>
                </a:cubicBezTo>
                <a:close/>
                <a:moveTo>
                  <a:pt x="6960229" y="3158292"/>
                </a:moveTo>
                <a:cubicBezTo>
                  <a:pt x="6922582" y="3158474"/>
                  <a:pt x="6888834" y="3166492"/>
                  <a:pt x="6858984" y="3182346"/>
                </a:cubicBezTo>
                <a:cubicBezTo>
                  <a:pt x="6829135" y="3198200"/>
                  <a:pt x="6805496" y="3220797"/>
                  <a:pt x="6788068" y="3250139"/>
                </a:cubicBezTo>
                <a:cubicBezTo>
                  <a:pt x="6770639" y="3279480"/>
                  <a:pt x="6761732" y="3314473"/>
                  <a:pt x="6761347" y="3355117"/>
                </a:cubicBezTo>
                <a:cubicBezTo>
                  <a:pt x="6761703" y="3395761"/>
                  <a:pt x="6770440" y="3430754"/>
                  <a:pt x="6787560" y="3460095"/>
                </a:cubicBezTo>
                <a:cubicBezTo>
                  <a:pt x="6804680" y="3489436"/>
                  <a:pt x="6828047" y="3512034"/>
                  <a:pt x="6857664" y="3527888"/>
                </a:cubicBezTo>
                <a:cubicBezTo>
                  <a:pt x="6887280" y="3543742"/>
                  <a:pt x="6921012" y="3551760"/>
                  <a:pt x="6958857" y="3551942"/>
                </a:cubicBezTo>
                <a:cubicBezTo>
                  <a:pt x="6996737" y="3551760"/>
                  <a:pt x="7030705" y="3543742"/>
                  <a:pt x="7060762" y="3527888"/>
                </a:cubicBezTo>
                <a:cubicBezTo>
                  <a:pt x="7090819" y="3512034"/>
                  <a:pt x="7114628" y="3489436"/>
                  <a:pt x="7132187" y="3460095"/>
                </a:cubicBezTo>
                <a:cubicBezTo>
                  <a:pt x="7149747" y="3430754"/>
                  <a:pt x="7158721" y="3395761"/>
                  <a:pt x="7159111" y="3355117"/>
                </a:cubicBezTo>
                <a:cubicBezTo>
                  <a:pt x="7158738" y="3314473"/>
                  <a:pt x="7149882" y="3279480"/>
                  <a:pt x="7132543" y="3250139"/>
                </a:cubicBezTo>
                <a:cubicBezTo>
                  <a:pt x="7115203" y="3220797"/>
                  <a:pt x="7091615" y="3198200"/>
                  <a:pt x="7061778" y="3182346"/>
                </a:cubicBezTo>
                <a:cubicBezTo>
                  <a:pt x="7031942" y="3166492"/>
                  <a:pt x="6998092" y="3158474"/>
                  <a:pt x="6960229" y="3158292"/>
                </a:cubicBezTo>
                <a:close/>
                <a:moveTo>
                  <a:pt x="6553169" y="3158292"/>
                </a:moveTo>
                <a:cubicBezTo>
                  <a:pt x="6524979" y="3158678"/>
                  <a:pt x="6500948" y="3164422"/>
                  <a:pt x="6481074" y="3175523"/>
                </a:cubicBezTo>
                <a:cubicBezTo>
                  <a:pt x="6461200" y="3186624"/>
                  <a:pt x="6445913" y="3200769"/>
                  <a:pt x="6435211" y="3217957"/>
                </a:cubicBezTo>
                <a:lnTo>
                  <a:pt x="6435211" y="3163779"/>
                </a:lnTo>
                <a:lnTo>
                  <a:pt x="6317940" y="3163779"/>
                </a:lnTo>
                <a:lnTo>
                  <a:pt x="6317940" y="3728878"/>
                </a:lnTo>
                <a:lnTo>
                  <a:pt x="6435211" y="3728878"/>
                </a:lnTo>
                <a:lnTo>
                  <a:pt x="6435211" y="3492963"/>
                </a:lnTo>
                <a:cubicBezTo>
                  <a:pt x="6445913" y="3509522"/>
                  <a:pt x="6461200" y="3523381"/>
                  <a:pt x="6481074" y="3534539"/>
                </a:cubicBezTo>
                <a:cubicBezTo>
                  <a:pt x="6500948" y="3545698"/>
                  <a:pt x="6524979" y="3551499"/>
                  <a:pt x="6553169" y="3551942"/>
                </a:cubicBezTo>
                <a:cubicBezTo>
                  <a:pt x="6584830" y="3551738"/>
                  <a:pt x="6613329" y="3543610"/>
                  <a:pt x="6638665" y="3527558"/>
                </a:cubicBezTo>
                <a:cubicBezTo>
                  <a:pt x="6664002" y="3511505"/>
                  <a:pt x="6684118" y="3488746"/>
                  <a:pt x="6699015" y="3459282"/>
                </a:cubicBezTo>
                <a:cubicBezTo>
                  <a:pt x="6713913" y="3429818"/>
                  <a:pt x="6721532" y="3394868"/>
                  <a:pt x="6721875" y="3354431"/>
                </a:cubicBezTo>
                <a:cubicBezTo>
                  <a:pt x="6721532" y="3314011"/>
                  <a:pt x="6713913" y="3279179"/>
                  <a:pt x="6699015" y="3249936"/>
                </a:cubicBezTo>
                <a:cubicBezTo>
                  <a:pt x="6684118" y="3220692"/>
                  <a:pt x="6664002" y="3198153"/>
                  <a:pt x="6638665" y="3182321"/>
                </a:cubicBezTo>
                <a:cubicBezTo>
                  <a:pt x="6613329" y="3166488"/>
                  <a:pt x="6584830" y="3158479"/>
                  <a:pt x="6553169" y="3158292"/>
                </a:cubicBezTo>
                <a:close/>
                <a:moveTo>
                  <a:pt x="5121904" y="3158292"/>
                </a:moveTo>
                <a:cubicBezTo>
                  <a:pt x="5084257" y="3158474"/>
                  <a:pt x="5050509" y="3166492"/>
                  <a:pt x="5020660" y="3182346"/>
                </a:cubicBezTo>
                <a:cubicBezTo>
                  <a:pt x="4990811" y="3198200"/>
                  <a:pt x="4967172" y="3220797"/>
                  <a:pt x="4949743" y="3250139"/>
                </a:cubicBezTo>
                <a:cubicBezTo>
                  <a:pt x="4932315" y="3279480"/>
                  <a:pt x="4923407" y="3314473"/>
                  <a:pt x="4923022" y="3355117"/>
                </a:cubicBezTo>
                <a:cubicBezTo>
                  <a:pt x="4923379" y="3395761"/>
                  <a:pt x="4932115" y="3430754"/>
                  <a:pt x="4949235" y="3460095"/>
                </a:cubicBezTo>
                <a:cubicBezTo>
                  <a:pt x="4966355" y="3489436"/>
                  <a:pt x="4989723" y="3512034"/>
                  <a:pt x="5019339" y="3527888"/>
                </a:cubicBezTo>
                <a:cubicBezTo>
                  <a:pt x="5048956" y="3543742"/>
                  <a:pt x="5082687" y="3551760"/>
                  <a:pt x="5120533" y="3551942"/>
                </a:cubicBezTo>
                <a:cubicBezTo>
                  <a:pt x="5158412" y="3551760"/>
                  <a:pt x="5192381" y="3543742"/>
                  <a:pt x="5222438" y="3527888"/>
                </a:cubicBezTo>
                <a:cubicBezTo>
                  <a:pt x="5252495" y="3512034"/>
                  <a:pt x="5276303" y="3489436"/>
                  <a:pt x="5293862" y="3460095"/>
                </a:cubicBezTo>
                <a:cubicBezTo>
                  <a:pt x="5311422" y="3430754"/>
                  <a:pt x="5320398" y="3395761"/>
                  <a:pt x="5320786" y="3355117"/>
                </a:cubicBezTo>
                <a:cubicBezTo>
                  <a:pt x="5320414" y="3314473"/>
                  <a:pt x="5311557" y="3279480"/>
                  <a:pt x="5294219" y="3250139"/>
                </a:cubicBezTo>
                <a:cubicBezTo>
                  <a:pt x="5276878" y="3220797"/>
                  <a:pt x="5253290" y="3198200"/>
                  <a:pt x="5223453" y="3182346"/>
                </a:cubicBezTo>
                <a:cubicBezTo>
                  <a:pt x="5193617" y="3166492"/>
                  <a:pt x="5159767" y="3158474"/>
                  <a:pt x="5121904" y="3158292"/>
                </a:cubicBezTo>
                <a:close/>
                <a:moveTo>
                  <a:pt x="4259169" y="3158292"/>
                </a:moveTo>
                <a:cubicBezTo>
                  <a:pt x="4201304" y="3158907"/>
                  <a:pt x="4154841" y="3176537"/>
                  <a:pt x="4119779" y="3211185"/>
                </a:cubicBezTo>
                <a:cubicBezTo>
                  <a:pt x="4084718" y="3245832"/>
                  <a:pt x="4066716" y="3293809"/>
                  <a:pt x="4065772" y="3355117"/>
                </a:cubicBezTo>
                <a:cubicBezTo>
                  <a:pt x="4066801" y="3416425"/>
                  <a:pt x="4084975" y="3464402"/>
                  <a:pt x="4120294" y="3499049"/>
                </a:cubicBezTo>
                <a:cubicBezTo>
                  <a:pt x="4155612" y="3533696"/>
                  <a:pt x="4201904" y="3551327"/>
                  <a:pt x="4259169" y="3551942"/>
                </a:cubicBezTo>
                <a:cubicBezTo>
                  <a:pt x="4307288" y="3551099"/>
                  <a:pt x="4347179" y="3538383"/>
                  <a:pt x="4378840" y="3513794"/>
                </a:cubicBezTo>
                <a:cubicBezTo>
                  <a:pt x="4410501" y="3489205"/>
                  <a:pt x="4431189" y="3457801"/>
                  <a:pt x="4440905" y="3419582"/>
                </a:cubicBezTo>
                <a:lnTo>
                  <a:pt x="4316089" y="3419582"/>
                </a:lnTo>
                <a:cubicBezTo>
                  <a:pt x="4311404" y="3430126"/>
                  <a:pt x="4304145" y="3438870"/>
                  <a:pt x="4294315" y="3445814"/>
                </a:cubicBezTo>
                <a:cubicBezTo>
                  <a:pt x="4284485" y="3452758"/>
                  <a:pt x="4271399" y="3456358"/>
                  <a:pt x="4255053" y="3456615"/>
                </a:cubicBezTo>
                <a:cubicBezTo>
                  <a:pt x="4235779" y="3456687"/>
                  <a:pt x="4219463" y="3450715"/>
                  <a:pt x="4206104" y="3438699"/>
                </a:cubicBezTo>
                <a:cubicBezTo>
                  <a:pt x="4192745" y="3426683"/>
                  <a:pt x="4184830" y="3408195"/>
                  <a:pt x="4182358" y="3383235"/>
                </a:cubicBezTo>
                <a:lnTo>
                  <a:pt x="4447763" y="3383235"/>
                </a:lnTo>
                <a:cubicBezTo>
                  <a:pt x="4449134" y="3371462"/>
                  <a:pt x="4449820" y="3360032"/>
                  <a:pt x="4449820" y="3348945"/>
                </a:cubicBezTo>
                <a:cubicBezTo>
                  <a:pt x="4448864" y="3289995"/>
                  <a:pt x="4431060" y="3243646"/>
                  <a:pt x="4396413" y="3209899"/>
                </a:cubicBezTo>
                <a:cubicBezTo>
                  <a:pt x="4361766" y="3176152"/>
                  <a:pt x="4316018" y="3158950"/>
                  <a:pt x="4259169" y="3158292"/>
                </a:cubicBezTo>
                <a:close/>
                <a:moveTo>
                  <a:pt x="8651564" y="3038963"/>
                </a:moveTo>
                <a:lnTo>
                  <a:pt x="8651564" y="3546455"/>
                </a:lnTo>
                <a:lnTo>
                  <a:pt x="8768836" y="3546455"/>
                </a:lnTo>
                <a:lnTo>
                  <a:pt x="8768836" y="3038963"/>
                </a:lnTo>
                <a:close/>
                <a:moveTo>
                  <a:pt x="8184839" y="3038963"/>
                </a:moveTo>
                <a:lnTo>
                  <a:pt x="8184839" y="3546455"/>
                </a:lnTo>
                <a:lnTo>
                  <a:pt x="8302111" y="3546455"/>
                </a:lnTo>
                <a:lnTo>
                  <a:pt x="8302111" y="3492963"/>
                </a:lnTo>
                <a:cubicBezTo>
                  <a:pt x="8312812" y="3510122"/>
                  <a:pt x="8328099" y="3524152"/>
                  <a:pt x="8347974" y="3535054"/>
                </a:cubicBezTo>
                <a:cubicBezTo>
                  <a:pt x="8367848" y="3545955"/>
                  <a:pt x="8391879" y="3551584"/>
                  <a:pt x="8420068" y="3551942"/>
                </a:cubicBezTo>
                <a:cubicBezTo>
                  <a:pt x="8451730" y="3551738"/>
                  <a:pt x="8480228" y="3543610"/>
                  <a:pt x="8505564" y="3527558"/>
                </a:cubicBezTo>
                <a:cubicBezTo>
                  <a:pt x="8530901" y="3511505"/>
                  <a:pt x="8551018" y="3488746"/>
                  <a:pt x="8565915" y="3459282"/>
                </a:cubicBezTo>
                <a:cubicBezTo>
                  <a:pt x="8580812" y="3429818"/>
                  <a:pt x="8588432" y="3394868"/>
                  <a:pt x="8588775" y="3354431"/>
                </a:cubicBezTo>
                <a:cubicBezTo>
                  <a:pt x="8587660" y="3293452"/>
                  <a:pt x="8571372" y="3245675"/>
                  <a:pt x="8539912" y="3211099"/>
                </a:cubicBezTo>
                <a:cubicBezTo>
                  <a:pt x="8508451" y="3176523"/>
                  <a:pt x="8468503" y="3158921"/>
                  <a:pt x="8420068" y="3158292"/>
                </a:cubicBezTo>
                <a:cubicBezTo>
                  <a:pt x="8392479" y="3158635"/>
                  <a:pt x="8368619" y="3164293"/>
                  <a:pt x="8348488" y="3175266"/>
                </a:cubicBezTo>
                <a:cubicBezTo>
                  <a:pt x="8328357" y="3186239"/>
                  <a:pt x="8312898" y="3200469"/>
                  <a:pt x="8302111" y="3217957"/>
                </a:cubicBezTo>
                <a:lnTo>
                  <a:pt x="8302111" y="3038963"/>
                </a:lnTo>
                <a:close/>
                <a:moveTo>
                  <a:pt x="6114561" y="3038963"/>
                </a:moveTo>
                <a:lnTo>
                  <a:pt x="6114561" y="3216585"/>
                </a:lnTo>
                <a:cubicBezTo>
                  <a:pt x="6102617" y="3198855"/>
                  <a:pt x="6086386" y="3184767"/>
                  <a:pt x="6065870" y="3174323"/>
                </a:cubicBezTo>
                <a:cubicBezTo>
                  <a:pt x="6045353" y="3163879"/>
                  <a:pt x="6022264" y="3158535"/>
                  <a:pt x="5996604" y="3158292"/>
                </a:cubicBezTo>
                <a:cubicBezTo>
                  <a:pt x="5964943" y="3158479"/>
                  <a:pt x="5936444" y="3166488"/>
                  <a:pt x="5911107" y="3182321"/>
                </a:cubicBezTo>
                <a:cubicBezTo>
                  <a:pt x="5885771" y="3198153"/>
                  <a:pt x="5865654" y="3220692"/>
                  <a:pt x="5850757" y="3249936"/>
                </a:cubicBezTo>
                <a:cubicBezTo>
                  <a:pt x="5835860" y="3279179"/>
                  <a:pt x="5828240" y="3314011"/>
                  <a:pt x="5827897" y="3354431"/>
                </a:cubicBezTo>
                <a:cubicBezTo>
                  <a:pt x="5828240" y="3394868"/>
                  <a:pt x="5835860" y="3429818"/>
                  <a:pt x="5850757" y="3459282"/>
                </a:cubicBezTo>
                <a:cubicBezTo>
                  <a:pt x="5865654" y="3488746"/>
                  <a:pt x="5885771" y="3511505"/>
                  <a:pt x="5911107" y="3527558"/>
                </a:cubicBezTo>
                <a:cubicBezTo>
                  <a:pt x="5936444" y="3543610"/>
                  <a:pt x="5964943" y="3551738"/>
                  <a:pt x="5996604" y="3551942"/>
                </a:cubicBezTo>
                <a:cubicBezTo>
                  <a:pt x="6024793" y="3551613"/>
                  <a:pt x="6048825" y="3545927"/>
                  <a:pt x="6068699" y="3534882"/>
                </a:cubicBezTo>
                <a:cubicBezTo>
                  <a:pt x="6088572" y="3523838"/>
                  <a:pt x="6103860" y="3509408"/>
                  <a:pt x="6114561" y="3491591"/>
                </a:cubicBezTo>
                <a:lnTo>
                  <a:pt x="6114561" y="3546455"/>
                </a:lnTo>
                <a:lnTo>
                  <a:pt x="6231833" y="3546455"/>
                </a:lnTo>
                <a:lnTo>
                  <a:pt x="6231833" y="3038963"/>
                </a:lnTo>
                <a:close/>
                <a:moveTo>
                  <a:pt x="3622364" y="3038963"/>
                </a:moveTo>
                <a:lnTo>
                  <a:pt x="3622364" y="3546455"/>
                </a:lnTo>
                <a:lnTo>
                  <a:pt x="3739636" y="3546455"/>
                </a:lnTo>
                <a:lnTo>
                  <a:pt x="3739636" y="3492963"/>
                </a:lnTo>
                <a:cubicBezTo>
                  <a:pt x="3750338" y="3510122"/>
                  <a:pt x="3765625" y="3524152"/>
                  <a:pt x="3785499" y="3535054"/>
                </a:cubicBezTo>
                <a:cubicBezTo>
                  <a:pt x="3805373" y="3545955"/>
                  <a:pt x="3829405" y="3551584"/>
                  <a:pt x="3857594" y="3551942"/>
                </a:cubicBezTo>
                <a:cubicBezTo>
                  <a:pt x="3889255" y="3551738"/>
                  <a:pt x="3917754" y="3543610"/>
                  <a:pt x="3943090" y="3527558"/>
                </a:cubicBezTo>
                <a:cubicBezTo>
                  <a:pt x="3968427" y="3511505"/>
                  <a:pt x="3988544" y="3488746"/>
                  <a:pt x="4003441" y="3459282"/>
                </a:cubicBezTo>
                <a:cubicBezTo>
                  <a:pt x="4018338" y="3429818"/>
                  <a:pt x="4025958" y="3394868"/>
                  <a:pt x="4026301" y="3354431"/>
                </a:cubicBezTo>
                <a:cubicBezTo>
                  <a:pt x="4025186" y="3293452"/>
                  <a:pt x="4008899" y="3245675"/>
                  <a:pt x="3977438" y="3211099"/>
                </a:cubicBezTo>
                <a:cubicBezTo>
                  <a:pt x="3945977" y="3176523"/>
                  <a:pt x="3906029" y="3158921"/>
                  <a:pt x="3857594" y="3158292"/>
                </a:cubicBezTo>
                <a:cubicBezTo>
                  <a:pt x="3830005" y="3158635"/>
                  <a:pt x="3806145" y="3164293"/>
                  <a:pt x="3786014" y="3175266"/>
                </a:cubicBezTo>
                <a:cubicBezTo>
                  <a:pt x="3765883" y="3186239"/>
                  <a:pt x="3750423" y="3200469"/>
                  <a:pt x="3739636" y="3217957"/>
                </a:cubicBezTo>
                <a:lnTo>
                  <a:pt x="3739636" y="3038963"/>
                </a:lnTo>
                <a:close/>
                <a:moveTo>
                  <a:pt x="3161659" y="3038963"/>
                </a:moveTo>
                <a:lnTo>
                  <a:pt x="3139714" y="3140462"/>
                </a:lnTo>
                <a:lnTo>
                  <a:pt x="3018327" y="3140462"/>
                </a:lnTo>
                <a:lnTo>
                  <a:pt x="3018327" y="3246075"/>
                </a:lnTo>
                <a:lnTo>
                  <a:pt x="3117768" y="3246075"/>
                </a:lnTo>
                <a:lnTo>
                  <a:pt x="3098566" y="3335915"/>
                </a:lnTo>
                <a:lnTo>
                  <a:pt x="2974436" y="3335915"/>
                </a:lnTo>
                <a:lnTo>
                  <a:pt x="2974436" y="3441528"/>
                </a:lnTo>
                <a:lnTo>
                  <a:pt x="3075934" y="3441528"/>
                </a:lnTo>
                <a:lnTo>
                  <a:pt x="3053303" y="3546455"/>
                </a:lnTo>
                <a:lnTo>
                  <a:pt x="3163031" y="3546455"/>
                </a:lnTo>
                <a:lnTo>
                  <a:pt x="3185662" y="3441528"/>
                </a:lnTo>
                <a:lnTo>
                  <a:pt x="3299505" y="3441528"/>
                </a:lnTo>
                <a:lnTo>
                  <a:pt x="3276874" y="3546455"/>
                </a:lnTo>
                <a:lnTo>
                  <a:pt x="3386602" y="3546455"/>
                </a:lnTo>
                <a:lnTo>
                  <a:pt x="3409233" y="3441528"/>
                </a:lnTo>
                <a:lnTo>
                  <a:pt x="3514161" y="3441528"/>
                </a:lnTo>
                <a:lnTo>
                  <a:pt x="3514161" y="3335915"/>
                </a:lnTo>
                <a:lnTo>
                  <a:pt x="3431864" y="3335915"/>
                </a:lnTo>
                <a:lnTo>
                  <a:pt x="3451067" y="3246075"/>
                </a:lnTo>
                <a:lnTo>
                  <a:pt x="3558052" y="3246075"/>
                </a:lnTo>
                <a:lnTo>
                  <a:pt x="3558052" y="3140462"/>
                </a:lnTo>
                <a:lnTo>
                  <a:pt x="3473013" y="3140462"/>
                </a:lnTo>
                <a:lnTo>
                  <a:pt x="3494958" y="3038963"/>
                </a:lnTo>
                <a:lnTo>
                  <a:pt x="3385230" y="3038963"/>
                </a:lnTo>
                <a:lnTo>
                  <a:pt x="3363284" y="3140462"/>
                </a:lnTo>
                <a:lnTo>
                  <a:pt x="3249442" y="3140462"/>
                </a:lnTo>
                <a:lnTo>
                  <a:pt x="3271387" y="3038963"/>
                </a:lnTo>
                <a:close/>
                <a:moveTo>
                  <a:pt x="8043793" y="2997130"/>
                </a:moveTo>
                <a:cubicBezTo>
                  <a:pt x="8022576" y="2997558"/>
                  <a:pt x="8005688" y="3003730"/>
                  <a:pt x="7993129" y="3015646"/>
                </a:cubicBezTo>
                <a:cubicBezTo>
                  <a:pt x="7980571" y="3027562"/>
                  <a:pt x="7974141" y="3042649"/>
                  <a:pt x="7973841" y="3060909"/>
                </a:cubicBezTo>
                <a:cubicBezTo>
                  <a:pt x="7974141" y="3078840"/>
                  <a:pt x="7980571" y="3093727"/>
                  <a:pt x="7993129" y="3105571"/>
                </a:cubicBezTo>
                <a:cubicBezTo>
                  <a:pt x="8005688" y="3117416"/>
                  <a:pt x="8022576" y="3123560"/>
                  <a:pt x="8043793" y="3124003"/>
                </a:cubicBezTo>
                <a:cubicBezTo>
                  <a:pt x="8064681" y="3123560"/>
                  <a:pt x="8081369" y="3117416"/>
                  <a:pt x="8093856" y="3105571"/>
                </a:cubicBezTo>
                <a:cubicBezTo>
                  <a:pt x="8106344" y="3093727"/>
                  <a:pt x="8112745" y="3078840"/>
                  <a:pt x="8113059" y="3060909"/>
                </a:cubicBezTo>
                <a:cubicBezTo>
                  <a:pt x="8112745" y="3042649"/>
                  <a:pt x="8106344" y="3027562"/>
                  <a:pt x="8093856" y="3015646"/>
                </a:cubicBezTo>
                <a:cubicBezTo>
                  <a:pt x="8081369" y="3003730"/>
                  <a:pt x="8064681" y="2997558"/>
                  <a:pt x="8043793" y="2997130"/>
                </a:cubicBezTo>
                <a:close/>
                <a:moveTo>
                  <a:pt x="0" y="0"/>
                </a:moveTo>
                <a:lnTo>
                  <a:pt x="12192000" y="0"/>
                </a:lnTo>
                <a:lnTo>
                  <a:pt x="12192000" y="6858000"/>
                </a:lnTo>
                <a:lnTo>
                  <a:pt x="0" y="6858000"/>
                </a:lnTo>
                <a:lnTo>
                  <a:pt x="0" y="5746830"/>
                </a:lnTo>
                <a:lnTo>
                  <a:pt x="1218566" y="5746830"/>
                </a:lnTo>
                <a:lnTo>
                  <a:pt x="1218566" y="6857502"/>
                </a:lnTo>
                <a:lnTo>
                  <a:pt x="1723635" y="6857502"/>
                </a:lnTo>
                <a:lnTo>
                  <a:pt x="1723635" y="5746830"/>
                </a:lnTo>
                <a:lnTo>
                  <a:pt x="11925503" y="5746830"/>
                </a:lnTo>
                <a:lnTo>
                  <a:pt x="12191048" y="5284283"/>
                </a:lnTo>
                <a:lnTo>
                  <a:pt x="12191048" y="5283585"/>
                </a:lnTo>
                <a:lnTo>
                  <a:pt x="0" y="5283585"/>
                </a:lnTo>
                <a:close/>
              </a:path>
            </a:pathLst>
          </a:custGeom>
          <a:solidFill>
            <a:srgbClr val="404040"/>
          </a:solidFill>
        </p:spPr>
        <p:txBody>
          <a:bodyPr wrap="square" anchor="t">
            <a:noAutofit/>
          </a:bodyPr>
          <a:lstStyle>
            <a:lvl1pPr algn="ctr">
              <a:defRPr>
                <a:solidFill>
                  <a:schemeClr val="bg1"/>
                </a:solidFill>
              </a:defRPr>
            </a:lvl1pPr>
          </a:lstStyle>
          <a:p>
            <a:endParaRPr lang="en-IN"/>
          </a:p>
        </p:txBody>
      </p:sp>
      <p:sp>
        <p:nvSpPr>
          <p:cNvPr id="15" name="TextBox 14">
            <a:extLst>
              <a:ext uri="{FF2B5EF4-FFF2-40B4-BE49-F238E27FC236}">
                <a16:creationId xmlns:a16="http://schemas.microsoft.com/office/drawing/2014/main" id="{683EF7FD-5442-4893-9065-4B94B3FA9E8B}"/>
              </a:ext>
            </a:extLst>
          </p:cNvPr>
          <p:cNvSpPr txBox="1"/>
          <p:nvPr userDrawn="1"/>
        </p:nvSpPr>
        <p:spPr>
          <a:xfrm>
            <a:off x="620815" y="2967335"/>
            <a:ext cx="10950371" cy="923330"/>
          </a:xfrm>
          <a:prstGeom prst="rect">
            <a:avLst/>
          </a:prstGeom>
          <a:noFill/>
        </p:spPr>
        <p:txBody>
          <a:bodyPr wrap="square" rtlCol="0">
            <a:spAutoFit/>
          </a:bodyPr>
          <a:lstStyle/>
          <a:p>
            <a:pPr algn="ctr"/>
            <a:r>
              <a:rPr lang="en-IN" sz="5400" b="1">
                <a:solidFill>
                  <a:schemeClr val="bg1"/>
                </a:solidFill>
                <a:latin typeface="Poppins" panose="00000500000000000000" pitchFamily="50" charset="0"/>
                <a:cs typeface="Poppins" panose="00000500000000000000" pitchFamily="50" charset="0"/>
              </a:rPr>
              <a:t>#beyondpossible</a:t>
            </a:r>
          </a:p>
        </p:txBody>
      </p:sp>
      <p:pic>
        <p:nvPicPr>
          <p:cNvPr id="20" name="Graphic 19">
            <a:extLst>
              <a:ext uri="{FF2B5EF4-FFF2-40B4-BE49-F238E27FC236}">
                <a16:creationId xmlns:a16="http://schemas.microsoft.com/office/drawing/2014/main" id="{C025E687-DDB5-4BC9-B921-C7AEB23DDD2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5284020"/>
            <a:ext cx="12192000" cy="1573980"/>
          </a:xfrm>
          <a:prstGeom prst="rect">
            <a:avLst/>
          </a:prstGeom>
        </p:spPr>
      </p:pic>
      <p:sp>
        <p:nvSpPr>
          <p:cNvPr id="21" name="Text Placeholder 9">
            <a:extLst>
              <a:ext uri="{FF2B5EF4-FFF2-40B4-BE49-F238E27FC236}">
                <a16:creationId xmlns:a16="http://schemas.microsoft.com/office/drawing/2014/main" id="{817B881A-ADDF-4734-A8CB-4A5FC797E0C4}"/>
              </a:ext>
            </a:extLst>
          </p:cNvPr>
          <p:cNvSpPr>
            <a:spLocks noGrp="1"/>
          </p:cNvSpPr>
          <p:nvPr>
            <p:ph type="body" sz="quarter" idx="10" hasCustomPrompt="1"/>
          </p:nvPr>
        </p:nvSpPr>
        <p:spPr>
          <a:xfrm>
            <a:off x="7258051" y="5961343"/>
            <a:ext cx="4686298" cy="485518"/>
          </a:xfrm>
          <a:prstGeom prst="rect">
            <a:avLst/>
          </a:prstGeom>
          <a:noFill/>
        </p:spPr>
        <p:txBody>
          <a:bodyPr wrap="square" rtlCol="0">
            <a:spAutoFit/>
          </a:bodyPr>
          <a:lstStyle>
            <a:lvl1pPr marL="0" indent="0">
              <a:buNone/>
              <a:defRPr lang="en-US" sz="1400" b="1" dirty="0" smtClean="0">
                <a:solidFill>
                  <a:schemeClr val="bg1"/>
                </a:solidFill>
                <a:latin typeface="Poppins" panose="00000500000000000000" pitchFamily="50" charset="0"/>
                <a:cs typeface="Poppins" panose="00000500000000000000" pitchFamily="50" charset="0"/>
              </a:defRPr>
            </a:lvl1pPr>
            <a:lvl2pPr>
              <a:defRPr lang="en-US" sz="1800" dirty="0" smtClean="0"/>
            </a:lvl2pPr>
            <a:lvl3pPr>
              <a:defRPr lang="en-US" sz="1800" dirty="0" smtClean="0"/>
            </a:lvl3pPr>
            <a:lvl4pPr>
              <a:defRPr lang="en-US" dirty="0" smtClean="0"/>
            </a:lvl4pPr>
            <a:lvl5pPr>
              <a:defRPr lang="en-IN" dirty="0"/>
            </a:lvl5pPr>
          </a:lstStyle>
          <a:p>
            <a:r>
              <a:rPr lang="en-US" sz="1400" b="1">
                <a:solidFill>
                  <a:schemeClr val="bg1"/>
                </a:solidFill>
                <a:latin typeface="Poppins" panose="00000500000000000000" pitchFamily="50" charset="0"/>
                <a:cs typeface="Poppins" panose="00000500000000000000" pitchFamily="50" charset="0"/>
              </a:rPr>
              <a:t>The only way to discover the limits of the possible is to go beyond them into the impossible.</a:t>
            </a:r>
            <a:endParaRPr lang="en-IN" sz="1400" b="1">
              <a:solidFill>
                <a:schemeClr val="bg1"/>
              </a:solidFill>
              <a:latin typeface="Poppins" panose="00000500000000000000" pitchFamily="50" charset="0"/>
              <a:cs typeface="Poppins" panose="00000500000000000000" pitchFamily="50" charset="0"/>
            </a:endParaRPr>
          </a:p>
        </p:txBody>
      </p:sp>
      <p:sp>
        <p:nvSpPr>
          <p:cNvPr id="22" name="Text Placeholder 15">
            <a:extLst>
              <a:ext uri="{FF2B5EF4-FFF2-40B4-BE49-F238E27FC236}">
                <a16:creationId xmlns:a16="http://schemas.microsoft.com/office/drawing/2014/main" id="{B318478B-5341-407A-9A93-76BB97567AF9}"/>
              </a:ext>
            </a:extLst>
          </p:cNvPr>
          <p:cNvSpPr>
            <a:spLocks noGrp="1"/>
          </p:cNvSpPr>
          <p:nvPr>
            <p:ph type="body" sz="quarter" idx="11" hasCustomPrompt="1"/>
          </p:nvPr>
        </p:nvSpPr>
        <p:spPr>
          <a:xfrm>
            <a:off x="7258049" y="6482998"/>
            <a:ext cx="4686297" cy="248914"/>
          </a:xfrm>
          <a:prstGeom prst="rect">
            <a:avLst/>
          </a:prstGeom>
          <a:noFill/>
        </p:spPr>
        <p:txBody>
          <a:bodyPr wrap="square" rtlCol="0">
            <a:spAutoFit/>
          </a:bodyPr>
          <a:lstStyle>
            <a:lvl1pPr marL="0" indent="0">
              <a:buNone/>
              <a:defRPr lang="en-US" sz="1100" dirty="0" smtClean="0">
                <a:solidFill>
                  <a:schemeClr val="bg1"/>
                </a:solidFill>
                <a:latin typeface="Poppins" panose="00000500000000000000" pitchFamily="50" charset="0"/>
                <a:cs typeface="Poppins" panose="00000500000000000000" pitchFamily="50" charset="0"/>
              </a:defRPr>
            </a:lvl1pPr>
            <a:lvl2pPr>
              <a:defRPr lang="en-US" sz="1800" dirty="0" smtClean="0"/>
            </a:lvl2pPr>
            <a:lvl3pPr>
              <a:defRPr lang="en-US" sz="1800" dirty="0" smtClean="0"/>
            </a:lvl3pPr>
            <a:lvl4pPr>
              <a:defRPr lang="en-US" dirty="0" smtClean="0"/>
            </a:lvl4pPr>
            <a:lvl5pPr>
              <a:defRPr lang="en-IN" dirty="0"/>
            </a:lvl5pPr>
          </a:lstStyle>
          <a:p>
            <a:r>
              <a:rPr lang="en-US" sz="1100">
                <a:solidFill>
                  <a:schemeClr val="bg1"/>
                </a:solidFill>
                <a:latin typeface="Poppins" panose="00000500000000000000" pitchFamily="50" charset="0"/>
                <a:cs typeface="Poppins" panose="00000500000000000000" pitchFamily="50" charset="0"/>
              </a:rPr>
              <a:t>- Arthur C. Clarke</a:t>
            </a:r>
            <a:endParaRPr lang="en-IN" sz="1100">
              <a:solidFill>
                <a:schemeClr val="bg1"/>
              </a:solidFill>
              <a:latin typeface="Poppins" panose="00000500000000000000" pitchFamily="50" charset="0"/>
              <a:cs typeface="Poppins" panose="00000500000000000000" pitchFamily="50" charset="0"/>
            </a:endParaRPr>
          </a:p>
        </p:txBody>
      </p:sp>
    </p:spTree>
    <p:extLst>
      <p:ext uri="{BB962C8B-B14F-4D97-AF65-F5344CB8AC3E}">
        <p14:creationId xmlns:p14="http://schemas.microsoft.com/office/powerpoint/2010/main" val="1929051763"/>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pic>
        <p:nvPicPr>
          <p:cNvPr id="21" name="Graphic 19">
            <a:extLst>
              <a:ext uri="{FF2B5EF4-FFF2-40B4-BE49-F238E27FC236}">
                <a16:creationId xmlns:a16="http://schemas.microsoft.com/office/drawing/2014/main" id="{B8ABA196-7481-44C2-8444-A220A32A8B5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8184"/>
            <a:ext cx="4939470" cy="6455638"/>
          </a:xfrm>
          <a:prstGeom prst="rect">
            <a:avLst/>
          </a:prstGeom>
        </p:spPr>
      </p:pic>
      <p:sp>
        <p:nvSpPr>
          <p:cNvPr id="28" name="Picture Placeholder 27">
            <a:extLst>
              <a:ext uri="{FF2B5EF4-FFF2-40B4-BE49-F238E27FC236}">
                <a16:creationId xmlns:a16="http://schemas.microsoft.com/office/drawing/2014/main" id="{39DBF7A2-A971-4EB3-9815-2A86E1C5F848}"/>
              </a:ext>
            </a:extLst>
          </p:cNvPr>
          <p:cNvSpPr>
            <a:spLocks noGrp="1"/>
          </p:cNvSpPr>
          <p:nvPr>
            <p:ph type="pic" sz="quarter" idx="10"/>
          </p:nvPr>
        </p:nvSpPr>
        <p:spPr>
          <a:xfrm>
            <a:off x="-1" y="55563"/>
            <a:ext cx="4940440" cy="6448259"/>
          </a:xfrm>
          <a:custGeom>
            <a:avLst/>
            <a:gdLst>
              <a:gd name="connsiteX0" fmla="*/ 0 w 4940300"/>
              <a:gd name="connsiteY0" fmla="*/ 0 h 6434137"/>
              <a:gd name="connsiteX1" fmla="*/ 4285858 w 4940300"/>
              <a:gd name="connsiteY1" fmla="*/ 0 h 6434137"/>
              <a:gd name="connsiteX2" fmla="*/ 4940300 w 4940300"/>
              <a:gd name="connsiteY2" fmla="*/ 654442 h 6434137"/>
              <a:gd name="connsiteX3" fmla="*/ 4940300 w 4940300"/>
              <a:gd name="connsiteY3" fmla="*/ 6434137 h 6434137"/>
              <a:gd name="connsiteX4" fmla="*/ 0 w 4940300"/>
              <a:gd name="connsiteY4" fmla="*/ 6434137 h 6434137"/>
              <a:gd name="connsiteX5" fmla="*/ 0 w 4940300"/>
              <a:gd name="connsiteY5" fmla="*/ 0 h 6434137"/>
              <a:gd name="connsiteX0" fmla="*/ 0 w 4940300"/>
              <a:gd name="connsiteY0" fmla="*/ 0 h 6434137"/>
              <a:gd name="connsiteX1" fmla="*/ 4285858 w 4940300"/>
              <a:gd name="connsiteY1" fmla="*/ 0 h 6434137"/>
              <a:gd name="connsiteX2" fmla="*/ 4940300 w 4940300"/>
              <a:gd name="connsiteY2" fmla="*/ 1101703 h 6434137"/>
              <a:gd name="connsiteX3" fmla="*/ 4940300 w 4940300"/>
              <a:gd name="connsiteY3" fmla="*/ 6434137 h 6434137"/>
              <a:gd name="connsiteX4" fmla="*/ 0 w 4940300"/>
              <a:gd name="connsiteY4" fmla="*/ 6434137 h 6434137"/>
              <a:gd name="connsiteX5" fmla="*/ 0 w 4940300"/>
              <a:gd name="connsiteY5" fmla="*/ 0 h 6434137"/>
              <a:gd name="connsiteX0" fmla="*/ 0 w 4997450"/>
              <a:gd name="connsiteY0" fmla="*/ 0 h 6434137"/>
              <a:gd name="connsiteX1" fmla="*/ 4285858 w 4997450"/>
              <a:gd name="connsiteY1" fmla="*/ 0 h 6434137"/>
              <a:gd name="connsiteX2" fmla="*/ 4997450 w 4997450"/>
              <a:gd name="connsiteY2" fmla="*/ 1069953 h 6434137"/>
              <a:gd name="connsiteX3" fmla="*/ 4940300 w 4997450"/>
              <a:gd name="connsiteY3" fmla="*/ 6434137 h 6434137"/>
              <a:gd name="connsiteX4" fmla="*/ 0 w 4997450"/>
              <a:gd name="connsiteY4" fmla="*/ 6434137 h 6434137"/>
              <a:gd name="connsiteX5" fmla="*/ 0 w 4997450"/>
              <a:gd name="connsiteY5" fmla="*/ 0 h 6434137"/>
              <a:gd name="connsiteX0" fmla="*/ 0 w 4943475"/>
              <a:gd name="connsiteY0" fmla="*/ 0 h 6434137"/>
              <a:gd name="connsiteX1" fmla="*/ 4285858 w 4943475"/>
              <a:gd name="connsiteY1" fmla="*/ 0 h 6434137"/>
              <a:gd name="connsiteX2" fmla="*/ 4943475 w 4943475"/>
              <a:gd name="connsiteY2" fmla="*/ 1085828 h 6434137"/>
              <a:gd name="connsiteX3" fmla="*/ 4940300 w 4943475"/>
              <a:gd name="connsiteY3" fmla="*/ 6434137 h 6434137"/>
              <a:gd name="connsiteX4" fmla="*/ 0 w 4943475"/>
              <a:gd name="connsiteY4" fmla="*/ 6434137 h 6434137"/>
              <a:gd name="connsiteX5" fmla="*/ 0 w 4943475"/>
              <a:gd name="connsiteY5" fmla="*/ 0 h 6434137"/>
              <a:gd name="connsiteX0" fmla="*/ 0 w 4943475"/>
              <a:gd name="connsiteY0" fmla="*/ 0 h 6434137"/>
              <a:gd name="connsiteX1" fmla="*/ 4311258 w 4943475"/>
              <a:gd name="connsiteY1" fmla="*/ 0 h 6434137"/>
              <a:gd name="connsiteX2" fmla="*/ 4943475 w 4943475"/>
              <a:gd name="connsiteY2" fmla="*/ 1085828 h 6434137"/>
              <a:gd name="connsiteX3" fmla="*/ 4940300 w 4943475"/>
              <a:gd name="connsiteY3" fmla="*/ 6434137 h 6434137"/>
              <a:gd name="connsiteX4" fmla="*/ 0 w 4943475"/>
              <a:gd name="connsiteY4" fmla="*/ 6434137 h 6434137"/>
              <a:gd name="connsiteX5" fmla="*/ 0 w 4943475"/>
              <a:gd name="connsiteY5" fmla="*/ 0 h 6434137"/>
              <a:gd name="connsiteX0" fmla="*/ 0 w 4940440"/>
              <a:gd name="connsiteY0" fmla="*/ 0 h 6434137"/>
              <a:gd name="connsiteX1" fmla="*/ 4311258 w 4940440"/>
              <a:gd name="connsiteY1" fmla="*/ 0 h 6434137"/>
              <a:gd name="connsiteX2" fmla="*/ 4937125 w 4940440"/>
              <a:gd name="connsiteY2" fmla="*/ 1082653 h 6434137"/>
              <a:gd name="connsiteX3" fmla="*/ 4940300 w 4940440"/>
              <a:gd name="connsiteY3" fmla="*/ 6434137 h 6434137"/>
              <a:gd name="connsiteX4" fmla="*/ 0 w 4940440"/>
              <a:gd name="connsiteY4" fmla="*/ 6434137 h 6434137"/>
              <a:gd name="connsiteX5" fmla="*/ 0 w 4940440"/>
              <a:gd name="connsiteY5" fmla="*/ 0 h 64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0440" h="6434137">
                <a:moveTo>
                  <a:pt x="0" y="0"/>
                </a:moveTo>
                <a:lnTo>
                  <a:pt x="4311258" y="0"/>
                </a:lnTo>
                <a:lnTo>
                  <a:pt x="4937125" y="1082653"/>
                </a:lnTo>
                <a:cubicBezTo>
                  <a:pt x="4936067" y="2865423"/>
                  <a:pt x="4941358" y="4651367"/>
                  <a:pt x="4940300" y="6434137"/>
                </a:cubicBezTo>
                <a:lnTo>
                  <a:pt x="0" y="6434137"/>
                </a:lnTo>
                <a:lnTo>
                  <a:pt x="0" y="0"/>
                </a:lnTo>
                <a:close/>
              </a:path>
            </a:pathLst>
          </a:custGeom>
        </p:spPr>
        <p:txBody>
          <a:bodyPr anchor="ctr"/>
          <a:lstStyle>
            <a:lvl1pPr algn="ctr">
              <a:defRPr sz="1800">
                <a:solidFill>
                  <a:schemeClr val="bg1"/>
                </a:solidFill>
              </a:defRPr>
            </a:lvl1pPr>
          </a:lstStyle>
          <a:p>
            <a:endParaRPr lang="en-IN"/>
          </a:p>
        </p:txBody>
      </p:sp>
      <p:pic>
        <p:nvPicPr>
          <p:cNvPr id="20" name="Graphic 19">
            <a:extLst>
              <a:ext uri="{FF2B5EF4-FFF2-40B4-BE49-F238E27FC236}">
                <a16:creationId xmlns:a16="http://schemas.microsoft.com/office/drawing/2014/main" id="{E12FBE06-4905-48A3-8565-DF33B612619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418825" y="1283906"/>
            <a:ext cx="693797" cy="594683"/>
          </a:xfrm>
          <a:prstGeom prst="rect">
            <a:avLst/>
          </a:prstGeom>
        </p:spPr>
      </p:pic>
      <p:pic>
        <p:nvPicPr>
          <p:cNvPr id="23" name="Graphic 22">
            <a:extLst>
              <a:ext uri="{FF2B5EF4-FFF2-40B4-BE49-F238E27FC236}">
                <a16:creationId xmlns:a16="http://schemas.microsoft.com/office/drawing/2014/main" id="{F2544F71-5F59-4517-8C23-3B52C06B547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23952" y="0"/>
            <a:ext cx="12192000" cy="55002"/>
          </a:xfrm>
          <a:prstGeom prst="rect">
            <a:avLst/>
          </a:prstGeom>
        </p:spPr>
      </p:pic>
      <p:sp>
        <p:nvSpPr>
          <p:cNvPr id="24" name="Rectangle 23">
            <a:extLst>
              <a:ext uri="{FF2B5EF4-FFF2-40B4-BE49-F238E27FC236}">
                <a16:creationId xmlns:a16="http://schemas.microsoft.com/office/drawing/2014/main" id="{C691B13F-1608-4D7D-B824-A7B699F3B692}"/>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C70084B8-CCDE-44DB-B8B9-66FEC7FE025C}"/>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E69912B4-C464-405F-8E5A-705ECF23F86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itle 28">
            <a:extLst>
              <a:ext uri="{FF2B5EF4-FFF2-40B4-BE49-F238E27FC236}">
                <a16:creationId xmlns:a16="http://schemas.microsoft.com/office/drawing/2014/main" id="{DC4EE49B-09A5-4804-B2EE-9E8D876A6079}"/>
              </a:ext>
            </a:extLst>
          </p:cNvPr>
          <p:cNvSpPr>
            <a:spLocks noGrp="1"/>
          </p:cNvSpPr>
          <p:nvPr>
            <p:ph type="title" hasCustomPrompt="1"/>
          </p:nvPr>
        </p:nvSpPr>
        <p:spPr>
          <a:xfrm>
            <a:off x="5418825" y="2171247"/>
            <a:ext cx="5827924" cy="1434239"/>
          </a:xfrm>
          <a:prstGeom prst="rect">
            <a:avLst/>
          </a:prstGeom>
          <a:noFill/>
        </p:spPr>
        <p:txBody>
          <a:bodyPr wrap="square" rtlCol="0">
            <a:spAutoFit/>
          </a:bodyPr>
          <a:lstStyle>
            <a:lvl1pPr>
              <a:defRPr lang="en-IN" sz="3200" b="1" dirty="0">
                <a:latin typeface="Poppins" panose="00000500000000000000" pitchFamily="50" charset="0"/>
                <a:ea typeface="+mn-ea"/>
                <a:cs typeface="Poppins" panose="00000500000000000000" pitchFamily="50" charset="0"/>
              </a:defRPr>
            </a:lvl1pPr>
          </a:lstStyle>
          <a:p>
            <a:r>
              <a:rPr lang="en-US" sz="3200" b="1">
                <a:latin typeface="Poppins" panose="00000500000000000000" pitchFamily="50" charset="0"/>
                <a:cs typeface="Poppins" panose="00000500000000000000" pitchFamily="50" charset="0"/>
              </a:rPr>
              <a:t>The quality of a leader is reflected in the standards they set for themselves.</a:t>
            </a:r>
            <a:endParaRPr lang="en-IN" sz="3200" b="1">
              <a:latin typeface="Poppins" panose="00000500000000000000" pitchFamily="50" charset="0"/>
              <a:cs typeface="Poppins" panose="00000500000000000000" pitchFamily="50" charset="0"/>
            </a:endParaRPr>
          </a:p>
        </p:txBody>
      </p:sp>
      <p:sp>
        <p:nvSpPr>
          <p:cNvPr id="35" name="Text Placeholder 33">
            <a:extLst>
              <a:ext uri="{FF2B5EF4-FFF2-40B4-BE49-F238E27FC236}">
                <a16:creationId xmlns:a16="http://schemas.microsoft.com/office/drawing/2014/main" id="{6EBD97C6-8958-4863-A25C-BC86285EECB9}"/>
              </a:ext>
            </a:extLst>
          </p:cNvPr>
          <p:cNvSpPr>
            <a:spLocks noGrp="1"/>
          </p:cNvSpPr>
          <p:nvPr>
            <p:ph type="body" sz="quarter" idx="11" hasCustomPrompt="1"/>
          </p:nvPr>
        </p:nvSpPr>
        <p:spPr>
          <a:xfrm>
            <a:off x="5417855" y="5721731"/>
            <a:ext cx="2610153" cy="307777"/>
          </a:xfrm>
          <a:prstGeom prst="rect">
            <a:avLst/>
          </a:prstGeom>
          <a:noFill/>
        </p:spPr>
        <p:txBody>
          <a:bodyPr wrap="square" rtlCol="0">
            <a:spAutoFit/>
          </a:bodyPr>
          <a:lstStyle>
            <a:lvl1pPr marL="0" indent="0">
              <a:lnSpc>
                <a:spcPct val="100000"/>
              </a:lnSpc>
              <a:spcBef>
                <a:spcPts val="0"/>
              </a:spcBef>
              <a:buNone/>
              <a:defRPr lang="en-US" sz="1100" b="0" smtClean="0">
                <a:latin typeface="Poppins" panose="00000500000000000000" pitchFamily="50" charset="0"/>
                <a:cs typeface="Poppins" panose="00000500000000000000" pitchFamily="50" charset="0"/>
              </a:defRPr>
            </a:lvl1pPr>
            <a:lvl2pPr>
              <a:defRPr lang="en-US" sz="1800" smtClean="0"/>
            </a:lvl2pPr>
            <a:lvl3pPr>
              <a:defRPr lang="en-US" sz="1800" smtClean="0"/>
            </a:lvl3pPr>
            <a:lvl4pPr>
              <a:defRPr lang="en-US" smtClean="0"/>
            </a:lvl4pPr>
            <a:lvl5pPr>
              <a:defRPr lang="en-IN"/>
            </a:lvl5pPr>
          </a:lstStyle>
          <a:p>
            <a:r>
              <a:rPr lang="en-US" sz="1400" b="1">
                <a:latin typeface="Poppins" panose="00000500000000000000" pitchFamily="50" charset="0"/>
                <a:cs typeface="Poppins" panose="00000500000000000000" pitchFamily="50" charset="0"/>
              </a:rPr>
              <a:t>Ray Kroc</a:t>
            </a:r>
          </a:p>
        </p:txBody>
      </p:sp>
      <p:sp>
        <p:nvSpPr>
          <p:cNvPr id="36" name="TextBox 35">
            <a:extLst>
              <a:ext uri="{FF2B5EF4-FFF2-40B4-BE49-F238E27FC236}">
                <a16:creationId xmlns:a16="http://schemas.microsoft.com/office/drawing/2014/main" id="{93A708F5-27EE-4D43-BA4F-FFB90353697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37" name="Group 36">
            <a:extLst>
              <a:ext uri="{FF2B5EF4-FFF2-40B4-BE49-F238E27FC236}">
                <a16:creationId xmlns:a16="http://schemas.microsoft.com/office/drawing/2014/main" id="{F78645F9-6E58-4BA7-BFAA-8B4672C8D501}"/>
              </a:ext>
            </a:extLst>
          </p:cNvPr>
          <p:cNvGrpSpPr/>
          <p:nvPr userDrawn="1"/>
        </p:nvGrpSpPr>
        <p:grpSpPr>
          <a:xfrm>
            <a:off x="5902296" y="6657690"/>
            <a:ext cx="387409" cy="0"/>
            <a:chOff x="5905144" y="6657690"/>
            <a:chExt cx="387409" cy="0"/>
          </a:xfrm>
        </p:grpSpPr>
        <p:cxnSp>
          <p:nvCxnSpPr>
            <p:cNvPr id="38" name="Straight Connector 37">
              <a:extLst>
                <a:ext uri="{FF2B5EF4-FFF2-40B4-BE49-F238E27FC236}">
                  <a16:creationId xmlns:a16="http://schemas.microsoft.com/office/drawing/2014/main" id="{D52E254D-B4BB-47C3-B649-8D8CA03C2055}"/>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16BCEA5-784C-40E4-8054-09F8B6B3FE5B}"/>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41" name="Straight Connector 40">
            <a:extLst>
              <a:ext uri="{FF2B5EF4-FFF2-40B4-BE49-F238E27FC236}">
                <a16:creationId xmlns:a16="http://schemas.microsoft.com/office/drawing/2014/main" id="{F125A64E-6FC1-4A41-B405-9DEB13416AD1}"/>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Slide Number Placeholder 5">
            <a:extLst>
              <a:ext uri="{FF2B5EF4-FFF2-40B4-BE49-F238E27FC236}">
                <a16:creationId xmlns:a16="http://schemas.microsoft.com/office/drawing/2014/main" id="{303D317A-61D2-4C69-8341-5C560A5A7028}"/>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sp>
        <p:nvSpPr>
          <p:cNvPr id="34" name="Text Placeholder 2">
            <a:extLst>
              <a:ext uri="{FF2B5EF4-FFF2-40B4-BE49-F238E27FC236}">
                <a16:creationId xmlns:a16="http://schemas.microsoft.com/office/drawing/2014/main" id="{BD620D5A-29D9-4032-9E82-2EB03419E1B8}"/>
              </a:ext>
            </a:extLst>
          </p:cNvPr>
          <p:cNvSpPr>
            <a:spLocks noGrp="1"/>
          </p:cNvSpPr>
          <p:nvPr>
            <p:ph type="body" sz="quarter" idx="12" hasCustomPrompt="1"/>
          </p:nvPr>
        </p:nvSpPr>
        <p:spPr>
          <a:xfrm>
            <a:off x="5417855" y="5946056"/>
            <a:ext cx="2610153" cy="263149"/>
          </a:xfrm>
          <a:prstGeom prst="rect">
            <a:avLst/>
          </a:prstGeom>
          <a:noFill/>
        </p:spPr>
        <p:txBody>
          <a:bodyPr wrap="square" rtlCol="0">
            <a:spAutoFit/>
          </a:bodyPr>
          <a:lstStyle>
            <a:lvl1pPr marL="0" indent="0">
              <a:buNone/>
              <a:defRPr lang="en-US" sz="1200" b="0" smtClean="0">
                <a:latin typeface="Poppins" panose="00000500000000000000" pitchFamily="50" charset="0"/>
                <a:cs typeface="Poppins" panose="00000500000000000000" pitchFamily="50" charset="0"/>
              </a:defRPr>
            </a:lvl1pPr>
            <a:lvl2pPr>
              <a:defRPr lang="en-US" sz="1800" smtClean="0"/>
            </a:lvl2pPr>
            <a:lvl3pPr>
              <a:defRPr lang="en-US" sz="1800" smtClean="0"/>
            </a:lvl3pPr>
            <a:lvl4pPr>
              <a:defRPr lang="en-US" smtClean="0"/>
            </a:lvl4pPr>
            <a:lvl5pPr>
              <a:defRPr lang="en-IN"/>
            </a:lvl5pPr>
          </a:lstStyle>
          <a:p>
            <a:r>
              <a:rPr lang="en-US" sz="1200">
                <a:latin typeface="Poppins" panose="00000500000000000000" pitchFamily="50" charset="0"/>
                <a:cs typeface="Poppins" panose="00000500000000000000" pitchFamily="50" charset="0"/>
              </a:rPr>
              <a:t>Founder of McDonald's</a:t>
            </a:r>
            <a:endParaRPr lang="en-IN" sz="1200">
              <a:latin typeface="Poppins" panose="00000500000000000000" pitchFamily="50" charset="0"/>
              <a:cs typeface="Poppins" panose="00000500000000000000" pitchFamily="50" charset="0"/>
            </a:endParaRPr>
          </a:p>
        </p:txBody>
      </p:sp>
      <p:pic>
        <p:nvPicPr>
          <p:cNvPr id="2" name="Picture 1" descr="A orange and black letter t&#10;&#10;AI-generated content may be incorrect.">
            <a:extLst>
              <a:ext uri="{FF2B5EF4-FFF2-40B4-BE49-F238E27FC236}">
                <a16:creationId xmlns:a16="http://schemas.microsoft.com/office/drawing/2014/main" id="{4C308B70-6162-912E-AEEC-3A12AD49A1A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282844657"/>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hank you - Bangalore India">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3ACAB19B-63C2-49A9-BFE9-38ABC68885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5284020"/>
            <a:ext cx="12192000" cy="1573980"/>
          </a:xfrm>
          <a:prstGeom prst="rect">
            <a:avLst/>
          </a:prstGeom>
        </p:spPr>
      </p:pic>
      <p:sp>
        <p:nvSpPr>
          <p:cNvPr id="4" name="TextBox 3">
            <a:extLst>
              <a:ext uri="{FF2B5EF4-FFF2-40B4-BE49-F238E27FC236}">
                <a16:creationId xmlns:a16="http://schemas.microsoft.com/office/drawing/2014/main" id="{59C99FF1-5590-4EB8-A544-4BA4BA642912}"/>
              </a:ext>
            </a:extLst>
          </p:cNvPr>
          <p:cNvSpPr txBox="1"/>
          <p:nvPr userDrawn="1"/>
        </p:nvSpPr>
        <p:spPr>
          <a:xfrm>
            <a:off x="10141459" y="5385239"/>
            <a:ext cx="1598515" cy="276999"/>
          </a:xfrm>
          <a:prstGeom prst="rect">
            <a:avLst/>
          </a:prstGeom>
          <a:noFill/>
        </p:spPr>
        <p:txBody>
          <a:bodyPr wrap="none" rtlCol="0">
            <a:spAutoFit/>
          </a:bodyPr>
          <a:lstStyle/>
          <a:p>
            <a:pPr algn="ctr"/>
            <a:r>
              <a:rPr lang="en-US" sz="1200" b="1">
                <a:solidFill>
                  <a:schemeClr val="bg1"/>
                </a:solidFill>
                <a:latin typeface="Poppins ExtraBold" panose="00000900000000000000" pitchFamily="2" charset="0"/>
                <a:cs typeface="Poppins ExtraBold" panose="00000900000000000000" pitchFamily="2" charset="0"/>
              </a:rPr>
              <a:t>#BeyondPossible</a:t>
            </a:r>
            <a:endParaRPr lang="en-IN" sz="1200" b="1">
              <a:solidFill>
                <a:schemeClr val="bg1"/>
              </a:solidFill>
              <a:latin typeface="Poppins ExtraBold" panose="00000900000000000000" pitchFamily="2" charset="0"/>
              <a:cs typeface="Poppins ExtraBold" panose="00000900000000000000" pitchFamily="2" charset="0"/>
            </a:endParaRPr>
          </a:p>
        </p:txBody>
      </p:sp>
      <p:sp>
        <p:nvSpPr>
          <p:cNvPr id="5" name="TextBox 4">
            <a:extLst>
              <a:ext uri="{FF2B5EF4-FFF2-40B4-BE49-F238E27FC236}">
                <a16:creationId xmlns:a16="http://schemas.microsoft.com/office/drawing/2014/main" id="{980DEB8F-CCB6-4F1A-A13A-CBF7D1946E36}"/>
              </a:ext>
            </a:extLst>
          </p:cNvPr>
          <p:cNvSpPr txBox="1"/>
          <p:nvPr userDrawn="1"/>
        </p:nvSpPr>
        <p:spPr>
          <a:xfrm>
            <a:off x="2835685" y="2492924"/>
            <a:ext cx="6520631" cy="830997"/>
          </a:xfrm>
          <a:prstGeom prst="rect">
            <a:avLst/>
          </a:prstGeom>
          <a:noFill/>
        </p:spPr>
        <p:txBody>
          <a:bodyPr wrap="square" rtlCol="0">
            <a:spAutoFit/>
          </a:bodyPr>
          <a:lstStyle/>
          <a:p>
            <a:pPr algn="ctr"/>
            <a:r>
              <a:rPr lang="en-IN" sz="4800" b="1">
                <a:latin typeface="Poppins" panose="00000500000000000000" pitchFamily="50" charset="0"/>
                <a:cs typeface="Poppins" panose="00000500000000000000" pitchFamily="50" charset="0"/>
              </a:rPr>
              <a:t>Thank You</a:t>
            </a:r>
          </a:p>
        </p:txBody>
      </p:sp>
    </p:spTree>
    <p:extLst>
      <p:ext uri="{BB962C8B-B14F-4D97-AF65-F5344CB8AC3E}">
        <p14:creationId xmlns:p14="http://schemas.microsoft.com/office/powerpoint/2010/main" val="3845722761"/>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 USA HQ">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3ACAB19B-63C2-49A9-BFE9-38ABC68885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5284020"/>
            <a:ext cx="12192000" cy="1573980"/>
          </a:xfrm>
          <a:prstGeom prst="rect">
            <a:avLst/>
          </a:prstGeom>
        </p:spPr>
      </p:pic>
      <p:sp>
        <p:nvSpPr>
          <p:cNvPr id="4" name="TextBox 3">
            <a:extLst>
              <a:ext uri="{FF2B5EF4-FFF2-40B4-BE49-F238E27FC236}">
                <a16:creationId xmlns:a16="http://schemas.microsoft.com/office/drawing/2014/main" id="{59C99FF1-5590-4EB8-A544-4BA4BA642912}"/>
              </a:ext>
            </a:extLst>
          </p:cNvPr>
          <p:cNvSpPr txBox="1"/>
          <p:nvPr userDrawn="1"/>
        </p:nvSpPr>
        <p:spPr>
          <a:xfrm>
            <a:off x="10141459" y="5385239"/>
            <a:ext cx="1598515" cy="276999"/>
          </a:xfrm>
          <a:prstGeom prst="rect">
            <a:avLst/>
          </a:prstGeom>
          <a:noFill/>
        </p:spPr>
        <p:txBody>
          <a:bodyPr wrap="none" rtlCol="0">
            <a:spAutoFit/>
          </a:bodyPr>
          <a:lstStyle/>
          <a:p>
            <a:pPr algn="ctr"/>
            <a:r>
              <a:rPr lang="en-US" sz="1200" b="1">
                <a:solidFill>
                  <a:schemeClr val="bg1"/>
                </a:solidFill>
                <a:latin typeface="Poppins ExtraBold" panose="00000900000000000000" pitchFamily="2" charset="0"/>
                <a:cs typeface="Poppins ExtraBold" panose="00000900000000000000" pitchFamily="2" charset="0"/>
              </a:rPr>
              <a:t>#BeyondPossible</a:t>
            </a:r>
            <a:endParaRPr lang="en-IN" sz="1200" b="1">
              <a:solidFill>
                <a:schemeClr val="bg1"/>
              </a:solidFill>
              <a:latin typeface="Poppins ExtraBold" panose="00000900000000000000" pitchFamily="2" charset="0"/>
              <a:cs typeface="Poppins ExtraBold" panose="00000900000000000000" pitchFamily="2" charset="0"/>
            </a:endParaRPr>
          </a:p>
        </p:txBody>
      </p:sp>
      <p:sp>
        <p:nvSpPr>
          <p:cNvPr id="5" name="TextBox 4">
            <a:extLst>
              <a:ext uri="{FF2B5EF4-FFF2-40B4-BE49-F238E27FC236}">
                <a16:creationId xmlns:a16="http://schemas.microsoft.com/office/drawing/2014/main" id="{980DEB8F-CCB6-4F1A-A13A-CBF7D1946E36}"/>
              </a:ext>
            </a:extLst>
          </p:cNvPr>
          <p:cNvSpPr txBox="1"/>
          <p:nvPr userDrawn="1"/>
        </p:nvSpPr>
        <p:spPr>
          <a:xfrm>
            <a:off x="2835685" y="2492924"/>
            <a:ext cx="6520631" cy="830997"/>
          </a:xfrm>
          <a:prstGeom prst="rect">
            <a:avLst/>
          </a:prstGeom>
          <a:noFill/>
        </p:spPr>
        <p:txBody>
          <a:bodyPr wrap="square" rtlCol="0">
            <a:spAutoFit/>
          </a:bodyPr>
          <a:lstStyle/>
          <a:p>
            <a:pPr algn="ctr"/>
            <a:r>
              <a:rPr lang="en-IN" sz="4800" b="1">
                <a:latin typeface="Poppins" panose="00000500000000000000" pitchFamily="50" charset="0"/>
                <a:cs typeface="Poppins" panose="00000500000000000000" pitchFamily="50" charset="0"/>
              </a:rPr>
              <a:t>Thank You</a:t>
            </a:r>
          </a:p>
        </p:txBody>
      </p:sp>
      <p:sp>
        <p:nvSpPr>
          <p:cNvPr id="6" name="object 29">
            <a:extLst>
              <a:ext uri="{FF2B5EF4-FFF2-40B4-BE49-F238E27FC236}">
                <a16:creationId xmlns:a16="http://schemas.microsoft.com/office/drawing/2014/main" id="{AB470E87-C844-4156-8E92-18723B1D5A75}"/>
              </a:ext>
            </a:extLst>
          </p:cNvPr>
          <p:cNvSpPr txBox="1"/>
          <p:nvPr userDrawn="1"/>
        </p:nvSpPr>
        <p:spPr>
          <a:xfrm>
            <a:off x="2069356" y="6265511"/>
            <a:ext cx="3767410" cy="322235"/>
          </a:xfrm>
          <a:prstGeom prst="rect">
            <a:avLst/>
          </a:prstGeom>
        </p:spPr>
        <p:txBody>
          <a:bodyPr vert="horz" wrap="square" lIns="0" tIns="14319" rIns="0" bIns="0" rtlCol="0">
            <a:spAutoFit/>
          </a:bodyPr>
          <a:lstStyle/>
          <a:p>
            <a:r>
              <a:rPr lang="fr-FR" sz="1000">
                <a:effectLst/>
                <a:latin typeface="Poppins" panose="00000500000000000000" pitchFamily="50" charset="0"/>
                <a:cs typeface="Poppins" panose="00000500000000000000" pitchFamily="50" charset="0"/>
              </a:rPr>
              <a:t>1900 Camden Avenue, #66,</a:t>
            </a:r>
          </a:p>
          <a:p>
            <a:r>
              <a:rPr lang="fr-FR" sz="1000">
                <a:effectLst/>
                <a:latin typeface="Poppins" panose="00000500000000000000" pitchFamily="50" charset="0"/>
                <a:cs typeface="Poppins" panose="00000500000000000000" pitchFamily="50" charset="0"/>
              </a:rPr>
              <a:t>San Jose, CA 95124.</a:t>
            </a:r>
            <a:endParaRPr lang="en-US" sz="1000">
              <a:effectLst/>
              <a:latin typeface="Poppins" panose="00000500000000000000" pitchFamily="50" charset="0"/>
              <a:cs typeface="Poppins" panose="00000500000000000000" pitchFamily="50" charset="0"/>
            </a:endParaRPr>
          </a:p>
        </p:txBody>
      </p:sp>
      <p:sp>
        <p:nvSpPr>
          <p:cNvPr id="9" name="object 21">
            <a:extLst>
              <a:ext uri="{FF2B5EF4-FFF2-40B4-BE49-F238E27FC236}">
                <a16:creationId xmlns:a16="http://schemas.microsoft.com/office/drawing/2014/main" id="{2002698A-E811-41DE-8B56-DC17E230969E}"/>
              </a:ext>
            </a:extLst>
          </p:cNvPr>
          <p:cNvSpPr txBox="1">
            <a:spLocks/>
          </p:cNvSpPr>
          <p:nvPr userDrawn="1"/>
        </p:nvSpPr>
        <p:spPr>
          <a:xfrm>
            <a:off x="2069356" y="6031802"/>
            <a:ext cx="3099147"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Tredence Inc.</a:t>
            </a:r>
          </a:p>
        </p:txBody>
      </p:sp>
      <p:sp>
        <p:nvSpPr>
          <p:cNvPr id="14" name="object 30">
            <a:extLst>
              <a:ext uri="{FF2B5EF4-FFF2-40B4-BE49-F238E27FC236}">
                <a16:creationId xmlns:a16="http://schemas.microsoft.com/office/drawing/2014/main" id="{45A2CB95-4311-4B87-A6D3-F14D1F2D1BF2}"/>
              </a:ext>
            </a:extLst>
          </p:cNvPr>
          <p:cNvSpPr txBox="1"/>
          <p:nvPr userDrawn="1"/>
        </p:nvSpPr>
        <p:spPr>
          <a:xfrm>
            <a:off x="9152208" y="6267687"/>
            <a:ext cx="508259" cy="175576"/>
          </a:xfrm>
          <a:prstGeom prst="rect">
            <a:avLst/>
          </a:prstGeom>
        </p:spPr>
        <p:txBody>
          <a:bodyPr vert="horz" wrap="square" lIns="0" tIns="21478" rIns="0" bIns="0" rtlCol="0">
            <a:spAutoFit/>
          </a:bodyPr>
          <a:lstStyle/>
          <a:p>
            <a:pPr>
              <a:spcBef>
                <a:spcPts val="169"/>
              </a:spcBef>
            </a:pPr>
            <a:r>
              <a:rPr lang="en-IN" sz="1000" spc="-19">
                <a:solidFill>
                  <a:srgbClr val="231F20"/>
                </a:solidFill>
                <a:latin typeface="Poppins" panose="00000500000000000000" pitchFamily="50" charset="0"/>
                <a:cs typeface="Poppins" panose="00000500000000000000" pitchFamily="50" charset="0"/>
              </a:rPr>
              <a:t>Mobile:</a:t>
            </a:r>
            <a:endParaRPr sz="1000">
              <a:latin typeface="Poppins" panose="00000500000000000000" pitchFamily="50" charset="0"/>
              <a:cs typeface="Poppins" panose="00000500000000000000" pitchFamily="50" charset="0"/>
            </a:endParaRPr>
          </a:p>
        </p:txBody>
      </p:sp>
      <p:sp>
        <p:nvSpPr>
          <p:cNvPr id="15" name="object 31">
            <a:extLst>
              <a:ext uri="{FF2B5EF4-FFF2-40B4-BE49-F238E27FC236}">
                <a16:creationId xmlns:a16="http://schemas.microsoft.com/office/drawing/2014/main" id="{24BDDFED-4199-465E-B9AB-0A8261FCCEC7}"/>
              </a:ext>
            </a:extLst>
          </p:cNvPr>
          <p:cNvSpPr txBox="1"/>
          <p:nvPr userDrawn="1"/>
        </p:nvSpPr>
        <p:spPr>
          <a:xfrm>
            <a:off x="9194543" y="6435769"/>
            <a:ext cx="440525" cy="175576"/>
          </a:xfrm>
          <a:prstGeom prst="rect">
            <a:avLst/>
          </a:prstGeom>
        </p:spPr>
        <p:txBody>
          <a:bodyPr vert="horz" wrap="square" lIns="0" tIns="21478" rIns="0" bIns="0" rtlCol="0">
            <a:spAutoFit/>
          </a:bodyPr>
          <a:lstStyle/>
          <a:p>
            <a:pPr>
              <a:spcBef>
                <a:spcPts val="169"/>
              </a:spcBef>
            </a:pPr>
            <a:r>
              <a:rPr lang="en-IN" sz="1000" spc="25">
                <a:solidFill>
                  <a:srgbClr val="231F20"/>
                </a:solidFill>
                <a:latin typeface="Poppins" panose="00000500000000000000" pitchFamily="50" charset="0"/>
                <a:cs typeface="Poppins" panose="00000500000000000000" pitchFamily="50" charset="0"/>
              </a:rPr>
              <a:t>Email:</a:t>
            </a:r>
            <a:endParaRPr sz="1000">
              <a:latin typeface="Poppins" panose="00000500000000000000" pitchFamily="50" charset="0"/>
              <a:cs typeface="Poppins" panose="00000500000000000000" pitchFamily="50" charset="0"/>
            </a:endParaRPr>
          </a:p>
        </p:txBody>
      </p:sp>
      <p:sp>
        <p:nvSpPr>
          <p:cNvPr id="16" name="object 21">
            <a:extLst>
              <a:ext uri="{FF2B5EF4-FFF2-40B4-BE49-F238E27FC236}">
                <a16:creationId xmlns:a16="http://schemas.microsoft.com/office/drawing/2014/main" id="{F2B1623C-BC6C-4356-BE23-DEE70F76EB31}"/>
              </a:ext>
            </a:extLst>
          </p:cNvPr>
          <p:cNvSpPr txBox="1">
            <a:spLocks/>
          </p:cNvSpPr>
          <p:nvPr userDrawn="1"/>
        </p:nvSpPr>
        <p:spPr>
          <a:xfrm>
            <a:off x="9152208" y="6031802"/>
            <a:ext cx="1663549"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CONTACT DETAILS</a:t>
            </a:r>
          </a:p>
        </p:txBody>
      </p:sp>
      <p:sp>
        <p:nvSpPr>
          <p:cNvPr id="17" name="Text Placeholder 11">
            <a:extLst>
              <a:ext uri="{FF2B5EF4-FFF2-40B4-BE49-F238E27FC236}">
                <a16:creationId xmlns:a16="http://schemas.microsoft.com/office/drawing/2014/main" id="{41ED0316-68B6-44B7-90EC-023AB64C88F0}"/>
              </a:ext>
            </a:extLst>
          </p:cNvPr>
          <p:cNvSpPr>
            <a:spLocks noGrp="1"/>
          </p:cNvSpPr>
          <p:nvPr>
            <p:ph type="body" sz="quarter" idx="10" hasCustomPrompt="1"/>
          </p:nvPr>
        </p:nvSpPr>
        <p:spPr>
          <a:xfrm>
            <a:off x="9660467" y="6273458"/>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number</a:t>
            </a:r>
            <a:endParaRPr lang="en-IN"/>
          </a:p>
        </p:txBody>
      </p:sp>
      <p:sp>
        <p:nvSpPr>
          <p:cNvPr id="18" name="Text Placeholder 11">
            <a:extLst>
              <a:ext uri="{FF2B5EF4-FFF2-40B4-BE49-F238E27FC236}">
                <a16:creationId xmlns:a16="http://schemas.microsoft.com/office/drawing/2014/main" id="{CF8A4F0F-1163-4950-A0F2-D0B7E189D3CF}"/>
              </a:ext>
            </a:extLst>
          </p:cNvPr>
          <p:cNvSpPr>
            <a:spLocks noGrp="1"/>
          </p:cNvSpPr>
          <p:nvPr>
            <p:ph type="body" sz="quarter" idx="11" hasCustomPrompt="1"/>
          </p:nvPr>
        </p:nvSpPr>
        <p:spPr>
          <a:xfrm>
            <a:off x="9660467" y="6441540"/>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email ID</a:t>
            </a:r>
            <a:endParaRPr lang="en-IN"/>
          </a:p>
        </p:txBody>
      </p:sp>
    </p:spTree>
    <p:extLst>
      <p:ext uri="{BB962C8B-B14F-4D97-AF65-F5344CB8AC3E}">
        <p14:creationId xmlns:p14="http://schemas.microsoft.com/office/powerpoint/2010/main" val="3214712594"/>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hank you - Canada">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3ACAB19B-63C2-49A9-BFE9-38ABC68885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5284020"/>
            <a:ext cx="12192000" cy="1573980"/>
          </a:xfrm>
          <a:prstGeom prst="rect">
            <a:avLst/>
          </a:prstGeom>
        </p:spPr>
      </p:pic>
      <p:sp>
        <p:nvSpPr>
          <p:cNvPr id="4" name="TextBox 3">
            <a:extLst>
              <a:ext uri="{FF2B5EF4-FFF2-40B4-BE49-F238E27FC236}">
                <a16:creationId xmlns:a16="http://schemas.microsoft.com/office/drawing/2014/main" id="{59C99FF1-5590-4EB8-A544-4BA4BA642912}"/>
              </a:ext>
            </a:extLst>
          </p:cNvPr>
          <p:cNvSpPr txBox="1"/>
          <p:nvPr userDrawn="1"/>
        </p:nvSpPr>
        <p:spPr>
          <a:xfrm>
            <a:off x="10141459" y="5385239"/>
            <a:ext cx="1598515" cy="276999"/>
          </a:xfrm>
          <a:prstGeom prst="rect">
            <a:avLst/>
          </a:prstGeom>
          <a:noFill/>
        </p:spPr>
        <p:txBody>
          <a:bodyPr wrap="none" rtlCol="0">
            <a:spAutoFit/>
          </a:bodyPr>
          <a:lstStyle/>
          <a:p>
            <a:pPr algn="ctr"/>
            <a:r>
              <a:rPr lang="en-US" sz="1200" b="1">
                <a:solidFill>
                  <a:schemeClr val="bg1"/>
                </a:solidFill>
                <a:latin typeface="Poppins ExtraBold" panose="00000900000000000000" pitchFamily="2" charset="0"/>
                <a:cs typeface="Poppins ExtraBold" panose="00000900000000000000" pitchFamily="2" charset="0"/>
              </a:rPr>
              <a:t>#BeyondPossible</a:t>
            </a:r>
            <a:endParaRPr lang="en-IN" sz="1200" b="1">
              <a:solidFill>
                <a:schemeClr val="bg1"/>
              </a:solidFill>
              <a:latin typeface="Poppins ExtraBold" panose="00000900000000000000" pitchFamily="2" charset="0"/>
              <a:cs typeface="Poppins ExtraBold" panose="00000900000000000000" pitchFamily="2" charset="0"/>
            </a:endParaRPr>
          </a:p>
        </p:txBody>
      </p:sp>
      <p:sp>
        <p:nvSpPr>
          <p:cNvPr id="5" name="TextBox 4">
            <a:extLst>
              <a:ext uri="{FF2B5EF4-FFF2-40B4-BE49-F238E27FC236}">
                <a16:creationId xmlns:a16="http://schemas.microsoft.com/office/drawing/2014/main" id="{980DEB8F-CCB6-4F1A-A13A-CBF7D1946E36}"/>
              </a:ext>
            </a:extLst>
          </p:cNvPr>
          <p:cNvSpPr txBox="1"/>
          <p:nvPr userDrawn="1"/>
        </p:nvSpPr>
        <p:spPr>
          <a:xfrm>
            <a:off x="2835685" y="2492924"/>
            <a:ext cx="6520631" cy="830997"/>
          </a:xfrm>
          <a:prstGeom prst="rect">
            <a:avLst/>
          </a:prstGeom>
          <a:noFill/>
        </p:spPr>
        <p:txBody>
          <a:bodyPr wrap="square" rtlCol="0">
            <a:spAutoFit/>
          </a:bodyPr>
          <a:lstStyle/>
          <a:p>
            <a:pPr algn="ctr"/>
            <a:r>
              <a:rPr lang="en-IN" sz="4800" b="1">
                <a:latin typeface="Poppins" panose="00000500000000000000" pitchFamily="50" charset="0"/>
                <a:cs typeface="Poppins" panose="00000500000000000000" pitchFamily="50" charset="0"/>
              </a:rPr>
              <a:t>Thank You</a:t>
            </a:r>
          </a:p>
        </p:txBody>
      </p:sp>
      <p:sp>
        <p:nvSpPr>
          <p:cNvPr id="6" name="object 29">
            <a:extLst>
              <a:ext uri="{FF2B5EF4-FFF2-40B4-BE49-F238E27FC236}">
                <a16:creationId xmlns:a16="http://schemas.microsoft.com/office/drawing/2014/main" id="{AB470E87-C844-4156-8E92-18723B1D5A75}"/>
              </a:ext>
            </a:extLst>
          </p:cNvPr>
          <p:cNvSpPr txBox="1"/>
          <p:nvPr userDrawn="1"/>
        </p:nvSpPr>
        <p:spPr>
          <a:xfrm>
            <a:off x="2069356" y="6265511"/>
            <a:ext cx="3767410" cy="476124"/>
          </a:xfrm>
          <a:prstGeom prst="rect">
            <a:avLst/>
          </a:prstGeom>
        </p:spPr>
        <p:txBody>
          <a:bodyPr vert="horz" wrap="square" lIns="0" tIns="14319" rIns="0" bIns="0" rtlCol="0">
            <a:spAutoFit/>
          </a:bodyPr>
          <a:lstStyle/>
          <a:p>
            <a:r>
              <a:rPr lang="en-US" sz="1000">
                <a:effectLst/>
                <a:latin typeface="Poppins" panose="00000500000000000000" pitchFamily="50" charset="0"/>
                <a:cs typeface="Poppins" panose="00000500000000000000" pitchFamily="50" charset="0"/>
              </a:rPr>
              <a:t>4 Robert Speck Parkway,</a:t>
            </a:r>
          </a:p>
          <a:p>
            <a:r>
              <a:rPr lang="en-US" sz="1000">
                <a:effectLst/>
                <a:latin typeface="Poppins" panose="00000500000000000000" pitchFamily="50" charset="0"/>
                <a:cs typeface="Poppins" panose="00000500000000000000" pitchFamily="50" charset="0"/>
              </a:rPr>
              <a:t>15th Floor,</a:t>
            </a:r>
          </a:p>
          <a:p>
            <a:r>
              <a:rPr lang="en-US" sz="1000">
                <a:effectLst/>
                <a:latin typeface="Poppins" panose="00000500000000000000" pitchFamily="50" charset="0"/>
                <a:cs typeface="Poppins" panose="00000500000000000000" pitchFamily="50" charset="0"/>
              </a:rPr>
              <a:t>Mississauga, ON L4Z 1S1</a:t>
            </a:r>
          </a:p>
        </p:txBody>
      </p:sp>
      <p:sp>
        <p:nvSpPr>
          <p:cNvPr id="9" name="object 21">
            <a:extLst>
              <a:ext uri="{FF2B5EF4-FFF2-40B4-BE49-F238E27FC236}">
                <a16:creationId xmlns:a16="http://schemas.microsoft.com/office/drawing/2014/main" id="{2002698A-E811-41DE-8B56-DC17E230969E}"/>
              </a:ext>
            </a:extLst>
          </p:cNvPr>
          <p:cNvSpPr txBox="1">
            <a:spLocks/>
          </p:cNvSpPr>
          <p:nvPr userDrawn="1"/>
        </p:nvSpPr>
        <p:spPr>
          <a:xfrm>
            <a:off x="2069356" y="6031802"/>
            <a:ext cx="3099147"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Tredence Canada Inc.</a:t>
            </a:r>
          </a:p>
        </p:txBody>
      </p:sp>
      <p:sp>
        <p:nvSpPr>
          <p:cNvPr id="14" name="object 30">
            <a:extLst>
              <a:ext uri="{FF2B5EF4-FFF2-40B4-BE49-F238E27FC236}">
                <a16:creationId xmlns:a16="http://schemas.microsoft.com/office/drawing/2014/main" id="{45A2CB95-4311-4B87-A6D3-F14D1F2D1BF2}"/>
              </a:ext>
            </a:extLst>
          </p:cNvPr>
          <p:cNvSpPr txBox="1"/>
          <p:nvPr userDrawn="1"/>
        </p:nvSpPr>
        <p:spPr>
          <a:xfrm>
            <a:off x="9152208" y="6267687"/>
            <a:ext cx="508259" cy="175576"/>
          </a:xfrm>
          <a:prstGeom prst="rect">
            <a:avLst/>
          </a:prstGeom>
        </p:spPr>
        <p:txBody>
          <a:bodyPr vert="horz" wrap="square" lIns="0" tIns="21478" rIns="0" bIns="0" rtlCol="0">
            <a:spAutoFit/>
          </a:bodyPr>
          <a:lstStyle/>
          <a:p>
            <a:pPr>
              <a:spcBef>
                <a:spcPts val="169"/>
              </a:spcBef>
            </a:pPr>
            <a:r>
              <a:rPr lang="en-IN" sz="1000" spc="-19">
                <a:solidFill>
                  <a:srgbClr val="231F20"/>
                </a:solidFill>
                <a:latin typeface="Poppins" panose="00000500000000000000" pitchFamily="50" charset="0"/>
                <a:cs typeface="Poppins" panose="00000500000000000000" pitchFamily="50" charset="0"/>
              </a:rPr>
              <a:t>Mobile:</a:t>
            </a:r>
            <a:endParaRPr sz="1000">
              <a:latin typeface="Poppins" panose="00000500000000000000" pitchFamily="50" charset="0"/>
              <a:cs typeface="Poppins" panose="00000500000000000000" pitchFamily="50" charset="0"/>
            </a:endParaRPr>
          </a:p>
        </p:txBody>
      </p:sp>
      <p:sp>
        <p:nvSpPr>
          <p:cNvPr id="15" name="object 31">
            <a:extLst>
              <a:ext uri="{FF2B5EF4-FFF2-40B4-BE49-F238E27FC236}">
                <a16:creationId xmlns:a16="http://schemas.microsoft.com/office/drawing/2014/main" id="{24BDDFED-4199-465E-B9AB-0A8261FCCEC7}"/>
              </a:ext>
            </a:extLst>
          </p:cNvPr>
          <p:cNvSpPr txBox="1"/>
          <p:nvPr userDrawn="1"/>
        </p:nvSpPr>
        <p:spPr>
          <a:xfrm>
            <a:off x="9194543" y="6435769"/>
            <a:ext cx="440525" cy="175576"/>
          </a:xfrm>
          <a:prstGeom prst="rect">
            <a:avLst/>
          </a:prstGeom>
        </p:spPr>
        <p:txBody>
          <a:bodyPr vert="horz" wrap="square" lIns="0" tIns="21478" rIns="0" bIns="0" rtlCol="0">
            <a:spAutoFit/>
          </a:bodyPr>
          <a:lstStyle/>
          <a:p>
            <a:pPr>
              <a:spcBef>
                <a:spcPts val="169"/>
              </a:spcBef>
            </a:pPr>
            <a:r>
              <a:rPr lang="en-IN" sz="1000" spc="25">
                <a:solidFill>
                  <a:srgbClr val="231F20"/>
                </a:solidFill>
                <a:latin typeface="Poppins" panose="00000500000000000000" pitchFamily="50" charset="0"/>
                <a:cs typeface="Poppins" panose="00000500000000000000" pitchFamily="50" charset="0"/>
              </a:rPr>
              <a:t>Email:</a:t>
            </a:r>
            <a:endParaRPr sz="1000">
              <a:latin typeface="Poppins" panose="00000500000000000000" pitchFamily="50" charset="0"/>
              <a:cs typeface="Poppins" panose="00000500000000000000" pitchFamily="50" charset="0"/>
            </a:endParaRPr>
          </a:p>
        </p:txBody>
      </p:sp>
      <p:sp>
        <p:nvSpPr>
          <p:cNvPr id="16" name="object 21">
            <a:extLst>
              <a:ext uri="{FF2B5EF4-FFF2-40B4-BE49-F238E27FC236}">
                <a16:creationId xmlns:a16="http://schemas.microsoft.com/office/drawing/2014/main" id="{F2B1623C-BC6C-4356-BE23-DEE70F76EB31}"/>
              </a:ext>
            </a:extLst>
          </p:cNvPr>
          <p:cNvSpPr txBox="1">
            <a:spLocks/>
          </p:cNvSpPr>
          <p:nvPr userDrawn="1"/>
        </p:nvSpPr>
        <p:spPr>
          <a:xfrm>
            <a:off x="9152208" y="6031802"/>
            <a:ext cx="1663549"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CONTACT DETAILS</a:t>
            </a:r>
          </a:p>
        </p:txBody>
      </p:sp>
      <p:sp>
        <p:nvSpPr>
          <p:cNvPr id="17" name="Text Placeholder 11">
            <a:extLst>
              <a:ext uri="{FF2B5EF4-FFF2-40B4-BE49-F238E27FC236}">
                <a16:creationId xmlns:a16="http://schemas.microsoft.com/office/drawing/2014/main" id="{41ED0316-68B6-44B7-90EC-023AB64C88F0}"/>
              </a:ext>
            </a:extLst>
          </p:cNvPr>
          <p:cNvSpPr>
            <a:spLocks noGrp="1"/>
          </p:cNvSpPr>
          <p:nvPr>
            <p:ph type="body" sz="quarter" idx="10" hasCustomPrompt="1"/>
          </p:nvPr>
        </p:nvSpPr>
        <p:spPr>
          <a:xfrm>
            <a:off x="9660467" y="6273458"/>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number</a:t>
            </a:r>
            <a:endParaRPr lang="en-IN"/>
          </a:p>
        </p:txBody>
      </p:sp>
      <p:sp>
        <p:nvSpPr>
          <p:cNvPr id="18" name="Text Placeholder 11">
            <a:extLst>
              <a:ext uri="{FF2B5EF4-FFF2-40B4-BE49-F238E27FC236}">
                <a16:creationId xmlns:a16="http://schemas.microsoft.com/office/drawing/2014/main" id="{CF8A4F0F-1163-4950-A0F2-D0B7E189D3CF}"/>
              </a:ext>
            </a:extLst>
          </p:cNvPr>
          <p:cNvSpPr>
            <a:spLocks noGrp="1"/>
          </p:cNvSpPr>
          <p:nvPr>
            <p:ph type="body" sz="quarter" idx="11" hasCustomPrompt="1"/>
          </p:nvPr>
        </p:nvSpPr>
        <p:spPr>
          <a:xfrm>
            <a:off x="9660467" y="6441540"/>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email ID</a:t>
            </a:r>
            <a:endParaRPr lang="en-IN"/>
          </a:p>
        </p:txBody>
      </p:sp>
    </p:spTree>
    <p:extLst>
      <p:ext uri="{BB962C8B-B14F-4D97-AF65-F5344CB8AC3E}">
        <p14:creationId xmlns:p14="http://schemas.microsoft.com/office/powerpoint/2010/main" val="4256051733"/>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hank you - Chicago">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3ACAB19B-63C2-49A9-BFE9-38ABC68885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5284020"/>
            <a:ext cx="12192000" cy="1573980"/>
          </a:xfrm>
          <a:prstGeom prst="rect">
            <a:avLst/>
          </a:prstGeom>
        </p:spPr>
      </p:pic>
      <p:sp>
        <p:nvSpPr>
          <p:cNvPr id="4" name="TextBox 3">
            <a:extLst>
              <a:ext uri="{FF2B5EF4-FFF2-40B4-BE49-F238E27FC236}">
                <a16:creationId xmlns:a16="http://schemas.microsoft.com/office/drawing/2014/main" id="{59C99FF1-5590-4EB8-A544-4BA4BA642912}"/>
              </a:ext>
            </a:extLst>
          </p:cNvPr>
          <p:cNvSpPr txBox="1"/>
          <p:nvPr userDrawn="1"/>
        </p:nvSpPr>
        <p:spPr>
          <a:xfrm>
            <a:off x="10141459" y="5385239"/>
            <a:ext cx="1598515" cy="276999"/>
          </a:xfrm>
          <a:prstGeom prst="rect">
            <a:avLst/>
          </a:prstGeom>
          <a:noFill/>
        </p:spPr>
        <p:txBody>
          <a:bodyPr wrap="none" rtlCol="0">
            <a:spAutoFit/>
          </a:bodyPr>
          <a:lstStyle/>
          <a:p>
            <a:pPr algn="ctr"/>
            <a:r>
              <a:rPr lang="en-US" sz="1200" b="1">
                <a:solidFill>
                  <a:schemeClr val="bg1"/>
                </a:solidFill>
                <a:latin typeface="Poppins ExtraBold" panose="00000900000000000000" pitchFamily="2" charset="0"/>
                <a:cs typeface="Poppins ExtraBold" panose="00000900000000000000" pitchFamily="2" charset="0"/>
              </a:rPr>
              <a:t>#BeyondPossible</a:t>
            </a:r>
            <a:endParaRPr lang="en-IN" sz="1200" b="1">
              <a:solidFill>
                <a:schemeClr val="bg1"/>
              </a:solidFill>
              <a:latin typeface="Poppins ExtraBold" panose="00000900000000000000" pitchFamily="2" charset="0"/>
              <a:cs typeface="Poppins ExtraBold" panose="00000900000000000000" pitchFamily="2" charset="0"/>
            </a:endParaRPr>
          </a:p>
        </p:txBody>
      </p:sp>
      <p:sp>
        <p:nvSpPr>
          <p:cNvPr id="5" name="TextBox 4">
            <a:extLst>
              <a:ext uri="{FF2B5EF4-FFF2-40B4-BE49-F238E27FC236}">
                <a16:creationId xmlns:a16="http://schemas.microsoft.com/office/drawing/2014/main" id="{980DEB8F-CCB6-4F1A-A13A-CBF7D1946E36}"/>
              </a:ext>
            </a:extLst>
          </p:cNvPr>
          <p:cNvSpPr txBox="1"/>
          <p:nvPr userDrawn="1"/>
        </p:nvSpPr>
        <p:spPr>
          <a:xfrm>
            <a:off x="2835685" y="2492924"/>
            <a:ext cx="6520631" cy="830997"/>
          </a:xfrm>
          <a:prstGeom prst="rect">
            <a:avLst/>
          </a:prstGeom>
          <a:noFill/>
        </p:spPr>
        <p:txBody>
          <a:bodyPr wrap="square" rtlCol="0">
            <a:spAutoFit/>
          </a:bodyPr>
          <a:lstStyle/>
          <a:p>
            <a:pPr algn="ctr"/>
            <a:r>
              <a:rPr lang="en-IN" sz="4800" b="1">
                <a:latin typeface="Poppins" panose="00000500000000000000" pitchFamily="50" charset="0"/>
                <a:cs typeface="Poppins" panose="00000500000000000000" pitchFamily="50" charset="0"/>
              </a:rPr>
              <a:t>Thank You</a:t>
            </a:r>
          </a:p>
        </p:txBody>
      </p:sp>
      <p:sp>
        <p:nvSpPr>
          <p:cNvPr id="6" name="object 29">
            <a:extLst>
              <a:ext uri="{FF2B5EF4-FFF2-40B4-BE49-F238E27FC236}">
                <a16:creationId xmlns:a16="http://schemas.microsoft.com/office/drawing/2014/main" id="{AB470E87-C844-4156-8E92-18723B1D5A75}"/>
              </a:ext>
            </a:extLst>
          </p:cNvPr>
          <p:cNvSpPr txBox="1"/>
          <p:nvPr userDrawn="1"/>
        </p:nvSpPr>
        <p:spPr>
          <a:xfrm>
            <a:off x="2069356" y="6265511"/>
            <a:ext cx="3767410" cy="322235"/>
          </a:xfrm>
          <a:prstGeom prst="rect">
            <a:avLst/>
          </a:prstGeom>
        </p:spPr>
        <p:txBody>
          <a:bodyPr vert="horz" wrap="square" lIns="0" tIns="14319" rIns="0" bIns="0" rtlCol="0">
            <a:spAutoFit/>
          </a:bodyPr>
          <a:lstStyle/>
          <a:p>
            <a:r>
              <a:rPr lang="en-US" sz="1000">
                <a:effectLst/>
                <a:latin typeface="Poppins" panose="00000500000000000000" pitchFamily="50" charset="0"/>
                <a:cs typeface="Poppins" panose="00000500000000000000" pitchFamily="50" charset="0"/>
              </a:rPr>
              <a:t>130 E Randolph St, #1950,</a:t>
            </a:r>
          </a:p>
          <a:p>
            <a:r>
              <a:rPr lang="en-US" sz="1000">
                <a:effectLst/>
                <a:latin typeface="Poppins" panose="00000500000000000000" pitchFamily="50" charset="0"/>
                <a:cs typeface="Poppins" panose="00000500000000000000" pitchFamily="50" charset="0"/>
              </a:rPr>
              <a:t>Chicago IL 60601</a:t>
            </a:r>
          </a:p>
        </p:txBody>
      </p:sp>
      <p:sp>
        <p:nvSpPr>
          <p:cNvPr id="9" name="object 21">
            <a:extLst>
              <a:ext uri="{FF2B5EF4-FFF2-40B4-BE49-F238E27FC236}">
                <a16:creationId xmlns:a16="http://schemas.microsoft.com/office/drawing/2014/main" id="{2002698A-E811-41DE-8B56-DC17E230969E}"/>
              </a:ext>
            </a:extLst>
          </p:cNvPr>
          <p:cNvSpPr txBox="1">
            <a:spLocks/>
          </p:cNvSpPr>
          <p:nvPr userDrawn="1"/>
        </p:nvSpPr>
        <p:spPr>
          <a:xfrm>
            <a:off x="2069356" y="6031802"/>
            <a:ext cx="3099147"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Tredence Inc.</a:t>
            </a:r>
          </a:p>
        </p:txBody>
      </p:sp>
      <p:sp>
        <p:nvSpPr>
          <p:cNvPr id="14" name="object 30">
            <a:extLst>
              <a:ext uri="{FF2B5EF4-FFF2-40B4-BE49-F238E27FC236}">
                <a16:creationId xmlns:a16="http://schemas.microsoft.com/office/drawing/2014/main" id="{45A2CB95-4311-4B87-A6D3-F14D1F2D1BF2}"/>
              </a:ext>
            </a:extLst>
          </p:cNvPr>
          <p:cNvSpPr txBox="1"/>
          <p:nvPr userDrawn="1"/>
        </p:nvSpPr>
        <p:spPr>
          <a:xfrm>
            <a:off x="9152208" y="6267687"/>
            <a:ext cx="508259" cy="175576"/>
          </a:xfrm>
          <a:prstGeom prst="rect">
            <a:avLst/>
          </a:prstGeom>
        </p:spPr>
        <p:txBody>
          <a:bodyPr vert="horz" wrap="square" lIns="0" tIns="21478" rIns="0" bIns="0" rtlCol="0">
            <a:spAutoFit/>
          </a:bodyPr>
          <a:lstStyle/>
          <a:p>
            <a:pPr>
              <a:spcBef>
                <a:spcPts val="169"/>
              </a:spcBef>
            </a:pPr>
            <a:r>
              <a:rPr lang="en-IN" sz="1000" spc="-19">
                <a:solidFill>
                  <a:srgbClr val="231F20"/>
                </a:solidFill>
                <a:latin typeface="Poppins" panose="00000500000000000000" pitchFamily="50" charset="0"/>
                <a:cs typeface="Poppins" panose="00000500000000000000" pitchFamily="50" charset="0"/>
              </a:rPr>
              <a:t>Mobile:</a:t>
            </a:r>
            <a:endParaRPr sz="1000">
              <a:latin typeface="Poppins" panose="00000500000000000000" pitchFamily="50" charset="0"/>
              <a:cs typeface="Poppins" panose="00000500000000000000" pitchFamily="50" charset="0"/>
            </a:endParaRPr>
          </a:p>
        </p:txBody>
      </p:sp>
      <p:sp>
        <p:nvSpPr>
          <p:cNvPr id="15" name="object 31">
            <a:extLst>
              <a:ext uri="{FF2B5EF4-FFF2-40B4-BE49-F238E27FC236}">
                <a16:creationId xmlns:a16="http://schemas.microsoft.com/office/drawing/2014/main" id="{24BDDFED-4199-465E-B9AB-0A8261FCCEC7}"/>
              </a:ext>
            </a:extLst>
          </p:cNvPr>
          <p:cNvSpPr txBox="1"/>
          <p:nvPr userDrawn="1"/>
        </p:nvSpPr>
        <p:spPr>
          <a:xfrm>
            <a:off x="9194543" y="6435769"/>
            <a:ext cx="440525" cy="175576"/>
          </a:xfrm>
          <a:prstGeom prst="rect">
            <a:avLst/>
          </a:prstGeom>
        </p:spPr>
        <p:txBody>
          <a:bodyPr vert="horz" wrap="square" lIns="0" tIns="21478" rIns="0" bIns="0" rtlCol="0">
            <a:spAutoFit/>
          </a:bodyPr>
          <a:lstStyle/>
          <a:p>
            <a:pPr>
              <a:spcBef>
                <a:spcPts val="169"/>
              </a:spcBef>
            </a:pPr>
            <a:r>
              <a:rPr lang="en-IN" sz="1000" spc="25">
                <a:solidFill>
                  <a:srgbClr val="231F20"/>
                </a:solidFill>
                <a:latin typeface="Poppins" panose="00000500000000000000" pitchFamily="50" charset="0"/>
                <a:cs typeface="Poppins" panose="00000500000000000000" pitchFamily="50" charset="0"/>
              </a:rPr>
              <a:t>Email:</a:t>
            </a:r>
            <a:endParaRPr sz="1000">
              <a:latin typeface="Poppins" panose="00000500000000000000" pitchFamily="50" charset="0"/>
              <a:cs typeface="Poppins" panose="00000500000000000000" pitchFamily="50" charset="0"/>
            </a:endParaRPr>
          </a:p>
        </p:txBody>
      </p:sp>
      <p:sp>
        <p:nvSpPr>
          <p:cNvPr id="16" name="object 21">
            <a:extLst>
              <a:ext uri="{FF2B5EF4-FFF2-40B4-BE49-F238E27FC236}">
                <a16:creationId xmlns:a16="http://schemas.microsoft.com/office/drawing/2014/main" id="{F2B1623C-BC6C-4356-BE23-DEE70F76EB31}"/>
              </a:ext>
            </a:extLst>
          </p:cNvPr>
          <p:cNvSpPr txBox="1">
            <a:spLocks/>
          </p:cNvSpPr>
          <p:nvPr userDrawn="1"/>
        </p:nvSpPr>
        <p:spPr>
          <a:xfrm>
            <a:off x="9152208" y="6031802"/>
            <a:ext cx="1663549"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CONTACT DETAILS</a:t>
            </a:r>
          </a:p>
        </p:txBody>
      </p:sp>
      <p:sp>
        <p:nvSpPr>
          <p:cNvPr id="17" name="Text Placeholder 11">
            <a:extLst>
              <a:ext uri="{FF2B5EF4-FFF2-40B4-BE49-F238E27FC236}">
                <a16:creationId xmlns:a16="http://schemas.microsoft.com/office/drawing/2014/main" id="{41ED0316-68B6-44B7-90EC-023AB64C88F0}"/>
              </a:ext>
            </a:extLst>
          </p:cNvPr>
          <p:cNvSpPr>
            <a:spLocks noGrp="1"/>
          </p:cNvSpPr>
          <p:nvPr>
            <p:ph type="body" sz="quarter" idx="10" hasCustomPrompt="1"/>
          </p:nvPr>
        </p:nvSpPr>
        <p:spPr>
          <a:xfrm>
            <a:off x="9660467" y="6273458"/>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number</a:t>
            </a:r>
            <a:endParaRPr lang="en-IN"/>
          </a:p>
        </p:txBody>
      </p:sp>
      <p:sp>
        <p:nvSpPr>
          <p:cNvPr id="18" name="Text Placeholder 11">
            <a:extLst>
              <a:ext uri="{FF2B5EF4-FFF2-40B4-BE49-F238E27FC236}">
                <a16:creationId xmlns:a16="http://schemas.microsoft.com/office/drawing/2014/main" id="{CF8A4F0F-1163-4950-A0F2-D0B7E189D3CF}"/>
              </a:ext>
            </a:extLst>
          </p:cNvPr>
          <p:cNvSpPr>
            <a:spLocks noGrp="1"/>
          </p:cNvSpPr>
          <p:nvPr>
            <p:ph type="body" sz="quarter" idx="11" hasCustomPrompt="1"/>
          </p:nvPr>
        </p:nvSpPr>
        <p:spPr>
          <a:xfrm>
            <a:off x="9660467" y="6441540"/>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email ID</a:t>
            </a:r>
            <a:endParaRPr lang="en-IN"/>
          </a:p>
        </p:txBody>
      </p:sp>
    </p:spTree>
    <p:extLst>
      <p:ext uri="{BB962C8B-B14F-4D97-AF65-F5344CB8AC3E}">
        <p14:creationId xmlns:p14="http://schemas.microsoft.com/office/powerpoint/2010/main" val="3113199142"/>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hank you - Bentonvil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3ACAB19B-63C2-49A9-BFE9-38ABC68885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5284020"/>
            <a:ext cx="12192000" cy="1573980"/>
          </a:xfrm>
          <a:prstGeom prst="rect">
            <a:avLst/>
          </a:prstGeom>
        </p:spPr>
      </p:pic>
      <p:sp>
        <p:nvSpPr>
          <p:cNvPr id="4" name="TextBox 3">
            <a:extLst>
              <a:ext uri="{FF2B5EF4-FFF2-40B4-BE49-F238E27FC236}">
                <a16:creationId xmlns:a16="http://schemas.microsoft.com/office/drawing/2014/main" id="{59C99FF1-5590-4EB8-A544-4BA4BA642912}"/>
              </a:ext>
            </a:extLst>
          </p:cNvPr>
          <p:cNvSpPr txBox="1"/>
          <p:nvPr userDrawn="1"/>
        </p:nvSpPr>
        <p:spPr>
          <a:xfrm>
            <a:off x="10141459" y="5385239"/>
            <a:ext cx="1598515" cy="276999"/>
          </a:xfrm>
          <a:prstGeom prst="rect">
            <a:avLst/>
          </a:prstGeom>
          <a:noFill/>
        </p:spPr>
        <p:txBody>
          <a:bodyPr wrap="none" rtlCol="0">
            <a:spAutoFit/>
          </a:bodyPr>
          <a:lstStyle/>
          <a:p>
            <a:pPr algn="ctr"/>
            <a:r>
              <a:rPr lang="en-US" sz="1200" b="1">
                <a:solidFill>
                  <a:schemeClr val="bg1"/>
                </a:solidFill>
                <a:latin typeface="Poppins ExtraBold" panose="00000900000000000000" pitchFamily="2" charset="0"/>
                <a:cs typeface="Poppins ExtraBold" panose="00000900000000000000" pitchFamily="2" charset="0"/>
              </a:rPr>
              <a:t>#BeyondPossible</a:t>
            </a:r>
            <a:endParaRPr lang="en-IN" sz="1200" b="1">
              <a:solidFill>
                <a:schemeClr val="bg1"/>
              </a:solidFill>
              <a:latin typeface="Poppins ExtraBold" panose="00000900000000000000" pitchFamily="2" charset="0"/>
              <a:cs typeface="Poppins ExtraBold" panose="00000900000000000000" pitchFamily="2" charset="0"/>
            </a:endParaRPr>
          </a:p>
        </p:txBody>
      </p:sp>
      <p:sp>
        <p:nvSpPr>
          <p:cNvPr id="5" name="TextBox 4">
            <a:extLst>
              <a:ext uri="{FF2B5EF4-FFF2-40B4-BE49-F238E27FC236}">
                <a16:creationId xmlns:a16="http://schemas.microsoft.com/office/drawing/2014/main" id="{980DEB8F-CCB6-4F1A-A13A-CBF7D1946E36}"/>
              </a:ext>
            </a:extLst>
          </p:cNvPr>
          <p:cNvSpPr txBox="1"/>
          <p:nvPr userDrawn="1"/>
        </p:nvSpPr>
        <p:spPr>
          <a:xfrm>
            <a:off x="2835685" y="2492924"/>
            <a:ext cx="6520631" cy="830997"/>
          </a:xfrm>
          <a:prstGeom prst="rect">
            <a:avLst/>
          </a:prstGeom>
          <a:noFill/>
        </p:spPr>
        <p:txBody>
          <a:bodyPr wrap="square" rtlCol="0">
            <a:spAutoFit/>
          </a:bodyPr>
          <a:lstStyle/>
          <a:p>
            <a:pPr algn="ctr"/>
            <a:r>
              <a:rPr lang="en-IN" sz="4800" b="1">
                <a:latin typeface="Poppins" panose="00000500000000000000" pitchFamily="50" charset="0"/>
                <a:cs typeface="Poppins" panose="00000500000000000000" pitchFamily="50" charset="0"/>
              </a:rPr>
              <a:t>Thank You</a:t>
            </a:r>
          </a:p>
        </p:txBody>
      </p:sp>
      <p:sp>
        <p:nvSpPr>
          <p:cNvPr id="6" name="object 29">
            <a:extLst>
              <a:ext uri="{FF2B5EF4-FFF2-40B4-BE49-F238E27FC236}">
                <a16:creationId xmlns:a16="http://schemas.microsoft.com/office/drawing/2014/main" id="{AB470E87-C844-4156-8E92-18723B1D5A75}"/>
              </a:ext>
            </a:extLst>
          </p:cNvPr>
          <p:cNvSpPr txBox="1"/>
          <p:nvPr userDrawn="1"/>
        </p:nvSpPr>
        <p:spPr>
          <a:xfrm>
            <a:off x="2069356" y="6265511"/>
            <a:ext cx="3767410" cy="322235"/>
          </a:xfrm>
          <a:prstGeom prst="rect">
            <a:avLst/>
          </a:prstGeom>
        </p:spPr>
        <p:txBody>
          <a:bodyPr vert="horz" wrap="square" lIns="0" tIns="14319" rIns="0" bIns="0" rtlCol="0">
            <a:spAutoFit/>
          </a:bodyPr>
          <a:lstStyle/>
          <a:p>
            <a:r>
              <a:rPr lang="nl-NL" sz="1000">
                <a:effectLst/>
                <a:latin typeface="Poppins" panose="00000500000000000000" pitchFamily="50" charset="0"/>
                <a:cs typeface="Poppins" panose="00000500000000000000" pitchFamily="50" charset="0"/>
              </a:rPr>
              <a:t>1120 S Walton Blvd, Ste 124,</a:t>
            </a:r>
          </a:p>
          <a:p>
            <a:r>
              <a:rPr lang="nl-NL" sz="1000">
                <a:effectLst/>
                <a:latin typeface="Poppins" panose="00000500000000000000" pitchFamily="50" charset="0"/>
                <a:cs typeface="Poppins" panose="00000500000000000000" pitchFamily="50" charset="0"/>
              </a:rPr>
              <a:t>Bentonville AR 72712</a:t>
            </a:r>
            <a:endParaRPr lang="en-US" sz="1000">
              <a:effectLst/>
              <a:latin typeface="Poppins" panose="00000500000000000000" pitchFamily="50" charset="0"/>
              <a:cs typeface="Poppins" panose="00000500000000000000" pitchFamily="50" charset="0"/>
            </a:endParaRPr>
          </a:p>
        </p:txBody>
      </p:sp>
      <p:sp>
        <p:nvSpPr>
          <p:cNvPr id="9" name="object 21">
            <a:extLst>
              <a:ext uri="{FF2B5EF4-FFF2-40B4-BE49-F238E27FC236}">
                <a16:creationId xmlns:a16="http://schemas.microsoft.com/office/drawing/2014/main" id="{2002698A-E811-41DE-8B56-DC17E230969E}"/>
              </a:ext>
            </a:extLst>
          </p:cNvPr>
          <p:cNvSpPr txBox="1">
            <a:spLocks/>
          </p:cNvSpPr>
          <p:nvPr userDrawn="1"/>
        </p:nvSpPr>
        <p:spPr>
          <a:xfrm>
            <a:off x="2069356" y="6031802"/>
            <a:ext cx="3099147"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Tredence Inc.</a:t>
            </a:r>
          </a:p>
        </p:txBody>
      </p:sp>
      <p:sp>
        <p:nvSpPr>
          <p:cNvPr id="14" name="object 30">
            <a:extLst>
              <a:ext uri="{FF2B5EF4-FFF2-40B4-BE49-F238E27FC236}">
                <a16:creationId xmlns:a16="http://schemas.microsoft.com/office/drawing/2014/main" id="{45A2CB95-4311-4B87-A6D3-F14D1F2D1BF2}"/>
              </a:ext>
            </a:extLst>
          </p:cNvPr>
          <p:cNvSpPr txBox="1"/>
          <p:nvPr userDrawn="1"/>
        </p:nvSpPr>
        <p:spPr>
          <a:xfrm>
            <a:off x="9152208" y="6267687"/>
            <a:ext cx="508259" cy="175576"/>
          </a:xfrm>
          <a:prstGeom prst="rect">
            <a:avLst/>
          </a:prstGeom>
        </p:spPr>
        <p:txBody>
          <a:bodyPr vert="horz" wrap="square" lIns="0" tIns="21478" rIns="0" bIns="0" rtlCol="0">
            <a:spAutoFit/>
          </a:bodyPr>
          <a:lstStyle/>
          <a:p>
            <a:pPr>
              <a:spcBef>
                <a:spcPts val="169"/>
              </a:spcBef>
            </a:pPr>
            <a:r>
              <a:rPr lang="en-IN" sz="1000" spc="-19">
                <a:solidFill>
                  <a:srgbClr val="231F20"/>
                </a:solidFill>
                <a:latin typeface="Poppins" panose="00000500000000000000" pitchFamily="50" charset="0"/>
                <a:cs typeface="Poppins" panose="00000500000000000000" pitchFamily="50" charset="0"/>
              </a:rPr>
              <a:t>Mobile:</a:t>
            </a:r>
            <a:endParaRPr sz="1000">
              <a:latin typeface="Poppins" panose="00000500000000000000" pitchFamily="50" charset="0"/>
              <a:cs typeface="Poppins" panose="00000500000000000000" pitchFamily="50" charset="0"/>
            </a:endParaRPr>
          </a:p>
        </p:txBody>
      </p:sp>
      <p:sp>
        <p:nvSpPr>
          <p:cNvPr id="15" name="object 31">
            <a:extLst>
              <a:ext uri="{FF2B5EF4-FFF2-40B4-BE49-F238E27FC236}">
                <a16:creationId xmlns:a16="http://schemas.microsoft.com/office/drawing/2014/main" id="{24BDDFED-4199-465E-B9AB-0A8261FCCEC7}"/>
              </a:ext>
            </a:extLst>
          </p:cNvPr>
          <p:cNvSpPr txBox="1"/>
          <p:nvPr userDrawn="1"/>
        </p:nvSpPr>
        <p:spPr>
          <a:xfrm>
            <a:off x="9194543" y="6435769"/>
            <a:ext cx="440525" cy="175576"/>
          </a:xfrm>
          <a:prstGeom prst="rect">
            <a:avLst/>
          </a:prstGeom>
        </p:spPr>
        <p:txBody>
          <a:bodyPr vert="horz" wrap="square" lIns="0" tIns="21478" rIns="0" bIns="0" rtlCol="0">
            <a:spAutoFit/>
          </a:bodyPr>
          <a:lstStyle/>
          <a:p>
            <a:pPr>
              <a:spcBef>
                <a:spcPts val="169"/>
              </a:spcBef>
            </a:pPr>
            <a:r>
              <a:rPr lang="en-IN" sz="1000" spc="25">
                <a:solidFill>
                  <a:srgbClr val="231F20"/>
                </a:solidFill>
                <a:latin typeface="Poppins" panose="00000500000000000000" pitchFamily="50" charset="0"/>
                <a:cs typeface="Poppins" panose="00000500000000000000" pitchFamily="50" charset="0"/>
              </a:rPr>
              <a:t>Email:</a:t>
            </a:r>
            <a:endParaRPr sz="1000">
              <a:latin typeface="Poppins" panose="00000500000000000000" pitchFamily="50" charset="0"/>
              <a:cs typeface="Poppins" panose="00000500000000000000" pitchFamily="50" charset="0"/>
            </a:endParaRPr>
          </a:p>
        </p:txBody>
      </p:sp>
      <p:sp>
        <p:nvSpPr>
          <p:cNvPr id="16" name="object 21">
            <a:extLst>
              <a:ext uri="{FF2B5EF4-FFF2-40B4-BE49-F238E27FC236}">
                <a16:creationId xmlns:a16="http://schemas.microsoft.com/office/drawing/2014/main" id="{F2B1623C-BC6C-4356-BE23-DEE70F76EB31}"/>
              </a:ext>
            </a:extLst>
          </p:cNvPr>
          <p:cNvSpPr txBox="1">
            <a:spLocks/>
          </p:cNvSpPr>
          <p:nvPr userDrawn="1"/>
        </p:nvSpPr>
        <p:spPr>
          <a:xfrm>
            <a:off x="9152208" y="6031802"/>
            <a:ext cx="1663549"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CONTACT DETAILS</a:t>
            </a:r>
          </a:p>
        </p:txBody>
      </p:sp>
      <p:sp>
        <p:nvSpPr>
          <p:cNvPr id="17" name="Text Placeholder 11">
            <a:extLst>
              <a:ext uri="{FF2B5EF4-FFF2-40B4-BE49-F238E27FC236}">
                <a16:creationId xmlns:a16="http://schemas.microsoft.com/office/drawing/2014/main" id="{41ED0316-68B6-44B7-90EC-023AB64C88F0}"/>
              </a:ext>
            </a:extLst>
          </p:cNvPr>
          <p:cNvSpPr>
            <a:spLocks noGrp="1"/>
          </p:cNvSpPr>
          <p:nvPr>
            <p:ph type="body" sz="quarter" idx="10" hasCustomPrompt="1"/>
          </p:nvPr>
        </p:nvSpPr>
        <p:spPr>
          <a:xfrm>
            <a:off x="9660467" y="6273458"/>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number</a:t>
            </a:r>
            <a:endParaRPr lang="en-IN"/>
          </a:p>
        </p:txBody>
      </p:sp>
      <p:sp>
        <p:nvSpPr>
          <p:cNvPr id="18" name="Text Placeholder 11">
            <a:extLst>
              <a:ext uri="{FF2B5EF4-FFF2-40B4-BE49-F238E27FC236}">
                <a16:creationId xmlns:a16="http://schemas.microsoft.com/office/drawing/2014/main" id="{CF8A4F0F-1163-4950-A0F2-D0B7E189D3CF}"/>
              </a:ext>
            </a:extLst>
          </p:cNvPr>
          <p:cNvSpPr>
            <a:spLocks noGrp="1"/>
          </p:cNvSpPr>
          <p:nvPr>
            <p:ph type="body" sz="quarter" idx="11" hasCustomPrompt="1"/>
          </p:nvPr>
        </p:nvSpPr>
        <p:spPr>
          <a:xfrm>
            <a:off x="9660467" y="6441540"/>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email ID</a:t>
            </a:r>
            <a:endParaRPr lang="en-IN"/>
          </a:p>
        </p:txBody>
      </p:sp>
    </p:spTree>
    <p:extLst>
      <p:ext uri="{BB962C8B-B14F-4D97-AF65-F5344CB8AC3E}">
        <p14:creationId xmlns:p14="http://schemas.microsoft.com/office/powerpoint/2010/main" val="706057791"/>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hank you - Foster City, CA ">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3ACAB19B-63C2-49A9-BFE9-38ABC68885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5284020"/>
            <a:ext cx="12192000" cy="1573980"/>
          </a:xfrm>
          <a:prstGeom prst="rect">
            <a:avLst/>
          </a:prstGeom>
        </p:spPr>
      </p:pic>
      <p:sp>
        <p:nvSpPr>
          <p:cNvPr id="4" name="TextBox 3">
            <a:extLst>
              <a:ext uri="{FF2B5EF4-FFF2-40B4-BE49-F238E27FC236}">
                <a16:creationId xmlns:a16="http://schemas.microsoft.com/office/drawing/2014/main" id="{59C99FF1-5590-4EB8-A544-4BA4BA642912}"/>
              </a:ext>
            </a:extLst>
          </p:cNvPr>
          <p:cNvSpPr txBox="1"/>
          <p:nvPr userDrawn="1"/>
        </p:nvSpPr>
        <p:spPr>
          <a:xfrm>
            <a:off x="10141459" y="5385239"/>
            <a:ext cx="1598515" cy="276999"/>
          </a:xfrm>
          <a:prstGeom prst="rect">
            <a:avLst/>
          </a:prstGeom>
          <a:noFill/>
        </p:spPr>
        <p:txBody>
          <a:bodyPr wrap="none" rtlCol="0">
            <a:spAutoFit/>
          </a:bodyPr>
          <a:lstStyle/>
          <a:p>
            <a:pPr algn="ctr"/>
            <a:r>
              <a:rPr lang="en-US" sz="1200" b="1">
                <a:solidFill>
                  <a:schemeClr val="bg1"/>
                </a:solidFill>
                <a:latin typeface="Poppins ExtraBold" panose="00000900000000000000" pitchFamily="2" charset="0"/>
                <a:cs typeface="Poppins ExtraBold" panose="00000900000000000000" pitchFamily="2" charset="0"/>
              </a:rPr>
              <a:t>#BeyondPossible</a:t>
            </a:r>
            <a:endParaRPr lang="en-IN" sz="1200" b="1">
              <a:solidFill>
                <a:schemeClr val="bg1"/>
              </a:solidFill>
              <a:latin typeface="Poppins ExtraBold" panose="00000900000000000000" pitchFamily="2" charset="0"/>
              <a:cs typeface="Poppins ExtraBold" panose="00000900000000000000" pitchFamily="2" charset="0"/>
            </a:endParaRPr>
          </a:p>
        </p:txBody>
      </p:sp>
      <p:sp>
        <p:nvSpPr>
          <p:cNvPr id="5" name="TextBox 4">
            <a:extLst>
              <a:ext uri="{FF2B5EF4-FFF2-40B4-BE49-F238E27FC236}">
                <a16:creationId xmlns:a16="http://schemas.microsoft.com/office/drawing/2014/main" id="{980DEB8F-CCB6-4F1A-A13A-CBF7D1946E36}"/>
              </a:ext>
            </a:extLst>
          </p:cNvPr>
          <p:cNvSpPr txBox="1"/>
          <p:nvPr userDrawn="1"/>
        </p:nvSpPr>
        <p:spPr>
          <a:xfrm>
            <a:off x="2835685" y="2492924"/>
            <a:ext cx="6520631" cy="830997"/>
          </a:xfrm>
          <a:prstGeom prst="rect">
            <a:avLst/>
          </a:prstGeom>
          <a:noFill/>
        </p:spPr>
        <p:txBody>
          <a:bodyPr wrap="square" rtlCol="0">
            <a:spAutoFit/>
          </a:bodyPr>
          <a:lstStyle/>
          <a:p>
            <a:pPr algn="ctr"/>
            <a:r>
              <a:rPr lang="en-IN" sz="4800" b="1">
                <a:latin typeface="Poppins" panose="00000500000000000000" pitchFamily="50" charset="0"/>
                <a:cs typeface="Poppins" panose="00000500000000000000" pitchFamily="50" charset="0"/>
              </a:rPr>
              <a:t>Thank You</a:t>
            </a:r>
          </a:p>
        </p:txBody>
      </p:sp>
      <p:sp>
        <p:nvSpPr>
          <p:cNvPr id="6" name="object 29">
            <a:extLst>
              <a:ext uri="{FF2B5EF4-FFF2-40B4-BE49-F238E27FC236}">
                <a16:creationId xmlns:a16="http://schemas.microsoft.com/office/drawing/2014/main" id="{AB470E87-C844-4156-8E92-18723B1D5A75}"/>
              </a:ext>
            </a:extLst>
          </p:cNvPr>
          <p:cNvSpPr txBox="1"/>
          <p:nvPr userDrawn="1"/>
        </p:nvSpPr>
        <p:spPr>
          <a:xfrm>
            <a:off x="2069356" y="6265511"/>
            <a:ext cx="3767410" cy="322235"/>
          </a:xfrm>
          <a:prstGeom prst="rect">
            <a:avLst/>
          </a:prstGeom>
        </p:spPr>
        <p:txBody>
          <a:bodyPr vert="horz" wrap="square" lIns="0" tIns="14319" rIns="0" bIns="0" rtlCol="0">
            <a:spAutoFit/>
          </a:bodyPr>
          <a:lstStyle/>
          <a:p>
            <a:r>
              <a:rPr lang="en-US" sz="1000">
                <a:effectLst/>
                <a:latin typeface="Poppins" panose="00000500000000000000" pitchFamily="50" charset="0"/>
                <a:cs typeface="Poppins" panose="00000500000000000000" pitchFamily="50" charset="0"/>
              </a:rPr>
              <a:t>950 Tower Ln #1650,</a:t>
            </a:r>
          </a:p>
          <a:p>
            <a:r>
              <a:rPr lang="en-US" sz="1000">
                <a:effectLst/>
                <a:latin typeface="Poppins" panose="00000500000000000000" pitchFamily="50" charset="0"/>
                <a:cs typeface="Poppins" panose="00000500000000000000" pitchFamily="50" charset="0"/>
              </a:rPr>
              <a:t>Foster City, CA 94404</a:t>
            </a:r>
          </a:p>
        </p:txBody>
      </p:sp>
      <p:sp>
        <p:nvSpPr>
          <p:cNvPr id="9" name="object 21">
            <a:extLst>
              <a:ext uri="{FF2B5EF4-FFF2-40B4-BE49-F238E27FC236}">
                <a16:creationId xmlns:a16="http://schemas.microsoft.com/office/drawing/2014/main" id="{2002698A-E811-41DE-8B56-DC17E230969E}"/>
              </a:ext>
            </a:extLst>
          </p:cNvPr>
          <p:cNvSpPr txBox="1">
            <a:spLocks/>
          </p:cNvSpPr>
          <p:nvPr userDrawn="1"/>
        </p:nvSpPr>
        <p:spPr>
          <a:xfrm>
            <a:off x="2069356" y="6031802"/>
            <a:ext cx="3099147"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Tredence Inc.</a:t>
            </a:r>
          </a:p>
        </p:txBody>
      </p:sp>
      <p:sp>
        <p:nvSpPr>
          <p:cNvPr id="14" name="object 30">
            <a:extLst>
              <a:ext uri="{FF2B5EF4-FFF2-40B4-BE49-F238E27FC236}">
                <a16:creationId xmlns:a16="http://schemas.microsoft.com/office/drawing/2014/main" id="{45A2CB95-4311-4B87-A6D3-F14D1F2D1BF2}"/>
              </a:ext>
            </a:extLst>
          </p:cNvPr>
          <p:cNvSpPr txBox="1"/>
          <p:nvPr userDrawn="1"/>
        </p:nvSpPr>
        <p:spPr>
          <a:xfrm>
            <a:off x="9152208" y="6267687"/>
            <a:ext cx="508259" cy="175576"/>
          </a:xfrm>
          <a:prstGeom prst="rect">
            <a:avLst/>
          </a:prstGeom>
        </p:spPr>
        <p:txBody>
          <a:bodyPr vert="horz" wrap="square" lIns="0" tIns="21478" rIns="0" bIns="0" rtlCol="0">
            <a:spAutoFit/>
          </a:bodyPr>
          <a:lstStyle/>
          <a:p>
            <a:pPr>
              <a:spcBef>
                <a:spcPts val="169"/>
              </a:spcBef>
            </a:pPr>
            <a:r>
              <a:rPr lang="en-IN" sz="1000" spc="-19">
                <a:solidFill>
                  <a:srgbClr val="231F20"/>
                </a:solidFill>
                <a:latin typeface="Poppins" panose="00000500000000000000" pitchFamily="50" charset="0"/>
                <a:cs typeface="Poppins" panose="00000500000000000000" pitchFamily="50" charset="0"/>
              </a:rPr>
              <a:t>Mobile:</a:t>
            </a:r>
            <a:endParaRPr sz="1000">
              <a:latin typeface="Poppins" panose="00000500000000000000" pitchFamily="50" charset="0"/>
              <a:cs typeface="Poppins" panose="00000500000000000000" pitchFamily="50" charset="0"/>
            </a:endParaRPr>
          </a:p>
        </p:txBody>
      </p:sp>
      <p:sp>
        <p:nvSpPr>
          <p:cNvPr id="15" name="object 31">
            <a:extLst>
              <a:ext uri="{FF2B5EF4-FFF2-40B4-BE49-F238E27FC236}">
                <a16:creationId xmlns:a16="http://schemas.microsoft.com/office/drawing/2014/main" id="{24BDDFED-4199-465E-B9AB-0A8261FCCEC7}"/>
              </a:ext>
            </a:extLst>
          </p:cNvPr>
          <p:cNvSpPr txBox="1"/>
          <p:nvPr userDrawn="1"/>
        </p:nvSpPr>
        <p:spPr>
          <a:xfrm>
            <a:off x="9194543" y="6435769"/>
            <a:ext cx="440525" cy="175576"/>
          </a:xfrm>
          <a:prstGeom prst="rect">
            <a:avLst/>
          </a:prstGeom>
        </p:spPr>
        <p:txBody>
          <a:bodyPr vert="horz" wrap="square" lIns="0" tIns="21478" rIns="0" bIns="0" rtlCol="0">
            <a:spAutoFit/>
          </a:bodyPr>
          <a:lstStyle/>
          <a:p>
            <a:pPr>
              <a:spcBef>
                <a:spcPts val="169"/>
              </a:spcBef>
            </a:pPr>
            <a:r>
              <a:rPr lang="en-IN" sz="1000" spc="25">
                <a:solidFill>
                  <a:srgbClr val="231F20"/>
                </a:solidFill>
                <a:latin typeface="Poppins" panose="00000500000000000000" pitchFamily="50" charset="0"/>
                <a:cs typeface="Poppins" panose="00000500000000000000" pitchFamily="50" charset="0"/>
              </a:rPr>
              <a:t>Email:</a:t>
            </a:r>
            <a:endParaRPr sz="1000">
              <a:latin typeface="Poppins" panose="00000500000000000000" pitchFamily="50" charset="0"/>
              <a:cs typeface="Poppins" panose="00000500000000000000" pitchFamily="50" charset="0"/>
            </a:endParaRPr>
          </a:p>
        </p:txBody>
      </p:sp>
      <p:sp>
        <p:nvSpPr>
          <p:cNvPr id="16" name="object 21">
            <a:extLst>
              <a:ext uri="{FF2B5EF4-FFF2-40B4-BE49-F238E27FC236}">
                <a16:creationId xmlns:a16="http://schemas.microsoft.com/office/drawing/2014/main" id="{F2B1623C-BC6C-4356-BE23-DEE70F76EB31}"/>
              </a:ext>
            </a:extLst>
          </p:cNvPr>
          <p:cNvSpPr txBox="1">
            <a:spLocks/>
          </p:cNvSpPr>
          <p:nvPr userDrawn="1"/>
        </p:nvSpPr>
        <p:spPr>
          <a:xfrm>
            <a:off x="9152208" y="6031802"/>
            <a:ext cx="1663549"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CONTACT DETAILS</a:t>
            </a:r>
          </a:p>
        </p:txBody>
      </p:sp>
      <p:sp>
        <p:nvSpPr>
          <p:cNvPr id="17" name="Text Placeholder 11">
            <a:extLst>
              <a:ext uri="{FF2B5EF4-FFF2-40B4-BE49-F238E27FC236}">
                <a16:creationId xmlns:a16="http://schemas.microsoft.com/office/drawing/2014/main" id="{41ED0316-68B6-44B7-90EC-023AB64C88F0}"/>
              </a:ext>
            </a:extLst>
          </p:cNvPr>
          <p:cNvSpPr>
            <a:spLocks noGrp="1"/>
          </p:cNvSpPr>
          <p:nvPr>
            <p:ph type="body" sz="quarter" idx="10" hasCustomPrompt="1"/>
          </p:nvPr>
        </p:nvSpPr>
        <p:spPr>
          <a:xfrm>
            <a:off x="9660467" y="6273458"/>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number</a:t>
            </a:r>
            <a:endParaRPr lang="en-IN"/>
          </a:p>
        </p:txBody>
      </p:sp>
      <p:sp>
        <p:nvSpPr>
          <p:cNvPr id="18" name="Text Placeholder 11">
            <a:extLst>
              <a:ext uri="{FF2B5EF4-FFF2-40B4-BE49-F238E27FC236}">
                <a16:creationId xmlns:a16="http://schemas.microsoft.com/office/drawing/2014/main" id="{CF8A4F0F-1163-4950-A0F2-D0B7E189D3CF}"/>
              </a:ext>
            </a:extLst>
          </p:cNvPr>
          <p:cNvSpPr>
            <a:spLocks noGrp="1"/>
          </p:cNvSpPr>
          <p:nvPr>
            <p:ph type="body" sz="quarter" idx="11" hasCustomPrompt="1"/>
          </p:nvPr>
        </p:nvSpPr>
        <p:spPr>
          <a:xfrm>
            <a:off x="9660467" y="6441540"/>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email ID</a:t>
            </a:r>
            <a:endParaRPr lang="en-IN"/>
          </a:p>
        </p:txBody>
      </p:sp>
    </p:spTree>
    <p:extLst>
      <p:ext uri="{BB962C8B-B14F-4D97-AF65-F5344CB8AC3E}">
        <p14:creationId xmlns:p14="http://schemas.microsoft.com/office/powerpoint/2010/main" val="3153731294"/>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hank you - UK">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3ACAB19B-63C2-49A9-BFE9-38ABC68885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5284020"/>
            <a:ext cx="12192000" cy="1573980"/>
          </a:xfrm>
          <a:prstGeom prst="rect">
            <a:avLst/>
          </a:prstGeom>
        </p:spPr>
      </p:pic>
      <p:sp>
        <p:nvSpPr>
          <p:cNvPr id="4" name="TextBox 3">
            <a:extLst>
              <a:ext uri="{FF2B5EF4-FFF2-40B4-BE49-F238E27FC236}">
                <a16:creationId xmlns:a16="http://schemas.microsoft.com/office/drawing/2014/main" id="{59C99FF1-5590-4EB8-A544-4BA4BA642912}"/>
              </a:ext>
            </a:extLst>
          </p:cNvPr>
          <p:cNvSpPr txBox="1"/>
          <p:nvPr userDrawn="1"/>
        </p:nvSpPr>
        <p:spPr>
          <a:xfrm>
            <a:off x="10141459" y="5385239"/>
            <a:ext cx="1598515" cy="276999"/>
          </a:xfrm>
          <a:prstGeom prst="rect">
            <a:avLst/>
          </a:prstGeom>
          <a:noFill/>
        </p:spPr>
        <p:txBody>
          <a:bodyPr wrap="none" rtlCol="0">
            <a:spAutoFit/>
          </a:bodyPr>
          <a:lstStyle/>
          <a:p>
            <a:pPr algn="ctr"/>
            <a:r>
              <a:rPr lang="en-US" sz="1200" b="1">
                <a:solidFill>
                  <a:schemeClr val="bg1"/>
                </a:solidFill>
                <a:latin typeface="Poppins ExtraBold" panose="00000900000000000000" pitchFamily="2" charset="0"/>
                <a:cs typeface="Poppins ExtraBold" panose="00000900000000000000" pitchFamily="2" charset="0"/>
              </a:rPr>
              <a:t>#BeyondPossible</a:t>
            </a:r>
            <a:endParaRPr lang="en-IN" sz="1200" b="1">
              <a:solidFill>
                <a:schemeClr val="bg1"/>
              </a:solidFill>
              <a:latin typeface="Poppins ExtraBold" panose="00000900000000000000" pitchFamily="2" charset="0"/>
              <a:cs typeface="Poppins ExtraBold" panose="00000900000000000000" pitchFamily="2" charset="0"/>
            </a:endParaRPr>
          </a:p>
        </p:txBody>
      </p:sp>
      <p:sp>
        <p:nvSpPr>
          <p:cNvPr id="5" name="TextBox 4">
            <a:extLst>
              <a:ext uri="{FF2B5EF4-FFF2-40B4-BE49-F238E27FC236}">
                <a16:creationId xmlns:a16="http://schemas.microsoft.com/office/drawing/2014/main" id="{980DEB8F-CCB6-4F1A-A13A-CBF7D1946E36}"/>
              </a:ext>
            </a:extLst>
          </p:cNvPr>
          <p:cNvSpPr txBox="1"/>
          <p:nvPr userDrawn="1"/>
        </p:nvSpPr>
        <p:spPr>
          <a:xfrm>
            <a:off x="2835685" y="2492924"/>
            <a:ext cx="6520631" cy="830997"/>
          </a:xfrm>
          <a:prstGeom prst="rect">
            <a:avLst/>
          </a:prstGeom>
          <a:noFill/>
        </p:spPr>
        <p:txBody>
          <a:bodyPr wrap="square" rtlCol="0">
            <a:spAutoFit/>
          </a:bodyPr>
          <a:lstStyle/>
          <a:p>
            <a:pPr algn="ctr"/>
            <a:r>
              <a:rPr lang="en-IN" sz="4800" b="1">
                <a:latin typeface="Poppins" panose="00000500000000000000" pitchFamily="50" charset="0"/>
                <a:cs typeface="Poppins" panose="00000500000000000000" pitchFamily="50" charset="0"/>
              </a:rPr>
              <a:t>Thank You</a:t>
            </a:r>
          </a:p>
        </p:txBody>
      </p:sp>
      <p:sp>
        <p:nvSpPr>
          <p:cNvPr id="6" name="object 29">
            <a:extLst>
              <a:ext uri="{FF2B5EF4-FFF2-40B4-BE49-F238E27FC236}">
                <a16:creationId xmlns:a16="http://schemas.microsoft.com/office/drawing/2014/main" id="{AB470E87-C844-4156-8E92-18723B1D5A75}"/>
              </a:ext>
            </a:extLst>
          </p:cNvPr>
          <p:cNvSpPr txBox="1"/>
          <p:nvPr userDrawn="1"/>
        </p:nvSpPr>
        <p:spPr>
          <a:xfrm>
            <a:off x="2069356" y="6265511"/>
            <a:ext cx="3767410" cy="322235"/>
          </a:xfrm>
          <a:prstGeom prst="rect">
            <a:avLst/>
          </a:prstGeom>
        </p:spPr>
        <p:txBody>
          <a:bodyPr vert="horz" wrap="square" lIns="0" tIns="14319" rIns="0" bIns="0" rtlCol="0">
            <a:spAutoFit/>
          </a:bodyPr>
          <a:lstStyle/>
          <a:p>
            <a:r>
              <a:rPr lang="en-US" sz="1000">
                <a:effectLst/>
                <a:latin typeface="Poppins" panose="00000500000000000000" pitchFamily="50" charset="0"/>
                <a:cs typeface="Poppins" panose="00000500000000000000" pitchFamily="50" charset="0"/>
              </a:rPr>
              <a:t>Dawson House, 5 Jewry St,</a:t>
            </a:r>
          </a:p>
          <a:p>
            <a:r>
              <a:rPr lang="en-US" sz="1000">
                <a:effectLst/>
                <a:latin typeface="Poppins" panose="00000500000000000000" pitchFamily="50" charset="0"/>
                <a:cs typeface="Poppins" panose="00000500000000000000" pitchFamily="50" charset="0"/>
              </a:rPr>
              <a:t>London EC3N 2EX, United Kingdom</a:t>
            </a:r>
          </a:p>
        </p:txBody>
      </p:sp>
      <p:sp>
        <p:nvSpPr>
          <p:cNvPr id="9" name="object 21">
            <a:extLst>
              <a:ext uri="{FF2B5EF4-FFF2-40B4-BE49-F238E27FC236}">
                <a16:creationId xmlns:a16="http://schemas.microsoft.com/office/drawing/2014/main" id="{2002698A-E811-41DE-8B56-DC17E230969E}"/>
              </a:ext>
            </a:extLst>
          </p:cNvPr>
          <p:cNvSpPr txBox="1">
            <a:spLocks/>
          </p:cNvSpPr>
          <p:nvPr userDrawn="1"/>
        </p:nvSpPr>
        <p:spPr>
          <a:xfrm>
            <a:off x="2069356" y="6031802"/>
            <a:ext cx="3099147"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Tredence UK Ltd.</a:t>
            </a:r>
          </a:p>
        </p:txBody>
      </p:sp>
      <p:sp>
        <p:nvSpPr>
          <p:cNvPr id="14" name="object 30">
            <a:extLst>
              <a:ext uri="{FF2B5EF4-FFF2-40B4-BE49-F238E27FC236}">
                <a16:creationId xmlns:a16="http://schemas.microsoft.com/office/drawing/2014/main" id="{45A2CB95-4311-4B87-A6D3-F14D1F2D1BF2}"/>
              </a:ext>
            </a:extLst>
          </p:cNvPr>
          <p:cNvSpPr txBox="1"/>
          <p:nvPr userDrawn="1"/>
        </p:nvSpPr>
        <p:spPr>
          <a:xfrm>
            <a:off x="9152208" y="6267687"/>
            <a:ext cx="508259" cy="175576"/>
          </a:xfrm>
          <a:prstGeom prst="rect">
            <a:avLst/>
          </a:prstGeom>
        </p:spPr>
        <p:txBody>
          <a:bodyPr vert="horz" wrap="square" lIns="0" tIns="21478" rIns="0" bIns="0" rtlCol="0">
            <a:spAutoFit/>
          </a:bodyPr>
          <a:lstStyle/>
          <a:p>
            <a:pPr>
              <a:spcBef>
                <a:spcPts val="169"/>
              </a:spcBef>
            </a:pPr>
            <a:r>
              <a:rPr lang="en-IN" sz="1000" spc="-19">
                <a:solidFill>
                  <a:srgbClr val="231F20"/>
                </a:solidFill>
                <a:latin typeface="Poppins" panose="00000500000000000000" pitchFamily="50" charset="0"/>
                <a:cs typeface="Poppins" panose="00000500000000000000" pitchFamily="50" charset="0"/>
              </a:rPr>
              <a:t>Mobile:</a:t>
            </a:r>
            <a:endParaRPr sz="1000">
              <a:latin typeface="Poppins" panose="00000500000000000000" pitchFamily="50" charset="0"/>
              <a:cs typeface="Poppins" panose="00000500000000000000" pitchFamily="50" charset="0"/>
            </a:endParaRPr>
          </a:p>
        </p:txBody>
      </p:sp>
      <p:sp>
        <p:nvSpPr>
          <p:cNvPr id="15" name="object 31">
            <a:extLst>
              <a:ext uri="{FF2B5EF4-FFF2-40B4-BE49-F238E27FC236}">
                <a16:creationId xmlns:a16="http://schemas.microsoft.com/office/drawing/2014/main" id="{24BDDFED-4199-465E-B9AB-0A8261FCCEC7}"/>
              </a:ext>
            </a:extLst>
          </p:cNvPr>
          <p:cNvSpPr txBox="1"/>
          <p:nvPr userDrawn="1"/>
        </p:nvSpPr>
        <p:spPr>
          <a:xfrm>
            <a:off x="9194543" y="6435769"/>
            <a:ext cx="440525" cy="175576"/>
          </a:xfrm>
          <a:prstGeom prst="rect">
            <a:avLst/>
          </a:prstGeom>
        </p:spPr>
        <p:txBody>
          <a:bodyPr vert="horz" wrap="square" lIns="0" tIns="21478" rIns="0" bIns="0" rtlCol="0">
            <a:spAutoFit/>
          </a:bodyPr>
          <a:lstStyle/>
          <a:p>
            <a:pPr>
              <a:spcBef>
                <a:spcPts val="169"/>
              </a:spcBef>
            </a:pPr>
            <a:r>
              <a:rPr lang="en-IN" sz="1000" spc="25">
                <a:solidFill>
                  <a:srgbClr val="231F20"/>
                </a:solidFill>
                <a:latin typeface="Poppins" panose="00000500000000000000" pitchFamily="50" charset="0"/>
                <a:cs typeface="Poppins" panose="00000500000000000000" pitchFamily="50" charset="0"/>
              </a:rPr>
              <a:t>Email:</a:t>
            </a:r>
            <a:endParaRPr sz="1000">
              <a:latin typeface="Poppins" panose="00000500000000000000" pitchFamily="50" charset="0"/>
              <a:cs typeface="Poppins" panose="00000500000000000000" pitchFamily="50" charset="0"/>
            </a:endParaRPr>
          </a:p>
        </p:txBody>
      </p:sp>
      <p:sp>
        <p:nvSpPr>
          <p:cNvPr id="16" name="object 21">
            <a:extLst>
              <a:ext uri="{FF2B5EF4-FFF2-40B4-BE49-F238E27FC236}">
                <a16:creationId xmlns:a16="http://schemas.microsoft.com/office/drawing/2014/main" id="{F2B1623C-BC6C-4356-BE23-DEE70F76EB31}"/>
              </a:ext>
            </a:extLst>
          </p:cNvPr>
          <p:cNvSpPr txBox="1">
            <a:spLocks/>
          </p:cNvSpPr>
          <p:nvPr userDrawn="1"/>
        </p:nvSpPr>
        <p:spPr>
          <a:xfrm>
            <a:off x="9152208" y="6031802"/>
            <a:ext cx="1663549" cy="177648"/>
          </a:xfrm>
          <a:prstGeom prst="rect">
            <a:avLst/>
          </a:prstGeom>
        </p:spPr>
        <p:txBody>
          <a:bodyPr vert="horz" wrap="square" lIns="0" tIns="15910" rIns="0" bIns="0" rtlCol="0">
            <a:spAutoFit/>
          </a:bodyPr>
          <a:lstStyle>
            <a:lvl1pPr>
              <a:defRPr sz="3257" b="1" i="0">
                <a:solidFill>
                  <a:schemeClr val="bg1"/>
                </a:solidFill>
                <a:latin typeface="Montserrat"/>
                <a:ea typeface="+mj-ea"/>
                <a:cs typeface="Montserrat"/>
              </a:defRPr>
            </a:lvl1pPr>
          </a:lstStyle>
          <a:p>
            <a:pPr marL="15909">
              <a:spcBef>
                <a:spcPts val="125"/>
              </a:spcBef>
            </a:pPr>
            <a:r>
              <a:rPr lang="en-US" sz="1050" kern="0">
                <a:solidFill>
                  <a:srgbClr val="231F20"/>
                </a:solidFill>
                <a:latin typeface="Poppins" panose="00000500000000000000" pitchFamily="50" charset="0"/>
                <a:cs typeface="Poppins" panose="00000500000000000000" pitchFamily="50" charset="0"/>
              </a:rPr>
              <a:t>CONTACT DETAILS</a:t>
            </a:r>
          </a:p>
        </p:txBody>
      </p:sp>
      <p:sp>
        <p:nvSpPr>
          <p:cNvPr id="17" name="Text Placeholder 11">
            <a:extLst>
              <a:ext uri="{FF2B5EF4-FFF2-40B4-BE49-F238E27FC236}">
                <a16:creationId xmlns:a16="http://schemas.microsoft.com/office/drawing/2014/main" id="{41ED0316-68B6-44B7-90EC-023AB64C88F0}"/>
              </a:ext>
            </a:extLst>
          </p:cNvPr>
          <p:cNvSpPr>
            <a:spLocks noGrp="1"/>
          </p:cNvSpPr>
          <p:nvPr>
            <p:ph type="body" sz="quarter" idx="10" hasCustomPrompt="1"/>
          </p:nvPr>
        </p:nvSpPr>
        <p:spPr>
          <a:xfrm>
            <a:off x="9660467" y="6273458"/>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number</a:t>
            </a:r>
            <a:endParaRPr lang="en-IN"/>
          </a:p>
        </p:txBody>
      </p:sp>
      <p:sp>
        <p:nvSpPr>
          <p:cNvPr id="18" name="Text Placeholder 11">
            <a:extLst>
              <a:ext uri="{FF2B5EF4-FFF2-40B4-BE49-F238E27FC236}">
                <a16:creationId xmlns:a16="http://schemas.microsoft.com/office/drawing/2014/main" id="{CF8A4F0F-1163-4950-A0F2-D0B7E189D3CF}"/>
              </a:ext>
            </a:extLst>
          </p:cNvPr>
          <p:cNvSpPr>
            <a:spLocks noGrp="1"/>
          </p:cNvSpPr>
          <p:nvPr>
            <p:ph type="body" sz="quarter" idx="11" hasCustomPrompt="1"/>
          </p:nvPr>
        </p:nvSpPr>
        <p:spPr>
          <a:xfrm>
            <a:off x="9660467" y="6441540"/>
            <a:ext cx="1786467" cy="164034"/>
          </a:xfrm>
          <a:prstGeom prst="rect">
            <a:avLst/>
          </a:prstGeom>
        </p:spPr>
        <p:txBody>
          <a:bodyPr vert="horz" wrap="square" lIns="0" tIns="21478" rIns="0" bIns="0" rtlCol="0">
            <a:spAutoFit/>
          </a:bodyPr>
          <a:lstStyle>
            <a:lvl1pPr marL="0" indent="0">
              <a:buNone/>
              <a:defRPr lang="en-US" sz="1000" spc="-19" smtClean="0">
                <a:solidFill>
                  <a:srgbClr val="231F20"/>
                </a:solidFill>
                <a:latin typeface="Poppins" panose="00000500000000000000" pitchFamily="50" charset="0"/>
                <a:cs typeface="Poppins" panose="00000500000000000000" pitchFamily="50" charset="0"/>
              </a:defRPr>
            </a:lvl1pPr>
            <a:lvl2pPr marL="228600" indent="0">
              <a:buNone/>
              <a:defRPr lang="en-US" sz="1800" smtClean="0"/>
            </a:lvl2pPr>
            <a:lvl3pPr marL="685800" indent="0">
              <a:buNone/>
              <a:defRPr lang="en-US" sz="1800" smtClean="0"/>
            </a:lvl3pPr>
            <a:lvl4pPr marL="1143000" indent="0">
              <a:buNone/>
              <a:defRPr lang="en-US" smtClean="0"/>
            </a:lvl4pPr>
            <a:lvl5pPr marL="1600200" indent="0">
              <a:buNone/>
              <a:defRPr lang="en-IN"/>
            </a:lvl5pPr>
          </a:lstStyle>
          <a:p>
            <a:pPr marL="0" lvl="0">
              <a:spcBef>
                <a:spcPts val="169"/>
              </a:spcBef>
            </a:pPr>
            <a:r>
              <a:rPr lang="en-US"/>
              <a:t>Click to add your email ID</a:t>
            </a:r>
            <a:endParaRPr lang="en-IN"/>
          </a:p>
        </p:txBody>
      </p:sp>
    </p:spTree>
    <p:extLst>
      <p:ext uri="{BB962C8B-B14F-4D97-AF65-F5344CB8AC3E}">
        <p14:creationId xmlns:p14="http://schemas.microsoft.com/office/powerpoint/2010/main" val="1801554596"/>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5_Cover Page">
    <p:spTree>
      <p:nvGrpSpPr>
        <p:cNvPr id="1" name=""/>
        <p:cNvGrpSpPr/>
        <p:nvPr/>
      </p:nvGrpSpPr>
      <p:grpSpPr>
        <a:xfrm>
          <a:off x="0" y="0"/>
          <a:ext cx="0" cy="0"/>
          <a:chOff x="0" y="0"/>
          <a:chExt cx="0" cy="0"/>
        </a:xfrm>
      </p:grpSpPr>
      <p:sp>
        <p:nvSpPr>
          <p:cNvPr id="46" name="Picture Placeholder 45">
            <a:extLst>
              <a:ext uri="{FF2B5EF4-FFF2-40B4-BE49-F238E27FC236}">
                <a16:creationId xmlns:a16="http://schemas.microsoft.com/office/drawing/2014/main" id="{7DFD65E9-769D-4D73-9FE2-BE3B94F9385C}"/>
              </a:ext>
            </a:extLst>
          </p:cNvPr>
          <p:cNvSpPr>
            <a:spLocks noGrp="1"/>
          </p:cNvSpPr>
          <p:nvPr>
            <p:ph type="pic" sz="quarter" idx="10"/>
          </p:nvPr>
        </p:nvSpPr>
        <p:spPr>
          <a:xfrm>
            <a:off x="2" y="0"/>
            <a:ext cx="12191999" cy="4921988"/>
          </a:xfrm>
          <a:custGeom>
            <a:avLst/>
            <a:gdLst>
              <a:gd name="connsiteX0" fmla="*/ 912831 w 12191999"/>
              <a:gd name="connsiteY0" fmla="*/ 2050987 h 4921988"/>
              <a:gd name="connsiteX1" fmla="*/ 771682 w 12191999"/>
              <a:gd name="connsiteY1" fmla="*/ 2296318 h 4921988"/>
              <a:gd name="connsiteX2" fmla="*/ 2660428 w 12191999"/>
              <a:gd name="connsiteY2" fmla="*/ 2296251 h 4921988"/>
              <a:gd name="connsiteX3" fmla="*/ 2801040 w 12191999"/>
              <a:gd name="connsiteY3" fmla="*/ 2051323 h 4921988"/>
              <a:gd name="connsiteX4" fmla="*/ 2801040 w 12191999"/>
              <a:gd name="connsiteY4" fmla="*/ 2050987 h 4921988"/>
              <a:gd name="connsiteX5" fmla="*/ 2091939 w 12191999"/>
              <a:gd name="connsiteY5" fmla="*/ 611740 h 4921988"/>
              <a:gd name="connsiteX6" fmla="*/ 2091950 w 12191999"/>
              <a:gd name="connsiteY6" fmla="*/ 611774 h 4921988"/>
              <a:gd name="connsiteX7" fmla="*/ 2091939 w 12191999"/>
              <a:gd name="connsiteY7" fmla="*/ 611808 h 4921988"/>
              <a:gd name="connsiteX8" fmla="*/ 1439517 w 12191999"/>
              <a:gd name="connsiteY8" fmla="*/ 547416 h 4921988"/>
              <a:gd name="connsiteX9" fmla="*/ 1495977 w 12191999"/>
              <a:gd name="connsiteY9" fmla="*/ 547416 h 4921988"/>
              <a:gd name="connsiteX10" fmla="*/ 1553873 w 12191999"/>
              <a:gd name="connsiteY10" fmla="*/ 611808 h 4921988"/>
              <a:gd name="connsiteX11" fmla="*/ 1495977 w 12191999"/>
              <a:gd name="connsiteY11" fmla="*/ 675858 h 4921988"/>
              <a:gd name="connsiteX12" fmla="*/ 1495977 w 12191999"/>
              <a:gd name="connsiteY12" fmla="*/ 675745 h 4921988"/>
              <a:gd name="connsiteX13" fmla="*/ 1439517 w 12191999"/>
              <a:gd name="connsiteY13" fmla="*/ 677705 h 4921988"/>
              <a:gd name="connsiteX14" fmla="*/ 1003749 w 12191999"/>
              <a:gd name="connsiteY14" fmla="*/ 547416 h 4921988"/>
              <a:gd name="connsiteX15" fmla="*/ 1099346 w 12191999"/>
              <a:gd name="connsiteY15" fmla="*/ 547416 h 4921988"/>
              <a:gd name="connsiteX16" fmla="*/ 1119860 w 12191999"/>
              <a:gd name="connsiteY16" fmla="*/ 573241 h 4921988"/>
              <a:gd name="connsiteX17" fmla="*/ 1099346 w 12191999"/>
              <a:gd name="connsiteY17" fmla="*/ 597904 h 4921988"/>
              <a:gd name="connsiteX18" fmla="*/ 1003749 w 12191999"/>
              <a:gd name="connsiteY18" fmla="*/ 597904 h 4921988"/>
              <a:gd name="connsiteX19" fmla="*/ 762411 w 12191999"/>
              <a:gd name="connsiteY19" fmla="*/ 520644 h 4921988"/>
              <a:gd name="connsiteX20" fmla="*/ 762411 w 12191999"/>
              <a:gd name="connsiteY20" fmla="*/ 547585 h 4921988"/>
              <a:gd name="connsiteX21" fmla="*/ 833618 w 12191999"/>
              <a:gd name="connsiteY21" fmla="*/ 547585 h 4921988"/>
              <a:gd name="connsiteX22" fmla="*/ 833618 w 12191999"/>
              <a:gd name="connsiteY22" fmla="*/ 703083 h 4921988"/>
              <a:gd name="connsiteX23" fmla="*/ 863136 w 12191999"/>
              <a:gd name="connsiteY23" fmla="*/ 703083 h 4921988"/>
              <a:gd name="connsiteX24" fmla="*/ 863136 w 12191999"/>
              <a:gd name="connsiteY24" fmla="*/ 547585 h 4921988"/>
              <a:gd name="connsiteX25" fmla="*/ 918547 w 12191999"/>
              <a:gd name="connsiteY25" fmla="*/ 547585 h 4921988"/>
              <a:gd name="connsiteX26" fmla="*/ 934070 w 12191999"/>
              <a:gd name="connsiteY26" fmla="*/ 520689 h 4921988"/>
              <a:gd name="connsiteX27" fmla="*/ 934070 w 12191999"/>
              <a:gd name="connsiteY27" fmla="*/ 520644 h 4921988"/>
              <a:gd name="connsiteX28" fmla="*/ 2267245 w 12191999"/>
              <a:gd name="connsiteY28" fmla="*/ 520643 h 4921988"/>
              <a:gd name="connsiteX29" fmla="*/ 2267245 w 12191999"/>
              <a:gd name="connsiteY29" fmla="*/ 703083 h 4921988"/>
              <a:gd name="connsiteX30" fmla="*/ 2435210 w 12191999"/>
              <a:gd name="connsiteY30" fmla="*/ 703083 h 4921988"/>
              <a:gd name="connsiteX31" fmla="*/ 2435210 w 12191999"/>
              <a:gd name="connsiteY31" fmla="*/ 676232 h 4921988"/>
              <a:gd name="connsiteX32" fmla="*/ 2435210 w 12191999"/>
              <a:gd name="connsiteY32" fmla="*/ 676118 h 4921988"/>
              <a:gd name="connsiteX33" fmla="*/ 2296763 w 12191999"/>
              <a:gd name="connsiteY33" fmla="*/ 676118 h 4921988"/>
              <a:gd name="connsiteX34" fmla="*/ 2296763 w 12191999"/>
              <a:gd name="connsiteY34" fmla="*/ 625334 h 4921988"/>
              <a:gd name="connsiteX35" fmla="*/ 2399766 w 12191999"/>
              <a:gd name="connsiteY35" fmla="*/ 625334 h 4921988"/>
              <a:gd name="connsiteX36" fmla="*/ 2399766 w 12191999"/>
              <a:gd name="connsiteY36" fmla="*/ 598097 h 4921988"/>
              <a:gd name="connsiteX37" fmla="*/ 2296763 w 12191999"/>
              <a:gd name="connsiteY37" fmla="*/ 598097 h 4921988"/>
              <a:gd name="connsiteX38" fmla="*/ 2296763 w 12191999"/>
              <a:gd name="connsiteY38" fmla="*/ 547585 h 4921988"/>
              <a:gd name="connsiteX39" fmla="*/ 2419733 w 12191999"/>
              <a:gd name="connsiteY39" fmla="*/ 547585 h 4921988"/>
              <a:gd name="connsiteX40" fmla="*/ 2435210 w 12191999"/>
              <a:gd name="connsiteY40" fmla="*/ 520643 h 4921988"/>
              <a:gd name="connsiteX41" fmla="*/ 1844491 w 12191999"/>
              <a:gd name="connsiteY41" fmla="*/ 520643 h 4921988"/>
              <a:gd name="connsiteX42" fmla="*/ 1844491 w 12191999"/>
              <a:gd name="connsiteY42" fmla="*/ 703083 h 4921988"/>
              <a:gd name="connsiteX43" fmla="*/ 1859261 w 12191999"/>
              <a:gd name="connsiteY43" fmla="*/ 703083 h 4921988"/>
              <a:gd name="connsiteX44" fmla="*/ 1874009 w 12191999"/>
              <a:gd name="connsiteY44" fmla="*/ 703083 h 4921988"/>
              <a:gd name="connsiteX45" fmla="*/ 1874009 w 12191999"/>
              <a:gd name="connsiteY45" fmla="*/ 567165 h 4921988"/>
              <a:gd name="connsiteX46" fmla="*/ 1988341 w 12191999"/>
              <a:gd name="connsiteY46" fmla="*/ 703083 h 4921988"/>
              <a:gd name="connsiteX47" fmla="*/ 2016150 w 12191999"/>
              <a:gd name="connsiteY47" fmla="*/ 703083 h 4921988"/>
              <a:gd name="connsiteX48" fmla="*/ 2016150 w 12191999"/>
              <a:gd name="connsiteY48" fmla="*/ 520643 h 4921988"/>
              <a:gd name="connsiteX49" fmla="*/ 2001356 w 12191999"/>
              <a:gd name="connsiteY49" fmla="*/ 520643 h 4921988"/>
              <a:gd name="connsiteX50" fmla="*/ 1986654 w 12191999"/>
              <a:gd name="connsiteY50" fmla="*/ 520643 h 4921988"/>
              <a:gd name="connsiteX51" fmla="*/ 1986654 w 12191999"/>
              <a:gd name="connsiteY51" fmla="*/ 656265 h 4921988"/>
              <a:gd name="connsiteX52" fmla="*/ 1872298 w 12191999"/>
              <a:gd name="connsiteY52" fmla="*/ 520643 h 4921988"/>
              <a:gd name="connsiteX53" fmla="*/ 1629159 w 12191999"/>
              <a:gd name="connsiteY53" fmla="*/ 520643 h 4921988"/>
              <a:gd name="connsiteX54" fmla="*/ 1629159 w 12191999"/>
              <a:gd name="connsiteY54" fmla="*/ 703083 h 4921988"/>
              <a:gd name="connsiteX55" fmla="*/ 1797125 w 12191999"/>
              <a:gd name="connsiteY55" fmla="*/ 703083 h 4921988"/>
              <a:gd name="connsiteX56" fmla="*/ 1797125 w 12191999"/>
              <a:gd name="connsiteY56" fmla="*/ 676232 h 4921988"/>
              <a:gd name="connsiteX57" fmla="*/ 1797125 w 12191999"/>
              <a:gd name="connsiteY57" fmla="*/ 676118 h 4921988"/>
              <a:gd name="connsiteX58" fmla="*/ 1658654 w 12191999"/>
              <a:gd name="connsiteY58" fmla="*/ 676118 h 4921988"/>
              <a:gd name="connsiteX59" fmla="*/ 1658654 w 12191999"/>
              <a:gd name="connsiteY59" fmla="*/ 625334 h 4921988"/>
              <a:gd name="connsiteX60" fmla="*/ 1761658 w 12191999"/>
              <a:gd name="connsiteY60" fmla="*/ 625334 h 4921988"/>
              <a:gd name="connsiteX61" fmla="*/ 1761658 w 12191999"/>
              <a:gd name="connsiteY61" fmla="*/ 598096 h 4921988"/>
              <a:gd name="connsiteX62" fmla="*/ 1658654 w 12191999"/>
              <a:gd name="connsiteY62" fmla="*/ 598096 h 4921988"/>
              <a:gd name="connsiteX63" fmla="*/ 1658654 w 12191999"/>
              <a:gd name="connsiteY63" fmla="*/ 547585 h 4921988"/>
              <a:gd name="connsiteX64" fmla="*/ 1781648 w 12191999"/>
              <a:gd name="connsiteY64" fmla="*/ 547585 h 4921988"/>
              <a:gd name="connsiteX65" fmla="*/ 1797125 w 12191999"/>
              <a:gd name="connsiteY65" fmla="*/ 520643 h 4921988"/>
              <a:gd name="connsiteX66" fmla="*/ 1194781 w 12191999"/>
              <a:gd name="connsiteY66" fmla="*/ 520643 h 4921988"/>
              <a:gd name="connsiteX67" fmla="*/ 1194781 w 12191999"/>
              <a:gd name="connsiteY67" fmla="*/ 703083 h 4921988"/>
              <a:gd name="connsiteX68" fmla="*/ 1362747 w 12191999"/>
              <a:gd name="connsiteY68" fmla="*/ 703083 h 4921988"/>
              <a:gd name="connsiteX69" fmla="*/ 1362747 w 12191999"/>
              <a:gd name="connsiteY69" fmla="*/ 676232 h 4921988"/>
              <a:gd name="connsiteX70" fmla="*/ 1362747 w 12191999"/>
              <a:gd name="connsiteY70" fmla="*/ 676118 h 4921988"/>
              <a:gd name="connsiteX71" fmla="*/ 1224299 w 12191999"/>
              <a:gd name="connsiteY71" fmla="*/ 676118 h 4921988"/>
              <a:gd name="connsiteX72" fmla="*/ 1224299 w 12191999"/>
              <a:gd name="connsiteY72" fmla="*/ 625334 h 4921988"/>
              <a:gd name="connsiteX73" fmla="*/ 1327280 w 12191999"/>
              <a:gd name="connsiteY73" fmla="*/ 625334 h 4921988"/>
              <a:gd name="connsiteX74" fmla="*/ 1327280 w 12191999"/>
              <a:gd name="connsiteY74" fmla="*/ 598096 h 4921988"/>
              <a:gd name="connsiteX75" fmla="*/ 1224299 w 12191999"/>
              <a:gd name="connsiteY75" fmla="*/ 598096 h 4921988"/>
              <a:gd name="connsiteX76" fmla="*/ 1224299 w 12191999"/>
              <a:gd name="connsiteY76" fmla="*/ 547585 h 4921988"/>
              <a:gd name="connsiteX77" fmla="*/ 1347270 w 12191999"/>
              <a:gd name="connsiteY77" fmla="*/ 547585 h 4921988"/>
              <a:gd name="connsiteX78" fmla="*/ 1362747 w 12191999"/>
              <a:gd name="connsiteY78" fmla="*/ 520643 h 4921988"/>
              <a:gd name="connsiteX79" fmla="*/ 974232 w 12191999"/>
              <a:gd name="connsiteY79" fmla="*/ 520519 h 4921988"/>
              <a:gd name="connsiteX80" fmla="*/ 974232 w 12191999"/>
              <a:gd name="connsiteY80" fmla="*/ 702868 h 4921988"/>
              <a:gd name="connsiteX81" fmla="*/ 1003863 w 12191999"/>
              <a:gd name="connsiteY81" fmla="*/ 702868 h 4921988"/>
              <a:gd name="connsiteX82" fmla="*/ 1003863 w 12191999"/>
              <a:gd name="connsiteY82" fmla="*/ 625142 h 4921988"/>
              <a:gd name="connsiteX83" fmla="*/ 1068939 w 12191999"/>
              <a:gd name="connsiteY83" fmla="*/ 625142 h 4921988"/>
              <a:gd name="connsiteX84" fmla="*/ 1113751 w 12191999"/>
              <a:gd name="connsiteY84" fmla="*/ 702891 h 4921988"/>
              <a:gd name="connsiteX85" fmla="*/ 1146665 w 12191999"/>
              <a:gd name="connsiteY85" fmla="*/ 702891 h 4921988"/>
              <a:gd name="connsiteX86" fmla="*/ 1101557 w 12191999"/>
              <a:gd name="connsiteY86" fmla="*/ 624868 h 4921988"/>
              <a:gd name="connsiteX87" fmla="*/ 1105409 w 12191999"/>
              <a:gd name="connsiteY87" fmla="*/ 624868 h 4921988"/>
              <a:gd name="connsiteX88" fmla="*/ 1149378 w 12191999"/>
              <a:gd name="connsiteY88" fmla="*/ 572945 h 4921988"/>
              <a:gd name="connsiteX89" fmla="*/ 1099437 w 12191999"/>
              <a:gd name="connsiteY89" fmla="*/ 520519 h 4921988"/>
              <a:gd name="connsiteX90" fmla="*/ 2149812 w 12191999"/>
              <a:gd name="connsiteY90" fmla="*/ 520451 h 4921988"/>
              <a:gd name="connsiteX91" fmla="*/ 2060735 w 12191999"/>
              <a:gd name="connsiteY91" fmla="*/ 611626 h 4921988"/>
              <a:gd name="connsiteX92" fmla="*/ 2149812 w 12191999"/>
              <a:gd name="connsiteY92" fmla="*/ 702983 h 4921988"/>
              <a:gd name="connsiteX93" fmla="*/ 2222296 w 12191999"/>
              <a:gd name="connsiteY93" fmla="*/ 702983 h 4921988"/>
              <a:gd name="connsiteX94" fmla="*/ 2222296 w 12191999"/>
              <a:gd name="connsiteY94" fmla="*/ 675858 h 4921988"/>
              <a:gd name="connsiteX95" fmla="*/ 2149812 w 12191999"/>
              <a:gd name="connsiteY95" fmla="*/ 675858 h 4921988"/>
              <a:gd name="connsiteX96" fmla="*/ 2107046 w 12191999"/>
              <a:gd name="connsiteY96" fmla="*/ 656142 h 4921988"/>
              <a:gd name="connsiteX97" fmla="*/ 2091950 w 12191999"/>
              <a:gd name="connsiteY97" fmla="*/ 611774 h 4921988"/>
              <a:gd name="connsiteX98" fmla="*/ 2107046 w 12191999"/>
              <a:gd name="connsiteY98" fmla="*/ 567167 h 4921988"/>
              <a:gd name="connsiteX99" fmla="*/ 2149812 w 12191999"/>
              <a:gd name="connsiteY99" fmla="*/ 547416 h 4921988"/>
              <a:gd name="connsiteX100" fmla="*/ 2206659 w 12191999"/>
              <a:gd name="connsiteY100" fmla="*/ 547416 h 4921988"/>
              <a:gd name="connsiteX101" fmla="*/ 2222296 w 12191999"/>
              <a:gd name="connsiteY101" fmla="*/ 520451 h 4921988"/>
              <a:gd name="connsiteX102" fmla="*/ 1495977 w 12191999"/>
              <a:gd name="connsiteY102" fmla="*/ 520269 h 4921988"/>
              <a:gd name="connsiteX103" fmla="*/ 1495977 w 12191999"/>
              <a:gd name="connsiteY103" fmla="*/ 520452 h 4921988"/>
              <a:gd name="connsiteX104" fmla="*/ 1410023 w 12191999"/>
              <a:gd name="connsiteY104" fmla="*/ 520452 h 4921988"/>
              <a:gd name="connsiteX105" fmla="*/ 1410023 w 12191999"/>
              <a:gd name="connsiteY105" fmla="*/ 702801 h 4921988"/>
              <a:gd name="connsiteX106" fmla="*/ 1495977 w 12191999"/>
              <a:gd name="connsiteY106" fmla="*/ 702801 h 4921988"/>
              <a:gd name="connsiteX107" fmla="*/ 1585077 w 12191999"/>
              <a:gd name="connsiteY107" fmla="*/ 611444 h 4921988"/>
              <a:gd name="connsiteX108" fmla="*/ 1495977 w 12191999"/>
              <a:gd name="connsiteY108" fmla="*/ 520269 h 4921988"/>
              <a:gd name="connsiteX109" fmla="*/ 0 w 12191999"/>
              <a:gd name="connsiteY109" fmla="*/ 0 h 4921988"/>
              <a:gd name="connsiteX110" fmla="*/ 12191999 w 12191999"/>
              <a:gd name="connsiteY110" fmla="*/ 0 h 4921988"/>
              <a:gd name="connsiteX111" fmla="*/ 12191999 w 12191999"/>
              <a:gd name="connsiteY111" fmla="*/ 4921988 h 4921988"/>
              <a:gd name="connsiteX112" fmla="*/ 0 w 12191999"/>
              <a:gd name="connsiteY112" fmla="*/ 4921988 h 4921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2191999" h="4921988">
                <a:moveTo>
                  <a:pt x="912831" y="2050987"/>
                </a:moveTo>
                <a:lnTo>
                  <a:pt x="771682" y="2296318"/>
                </a:lnTo>
                <a:lnTo>
                  <a:pt x="2660428" y="2296251"/>
                </a:lnTo>
                <a:lnTo>
                  <a:pt x="2801040" y="2051323"/>
                </a:lnTo>
                <a:lnTo>
                  <a:pt x="2801040" y="2050987"/>
                </a:lnTo>
                <a:close/>
                <a:moveTo>
                  <a:pt x="2091939" y="611740"/>
                </a:moveTo>
                <a:lnTo>
                  <a:pt x="2091950" y="611774"/>
                </a:lnTo>
                <a:lnTo>
                  <a:pt x="2091939" y="611808"/>
                </a:lnTo>
                <a:close/>
                <a:moveTo>
                  <a:pt x="1439517" y="547416"/>
                </a:moveTo>
                <a:lnTo>
                  <a:pt x="1495977" y="547416"/>
                </a:lnTo>
                <a:cubicBezTo>
                  <a:pt x="1532880" y="547416"/>
                  <a:pt x="1553873" y="578621"/>
                  <a:pt x="1553873" y="611808"/>
                </a:cubicBezTo>
                <a:cubicBezTo>
                  <a:pt x="1553873" y="644996"/>
                  <a:pt x="1532880" y="675858"/>
                  <a:pt x="1495977" y="675858"/>
                </a:cubicBezTo>
                <a:lnTo>
                  <a:pt x="1495977" y="675745"/>
                </a:lnTo>
                <a:lnTo>
                  <a:pt x="1439517" y="677705"/>
                </a:lnTo>
                <a:close/>
                <a:moveTo>
                  <a:pt x="1003749" y="547416"/>
                </a:moveTo>
                <a:lnTo>
                  <a:pt x="1099346" y="547416"/>
                </a:lnTo>
                <a:cubicBezTo>
                  <a:pt x="1113546" y="547416"/>
                  <a:pt x="1119860" y="559884"/>
                  <a:pt x="1119860" y="573241"/>
                </a:cubicBezTo>
                <a:cubicBezTo>
                  <a:pt x="1119860" y="587122"/>
                  <a:pt x="1114184" y="597904"/>
                  <a:pt x="1099346" y="597904"/>
                </a:cubicBezTo>
                <a:lnTo>
                  <a:pt x="1003749" y="597904"/>
                </a:lnTo>
                <a:close/>
                <a:moveTo>
                  <a:pt x="762411" y="520644"/>
                </a:moveTo>
                <a:lnTo>
                  <a:pt x="762411" y="547585"/>
                </a:lnTo>
                <a:lnTo>
                  <a:pt x="833618" y="547585"/>
                </a:lnTo>
                <a:lnTo>
                  <a:pt x="833618" y="703083"/>
                </a:lnTo>
                <a:lnTo>
                  <a:pt x="863136" y="703083"/>
                </a:lnTo>
                <a:lnTo>
                  <a:pt x="863136" y="547585"/>
                </a:lnTo>
                <a:lnTo>
                  <a:pt x="918547" y="547585"/>
                </a:lnTo>
                <a:lnTo>
                  <a:pt x="934070" y="520689"/>
                </a:lnTo>
                <a:lnTo>
                  <a:pt x="934070" y="520644"/>
                </a:lnTo>
                <a:close/>
                <a:moveTo>
                  <a:pt x="2267245" y="520643"/>
                </a:moveTo>
                <a:lnTo>
                  <a:pt x="2267245" y="703083"/>
                </a:lnTo>
                <a:lnTo>
                  <a:pt x="2435210" y="703083"/>
                </a:lnTo>
                <a:lnTo>
                  <a:pt x="2435210" y="676232"/>
                </a:lnTo>
                <a:lnTo>
                  <a:pt x="2435210" y="676118"/>
                </a:lnTo>
                <a:lnTo>
                  <a:pt x="2296763" y="676118"/>
                </a:lnTo>
                <a:lnTo>
                  <a:pt x="2296763" y="625334"/>
                </a:lnTo>
                <a:lnTo>
                  <a:pt x="2399766" y="625334"/>
                </a:lnTo>
                <a:lnTo>
                  <a:pt x="2399766" y="598097"/>
                </a:lnTo>
                <a:lnTo>
                  <a:pt x="2296763" y="598097"/>
                </a:lnTo>
                <a:lnTo>
                  <a:pt x="2296763" y="547585"/>
                </a:lnTo>
                <a:lnTo>
                  <a:pt x="2419733" y="547585"/>
                </a:lnTo>
                <a:lnTo>
                  <a:pt x="2435210" y="520643"/>
                </a:lnTo>
                <a:close/>
                <a:moveTo>
                  <a:pt x="1844491" y="520643"/>
                </a:moveTo>
                <a:lnTo>
                  <a:pt x="1844491" y="703083"/>
                </a:lnTo>
                <a:lnTo>
                  <a:pt x="1859261" y="703083"/>
                </a:lnTo>
                <a:lnTo>
                  <a:pt x="1874009" y="703083"/>
                </a:lnTo>
                <a:lnTo>
                  <a:pt x="1874009" y="567165"/>
                </a:lnTo>
                <a:lnTo>
                  <a:pt x="1988341" y="703083"/>
                </a:lnTo>
                <a:lnTo>
                  <a:pt x="2016150" y="703083"/>
                </a:lnTo>
                <a:lnTo>
                  <a:pt x="2016150" y="520643"/>
                </a:lnTo>
                <a:lnTo>
                  <a:pt x="2001356" y="520643"/>
                </a:lnTo>
                <a:lnTo>
                  <a:pt x="1986654" y="520643"/>
                </a:lnTo>
                <a:lnTo>
                  <a:pt x="1986654" y="656265"/>
                </a:lnTo>
                <a:lnTo>
                  <a:pt x="1872298" y="520643"/>
                </a:lnTo>
                <a:close/>
                <a:moveTo>
                  <a:pt x="1629159" y="520643"/>
                </a:moveTo>
                <a:lnTo>
                  <a:pt x="1629159" y="703083"/>
                </a:lnTo>
                <a:lnTo>
                  <a:pt x="1797125" y="703083"/>
                </a:lnTo>
                <a:lnTo>
                  <a:pt x="1797125" y="676232"/>
                </a:lnTo>
                <a:lnTo>
                  <a:pt x="1797125" y="676118"/>
                </a:lnTo>
                <a:lnTo>
                  <a:pt x="1658654" y="676118"/>
                </a:lnTo>
                <a:lnTo>
                  <a:pt x="1658654" y="625334"/>
                </a:lnTo>
                <a:lnTo>
                  <a:pt x="1761658" y="625334"/>
                </a:lnTo>
                <a:lnTo>
                  <a:pt x="1761658" y="598096"/>
                </a:lnTo>
                <a:lnTo>
                  <a:pt x="1658654" y="598096"/>
                </a:lnTo>
                <a:lnTo>
                  <a:pt x="1658654" y="547585"/>
                </a:lnTo>
                <a:lnTo>
                  <a:pt x="1781648" y="547585"/>
                </a:lnTo>
                <a:lnTo>
                  <a:pt x="1797125" y="520643"/>
                </a:lnTo>
                <a:close/>
                <a:moveTo>
                  <a:pt x="1194781" y="520643"/>
                </a:moveTo>
                <a:lnTo>
                  <a:pt x="1194781" y="703083"/>
                </a:lnTo>
                <a:lnTo>
                  <a:pt x="1362747" y="703083"/>
                </a:lnTo>
                <a:lnTo>
                  <a:pt x="1362747" y="676232"/>
                </a:lnTo>
                <a:lnTo>
                  <a:pt x="1362747" y="676118"/>
                </a:lnTo>
                <a:lnTo>
                  <a:pt x="1224299" y="676118"/>
                </a:lnTo>
                <a:lnTo>
                  <a:pt x="1224299" y="625334"/>
                </a:lnTo>
                <a:lnTo>
                  <a:pt x="1327280" y="625334"/>
                </a:lnTo>
                <a:lnTo>
                  <a:pt x="1327280" y="598096"/>
                </a:lnTo>
                <a:lnTo>
                  <a:pt x="1224299" y="598096"/>
                </a:lnTo>
                <a:lnTo>
                  <a:pt x="1224299" y="547585"/>
                </a:lnTo>
                <a:lnTo>
                  <a:pt x="1347270" y="547585"/>
                </a:lnTo>
                <a:lnTo>
                  <a:pt x="1362747" y="520643"/>
                </a:lnTo>
                <a:close/>
                <a:moveTo>
                  <a:pt x="974232" y="520519"/>
                </a:moveTo>
                <a:lnTo>
                  <a:pt x="974232" y="702868"/>
                </a:lnTo>
                <a:lnTo>
                  <a:pt x="1003863" y="702868"/>
                </a:lnTo>
                <a:lnTo>
                  <a:pt x="1003863" y="625142"/>
                </a:lnTo>
                <a:lnTo>
                  <a:pt x="1068939" y="625142"/>
                </a:lnTo>
                <a:lnTo>
                  <a:pt x="1113751" y="702891"/>
                </a:lnTo>
                <a:lnTo>
                  <a:pt x="1146665" y="702891"/>
                </a:lnTo>
                <a:lnTo>
                  <a:pt x="1101557" y="624868"/>
                </a:lnTo>
                <a:lnTo>
                  <a:pt x="1105409" y="624868"/>
                </a:lnTo>
                <a:cubicBezTo>
                  <a:pt x="1136043" y="622315"/>
                  <a:pt x="1149378" y="598770"/>
                  <a:pt x="1149378" y="572945"/>
                </a:cubicBezTo>
                <a:cubicBezTo>
                  <a:pt x="1149378" y="544863"/>
                  <a:pt x="1132351" y="520519"/>
                  <a:pt x="1099437" y="520519"/>
                </a:cubicBezTo>
                <a:close/>
                <a:moveTo>
                  <a:pt x="2149812" y="520451"/>
                </a:moveTo>
                <a:cubicBezTo>
                  <a:pt x="2094765" y="520451"/>
                  <a:pt x="2060735" y="562437"/>
                  <a:pt x="2060735" y="611626"/>
                </a:cubicBezTo>
                <a:cubicBezTo>
                  <a:pt x="2060735" y="660131"/>
                  <a:pt x="2094765" y="702983"/>
                  <a:pt x="2149812" y="702983"/>
                </a:cubicBezTo>
                <a:lnTo>
                  <a:pt x="2222296" y="702983"/>
                </a:lnTo>
                <a:lnTo>
                  <a:pt x="2222296" y="675858"/>
                </a:lnTo>
                <a:lnTo>
                  <a:pt x="2149812" y="675858"/>
                </a:lnTo>
                <a:cubicBezTo>
                  <a:pt x="2131372" y="675858"/>
                  <a:pt x="2116904" y="668057"/>
                  <a:pt x="2107046" y="656142"/>
                </a:cubicBezTo>
                <a:lnTo>
                  <a:pt x="2091950" y="611774"/>
                </a:lnTo>
                <a:lnTo>
                  <a:pt x="2107046" y="567167"/>
                </a:lnTo>
                <a:cubicBezTo>
                  <a:pt x="2116904" y="555217"/>
                  <a:pt x="2131372" y="547416"/>
                  <a:pt x="2149812" y="547416"/>
                </a:cubicBezTo>
                <a:lnTo>
                  <a:pt x="2206659" y="547416"/>
                </a:lnTo>
                <a:lnTo>
                  <a:pt x="2222296" y="520451"/>
                </a:lnTo>
                <a:close/>
                <a:moveTo>
                  <a:pt x="1495977" y="520269"/>
                </a:moveTo>
                <a:lnTo>
                  <a:pt x="1495977" y="520452"/>
                </a:lnTo>
                <a:lnTo>
                  <a:pt x="1410023" y="520452"/>
                </a:lnTo>
                <a:lnTo>
                  <a:pt x="1410023" y="702801"/>
                </a:lnTo>
                <a:lnTo>
                  <a:pt x="1495977" y="702801"/>
                </a:lnTo>
                <a:cubicBezTo>
                  <a:pt x="1551024" y="702801"/>
                  <a:pt x="1585077" y="659949"/>
                  <a:pt x="1585077" y="611444"/>
                </a:cubicBezTo>
                <a:cubicBezTo>
                  <a:pt x="1585077" y="562346"/>
                  <a:pt x="1551024" y="520269"/>
                  <a:pt x="1495977" y="520269"/>
                </a:cubicBezTo>
                <a:close/>
                <a:moveTo>
                  <a:pt x="0" y="0"/>
                </a:moveTo>
                <a:lnTo>
                  <a:pt x="12191999" y="0"/>
                </a:lnTo>
                <a:lnTo>
                  <a:pt x="12191999" y="4921988"/>
                </a:lnTo>
                <a:lnTo>
                  <a:pt x="0" y="4921988"/>
                </a:lnTo>
                <a:close/>
              </a:path>
            </a:pathLst>
          </a:custGeom>
          <a:solidFill>
            <a:srgbClr val="404040"/>
          </a:solidFill>
          <a:ln>
            <a:noFill/>
          </a:ln>
        </p:spPr>
        <p:txBody>
          <a:bodyPr wrap="square" anchor="ctr">
            <a:noAutofit/>
          </a:bodyPr>
          <a:lstStyle>
            <a:lvl1pPr algn="ctr">
              <a:defRPr sz="1800">
                <a:solidFill>
                  <a:schemeClr val="bg1"/>
                </a:solidFill>
              </a:defRPr>
            </a:lvl1pPr>
          </a:lstStyle>
          <a:p>
            <a:endParaRPr lang="en-IN"/>
          </a:p>
        </p:txBody>
      </p:sp>
      <p:sp>
        <p:nvSpPr>
          <p:cNvPr id="45" name="Graphic 6">
            <a:extLst>
              <a:ext uri="{FF2B5EF4-FFF2-40B4-BE49-F238E27FC236}">
                <a16:creationId xmlns:a16="http://schemas.microsoft.com/office/drawing/2014/main" id="{1AED4541-A41D-4047-B1B4-B9E85F38E4BB}"/>
              </a:ext>
            </a:extLst>
          </p:cNvPr>
          <p:cNvSpPr/>
          <p:nvPr userDrawn="1"/>
        </p:nvSpPr>
        <p:spPr>
          <a:xfrm>
            <a:off x="772342" y="2051490"/>
            <a:ext cx="2029358" cy="245330"/>
          </a:xfrm>
          <a:custGeom>
            <a:avLst/>
            <a:gdLst>
              <a:gd name="connsiteX0" fmla="*/ -658 w 2029358"/>
              <a:gd name="connsiteY0" fmla="*/ 244828 h 245330"/>
              <a:gd name="connsiteX1" fmla="*/ 140491 w 2029358"/>
              <a:gd name="connsiteY1" fmla="*/ -503 h 245330"/>
              <a:gd name="connsiteX2" fmla="*/ 2028700 w 2029358"/>
              <a:gd name="connsiteY2" fmla="*/ -503 h 245330"/>
              <a:gd name="connsiteX3" fmla="*/ 2028700 w 2029358"/>
              <a:gd name="connsiteY3" fmla="*/ -167 h 245330"/>
              <a:gd name="connsiteX4" fmla="*/ 1888088 w 2029358"/>
              <a:gd name="connsiteY4" fmla="*/ 244761 h 245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9358" h="245330">
                <a:moveTo>
                  <a:pt x="-658" y="244828"/>
                </a:moveTo>
                <a:lnTo>
                  <a:pt x="140491" y="-503"/>
                </a:lnTo>
                <a:lnTo>
                  <a:pt x="2028700" y="-503"/>
                </a:lnTo>
                <a:lnTo>
                  <a:pt x="2028700" y="-167"/>
                </a:lnTo>
                <a:lnTo>
                  <a:pt x="1888088" y="244761"/>
                </a:lnTo>
                <a:close/>
              </a:path>
            </a:pathLst>
          </a:custGeom>
          <a:solidFill>
            <a:srgbClr val="FE5000"/>
          </a:solidFill>
          <a:ln w="3359" cap="flat">
            <a:noFill/>
            <a:prstDash val="solid"/>
            <a:miter/>
          </a:ln>
        </p:spPr>
        <p:txBody>
          <a:bodyPr rtlCol="0" anchor="ctr"/>
          <a:lstStyle/>
          <a:p>
            <a:endParaRPr lang="en-IN"/>
          </a:p>
        </p:txBody>
      </p:sp>
      <p:pic>
        <p:nvPicPr>
          <p:cNvPr id="3" name="Graphic 2">
            <a:extLst>
              <a:ext uri="{FF2B5EF4-FFF2-40B4-BE49-F238E27FC236}">
                <a16:creationId xmlns:a16="http://schemas.microsoft.com/office/drawing/2014/main" id="{A60F84EC-7075-4184-87F7-515AD959AF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4921989"/>
            <a:ext cx="12192000" cy="1573980"/>
          </a:xfrm>
          <a:prstGeom prst="rect">
            <a:avLst/>
          </a:prstGeom>
        </p:spPr>
      </p:pic>
      <p:sp>
        <p:nvSpPr>
          <p:cNvPr id="4" name="TextBox 3">
            <a:extLst>
              <a:ext uri="{FF2B5EF4-FFF2-40B4-BE49-F238E27FC236}">
                <a16:creationId xmlns:a16="http://schemas.microsoft.com/office/drawing/2014/main" id="{C1D2E7A7-7090-45BF-8A87-49339D70F60E}"/>
              </a:ext>
            </a:extLst>
          </p:cNvPr>
          <p:cNvSpPr txBox="1"/>
          <p:nvPr userDrawn="1"/>
        </p:nvSpPr>
        <p:spPr>
          <a:xfrm>
            <a:off x="10338012" y="5015692"/>
            <a:ext cx="1598515" cy="276999"/>
          </a:xfrm>
          <a:prstGeom prst="rect">
            <a:avLst/>
          </a:prstGeom>
          <a:noFill/>
        </p:spPr>
        <p:txBody>
          <a:bodyPr wrap="none" rtlCol="0">
            <a:spAutoFit/>
          </a:bodyPr>
          <a:lstStyle/>
          <a:p>
            <a:pPr algn="ctr"/>
            <a:r>
              <a:rPr lang="en-US" sz="1200" b="1">
                <a:solidFill>
                  <a:schemeClr val="bg1"/>
                </a:solidFill>
                <a:latin typeface="Poppins ExtraBold" panose="00000900000000000000" pitchFamily="2" charset="0"/>
                <a:cs typeface="Poppins ExtraBold" panose="00000900000000000000" pitchFamily="2" charset="0"/>
              </a:rPr>
              <a:t>#BeyondPossible</a:t>
            </a:r>
            <a:endParaRPr lang="en-IN" sz="1200" b="1">
              <a:solidFill>
                <a:schemeClr val="bg1"/>
              </a:solidFill>
              <a:latin typeface="Poppins ExtraBold" panose="00000900000000000000" pitchFamily="2" charset="0"/>
              <a:cs typeface="Poppins ExtraBold" panose="00000900000000000000" pitchFamily="2" charset="0"/>
            </a:endParaRPr>
          </a:p>
        </p:txBody>
      </p:sp>
      <p:pic>
        <p:nvPicPr>
          <p:cNvPr id="9" name="Graphic 8">
            <a:extLst>
              <a:ext uri="{FF2B5EF4-FFF2-40B4-BE49-F238E27FC236}">
                <a16:creationId xmlns:a16="http://schemas.microsoft.com/office/drawing/2014/main" id="{C8A09CC9-34EA-45CF-9BD1-DF6AC37FBB7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3473" y="2022636"/>
            <a:ext cx="311678" cy="311678"/>
          </a:xfrm>
          <a:prstGeom prst="rect">
            <a:avLst/>
          </a:prstGeom>
        </p:spPr>
      </p:pic>
      <p:sp>
        <p:nvSpPr>
          <p:cNvPr id="15" name="Title 13">
            <a:extLst>
              <a:ext uri="{FF2B5EF4-FFF2-40B4-BE49-F238E27FC236}">
                <a16:creationId xmlns:a16="http://schemas.microsoft.com/office/drawing/2014/main" id="{9C43D408-7524-454D-8FEE-249A98A88AB5}"/>
              </a:ext>
            </a:extLst>
          </p:cNvPr>
          <p:cNvSpPr>
            <a:spLocks noGrp="1"/>
          </p:cNvSpPr>
          <p:nvPr>
            <p:ph type="title" hasCustomPrompt="1"/>
          </p:nvPr>
        </p:nvSpPr>
        <p:spPr>
          <a:xfrm>
            <a:off x="708582" y="2437299"/>
            <a:ext cx="5743880" cy="670953"/>
          </a:xfrm>
          <a:prstGeom prst="rect">
            <a:avLst/>
          </a:prstGeom>
          <a:noFill/>
        </p:spPr>
        <p:txBody>
          <a:bodyPr wrap="square" lIns="0" tIns="0" rIns="0" bIns="0" rtlCol="0">
            <a:spAutoFit/>
          </a:bodyPr>
          <a:lstStyle>
            <a:lvl1pPr>
              <a:defRPr lang="en-IN" sz="4800" b="1">
                <a:solidFill>
                  <a:schemeClr val="bg1"/>
                </a:solidFill>
                <a:latin typeface="Poppins" panose="00000500000000000000" pitchFamily="50" charset="0"/>
                <a:ea typeface="+mn-ea"/>
                <a:cs typeface="Poppins" panose="00000500000000000000" pitchFamily="50" charset="0"/>
              </a:defRPr>
            </a:lvl1pPr>
          </a:lstStyle>
          <a:p>
            <a:r>
              <a:rPr lang="en-IN" sz="4800" b="1">
                <a:solidFill>
                  <a:schemeClr val="bg1"/>
                </a:solidFill>
                <a:latin typeface="Poppins" panose="00000500000000000000" pitchFamily="50" charset="0"/>
                <a:cs typeface="Poppins" panose="00000500000000000000" pitchFamily="50" charset="0"/>
              </a:rPr>
              <a:t>Presentation Title</a:t>
            </a:r>
          </a:p>
        </p:txBody>
      </p:sp>
      <p:sp>
        <p:nvSpPr>
          <p:cNvPr id="18" name="Text Placeholder 16">
            <a:extLst>
              <a:ext uri="{FF2B5EF4-FFF2-40B4-BE49-F238E27FC236}">
                <a16:creationId xmlns:a16="http://schemas.microsoft.com/office/drawing/2014/main" id="{E04953B4-9C08-4F21-B1B3-FED22F10BDC8}"/>
              </a:ext>
            </a:extLst>
          </p:cNvPr>
          <p:cNvSpPr>
            <a:spLocks noGrp="1"/>
          </p:cNvSpPr>
          <p:nvPr>
            <p:ph type="body" sz="quarter" idx="11" hasCustomPrompt="1"/>
          </p:nvPr>
        </p:nvSpPr>
        <p:spPr>
          <a:xfrm>
            <a:off x="923110" y="2083600"/>
            <a:ext cx="764953" cy="220445"/>
          </a:xfrm>
          <a:prstGeom prst="rect">
            <a:avLst/>
          </a:prstGeom>
          <a:noFill/>
        </p:spPr>
        <p:txBody>
          <a:bodyPr wrap="none" rtlCol="0">
            <a:spAutoFit/>
          </a:bodyPr>
          <a:lstStyle>
            <a:lvl1pPr marL="0" indent="0">
              <a:buFont typeface="Arial" panose="020B0604020202020204" pitchFamily="34" charset="0"/>
              <a:buNone/>
              <a:defRPr lang="en-US" sz="900" spc="300" smtClean="0">
                <a:solidFill>
                  <a:schemeClr val="bg1"/>
                </a:solidFill>
                <a:latin typeface="Poppins" panose="00000500000000000000" pitchFamily="50" charset="0"/>
                <a:cs typeface="Poppins" panose="00000500000000000000" pitchFamily="50" charset="0"/>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mtClean="0"/>
            </a:lvl4pPr>
            <a:lvl5pPr marL="1543050" indent="0">
              <a:buFont typeface="Arial" panose="020B0604020202020204" pitchFamily="34" charset="0"/>
              <a:buNone/>
              <a:defRPr lang="en-IN"/>
            </a:lvl5pPr>
          </a:lstStyle>
          <a:p>
            <a:pPr marL="0" lvl="0"/>
            <a:r>
              <a:rPr lang="en-US"/>
              <a:t>RETAIL</a:t>
            </a:r>
            <a:endParaRPr lang="en-IN"/>
          </a:p>
        </p:txBody>
      </p:sp>
      <p:sp>
        <p:nvSpPr>
          <p:cNvPr id="27" name="TextBox 26">
            <a:extLst>
              <a:ext uri="{FF2B5EF4-FFF2-40B4-BE49-F238E27FC236}">
                <a16:creationId xmlns:a16="http://schemas.microsoft.com/office/drawing/2014/main" id="{361B56E7-B3E5-422F-B9CB-10067D712F64}"/>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prstClr val="black">
                    <a:lumMod val="50000"/>
                    <a:lumOff val="50000"/>
                  </a:prstClr>
                </a:solidFill>
                <a:latin typeface="Poppins" panose="00000500000000000000" pitchFamily="50" charset="0"/>
                <a:cs typeface="Poppins" panose="00000500000000000000" pitchFamily="50" charset="0"/>
              </a:rPr>
              <a:t>© COPYRIGHT 2026, TREDENCE. ALL RIGHTS RESERVED</a:t>
            </a:r>
            <a:endParaRPr lang="en-IN" sz="900">
              <a:solidFill>
                <a:prstClr val="black">
                  <a:lumMod val="50000"/>
                  <a:lumOff val="50000"/>
                </a:prstClr>
              </a:solidFill>
              <a:latin typeface="Poppins" panose="00000500000000000000" pitchFamily="50" charset="0"/>
              <a:cs typeface="Poppins" panose="00000500000000000000" pitchFamily="50" charset="0"/>
            </a:endParaRPr>
          </a:p>
        </p:txBody>
      </p:sp>
      <p:grpSp>
        <p:nvGrpSpPr>
          <p:cNvPr id="28" name="Group 27">
            <a:extLst>
              <a:ext uri="{FF2B5EF4-FFF2-40B4-BE49-F238E27FC236}">
                <a16:creationId xmlns:a16="http://schemas.microsoft.com/office/drawing/2014/main" id="{347CA167-E21C-40EC-8453-C507242B3801}"/>
              </a:ext>
            </a:extLst>
          </p:cNvPr>
          <p:cNvGrpSpPr/>
          <p:nvPr userDrawn="1"/>
        </p:nvGrpSpPr>
        <p:grpSpPr>
          <a:xfrm>
            <a:off x="5902296" y="6657690"/>
            <a:ext cx="387409" cy="0"/>
            <a:chOff x="5905144" y="6657690"/>
            <a:chExt cx="387409" cy="0"/>
          </a:xfrm>
        </p:grpSpPr>
        <p:cxnSp>
          <p:nvCxnSpPr>
            <p:cNvPr id="29" name="Straight Connector 28">
              <a:extLst>
                <a:ext uri="{FF2B5EF4-FFF2-40B4-BE49-F238E27FC236}">
                  <a16:creationId xmlns:a16="http://schemas.microsoft.com/office/drawing/2014/main" id="{B9367B13-A725-4567-90CD-C035869632E0}"/>
                </a:ext>
              </a:extLst>
            </p:cNvPr>
            <p:cNvCxnSpPr>
              <a:cxnSpLocks/>
            </p:cNvCxnSpPr>
            <p:nvPr userDrawn="1"/>
          </p:nvCxnSpPr>
          <p:spPr>
            <a:xfrm>
              <a:off x="5905144" y="6657690"/>
              <a:ext cx="71215" cy="0"/>
            </a:xfrm>
            <a:prstGeom prst="line">
              <a:avLst/>
            </a:prstGeom>
            <a:noFill/>
            <a:ln w="28575" cap="flat" cmpd="sng" algn="ctr">
              <a:solidFill>
                <a:srgbClr val="FE5000"/>
              </a:solidFill>
              <a:prstDash val="solid"/>
              <a:miter lim="800000"/>
            </a:ln>
            <a:effectLst/>
          </p:spPr>
        </p:cxnSp>
        <p:cxnSp>
          <p:nvCxnSpPr>
            <p:cNvPr id="30" name="Straight Connector 29">
              <a:extLst>
                <a:ext uri="{FF2B5EF4-FFF2-40B4-BE49-F238E27FC236}">
                  <a16:creationId xmlns:a16="http://schemas.microsoft.com/office/drawing/2014/main" id="{9409F5F6-DA6E-4FE1-B01D-5266AE5CC1D5}"/>
                </a:ext>
              </a:extLst>
            </p:cNvPr>
            <p:cNvCxnSpPr>
              <a:cxnSpLocks/>
            </p:cNvCxnSpPr>
            <p:nvPr userDrawn="1"/>
          </p:nvCxnSpPr>
          <p:spPr>
            <a:xfrm>
              <a:off x="6221338" y="6657690"/>
              <a:ext cx="71215" cy="0"/>
            </a:xfrm>
            <a:prstGeom prst="line">
              <a:avLst/>
            </a:prstGeom>
            <a:noFill/>
            <a:ln w="28575" cap="flat" cmpd="sng" algn="ctr">
              <a:solidFill>
                <a:srgbClr val="FE5000"/>
              </a:solidFill>
              <a:prstDash val="solid"/>
              <a:miter lim="800000"/>
            </a:ln>
            <a:effectLst/>
          </p:spPr>
        </p:cxnSp>
      </p:grpSp>
      <p:cxnSp>
        <p:nvCxnSpPr>
          <p:cNvPr id="32" name="Straight Connector 31">
            <a:extLst>
              <a:ext uri="{FF2B5EF4-FFF2-40B4-BE49-F238E27FC236}">
                <a16:creationId xmlns:a16="http://schemas.microsoft.com/office/drawing/2014/main" id="{BE4EDD91-DC9D-46F2-A44B-D5FA4C5B0057}"/>
              </a:ext>
            </a:extLst>
          </p:cNvPr>
          <p:cNvCxnSpPr>
            <a:cxnSpLocks/>
          </p:cNvCxnSpPr>
          <p:nvPr userDrawn="1"/>
        </p:nvCxnSpPr>
        <p:spPr>
          <a:xfrm>
            <a:off x="0" y="6496048"/>
            <a:ext cx="12192000" cy="0"/>
          </a:xfrm>
          <a:prstGeom prst="line">
            <a:avLst/>
          </a:prstGeom>
          <a:noFill/>
          <a:ln w="6350" cap="flat" cmpd="sng" algn="ctr">
            <a:solidFill>
              <a:sysClr val="window" lastClr="FFFFFF">
                <a:lumMod val="85000"/>
              </a:sysClr>
            </a:solidFill>
            <a:prstDash val="solid"/>
            <a:miter lim="800000"/>
          </a:ln>
          <a:effectLst/>
        </p:spPr>
      </p:cxnSp>
      <p:sp>
        <p:nvSpPr>
          <p:cNvPr id="33" name="Slide Number Placeholder 5">
            <a:extLst>
              <a:ext uri="{FF2B5EF4-FFF2-40B4-BE49-F238E27FC236}">
                <a16:creationId xmlns:a16="http://schemas.microsoft.com/office/drawing/2014/main" id="{7A60D82B-B423-4731-A37E-06F96DBFA0F9}"/>
              </a:ext>
            </a:extLst>
          </p:cNvPr>
          <p:cNvSpPr txBox="1">
            <a:spLocks/>
          </p:cNvSpPr>
          <p:nvPr userDrawn="1"/>
        </p:nvSpPr>
        <p:spPr>
          <a:xfrm>
            <a:off x="5905500" y="6499675"/>
            <a:ext cx="380999"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tint val="75000"/>
                  </a:schemeClr>
                </a:solidFill>
                <a:latin typeface="Poppins" panose="00000500000000000000" pitchFamily="50" charset="0"/>
                <a:ea typeface="+mn-ea"/>
                <a:cs typeface="Poppin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AF63893-4B0C-4F88-9650-53ECAF8C5052}" type="slidenum">
              <a:rPr kumimoji="0" lang="en-IN" sz="1000" b="0" i="0" u="none" strike="noStrike" kern="1200" cap="none" spc="0" normalizeH="0" baseline="0" noProof="0" smtClean="0">
                <a:ln>
                  <a:noFill/>
                </a:ln>
                <a:solidFill>
                  <a:prstClr val="black">
                    <a:tint val="75000"/>
                  </a:prstClr>
                </a:solidFill>
                <a:effectLst/>
                <a:uLnTx/>
                <a:uFillTx/>
                <a:latin typeface="Poppins" panose="00000500000000000000" pitchFamily="50" charset="0"/>
                <a:ea typeface="+mn-ea"/>
                <a:cs typeface="Poppins" panose="00000500000000000000"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IN" sz="1000" b="0" i="0" u="none" strike="noStrike" kern="1200" cap="none" spc="0" normalizeH="0" baseline="0" noProof="0">
              <a:ln>
                <a:noFill/>
              </a:ln>
              <a:solidFill>
                <a:prstClr val="black">
                  <a:tint val="75000"/>
                </a:prstClr>
              </a:solidFill>
              <a:effectLst/>
              <a:uLnTx/>
              <a:uFillTx/>
              <a:latin typeface="Poppins" panose="00000500000000000000" pitchFamily="50" charset="0"/>
              <a:ea typeface="+mn-ea"/>
              <a:cs typeface="Poppins" panose="00000500000000000000" pitchFamily="50" charset="0"/>
            </a:endParaRPr>
          </a:p>
        </p:txBody>
      </p:sp>
      <p:grpSp>
        <p:nvGrpSpPr>
          <p:cNvPr id="35" name="Group 34">
            <a:extLst>
              <a:ext uri="{FF2B5EF4-FFF2-40B4-BE49-F238E27FC236}">
                <a16:creationId xmlns:a16="http://schemas.microsoft.com/office/drawing/2014/main" id="{A2828383-ED71-4DAB-B59D-76D2F1AF0FC7}"/>
              </a:ext>
            </a:extLst>
          </p:cNvPr>
          <p:cNvGrpSpPr/>
          <p:nvPr userDrawn="1"/>
        </p:nvGrpSpPr>
        <p:grpSpPr>
          <a:xfrm>
            <a:off x="762411" y="520460"/>
            <a:ext cx="1672799" cy="182714"/>
            <a:chOff x="762411" y="520460"/>
            <a:chExt cx="1672799" cy="182714"/>
          </a:xfrm>
        </p:grpSpPr>
        <p:sp>
          <p:nvSpPr>
            <p:cNvPr id="36" name="Freeform: Shape 35">
              <a:extLst>
                <a:ext uri="{FF2B5EF4-FFF2-40B4-BE49-F238E27FC236}">
                  <a16:creationId xmlns:a16="http://schemas.microsoft.com/office/drawing/2014/main" id="{B2CD9F59-9C9B-4207-BF24-E6504A6F9C9A}"/>
                </a:ext>
              </a:extLst>
            </p:cNvPr>
            <p:cNvSpPr/>
            <p:nvPr/>
          </p:nvSpPr>
          <p:spPr>
            <a:xfrm>
              <a:off x="1410136" y="520460"/>
              <a:ext cx="175054" cy="182531"/>
            </a:xfrm>
            <a:custGeom>
              <a:avLst/>
              <a:gdLst>
                <a:gd name="connsiteX0" fmla="*/ 85841 w 175054"/>
                <a:gd name="connsiteY0" fmla="*/ -9 h 182531"/>
                <a:gd name="connsiteX1" fmla="*/ -113 w 175054"/>
                <a:gd name="connsiteY1" fmla="*/ -9 h 182531"/>
                <a:gd name="connsiteX2" fmla="*/ -113 w 175054"/>
                <a:gd name="connsiteY2" fmla="*/ 182340 h 182531"/>
                <a:gd name="connsiteX3" fmla="*/ 85841 w 175054"/>
                <a:gd name="connsiteY3" fmla="*/ 182340 h 182531"/>
                <a:gd name="connsiteX4" fmla="*/ 174941 w 175054"/>
                <a:gd name="connsiteY4" fmla="*/ 90983 h 182531"/>
                <a:gd name="connsiteX5" fmla="*/ 85841 w 175054"/>
                <a:gd name="connsiteY5" fmla="*/ -192 h 182531"/>
                <a:gd name="connsiteX6" fmla="*/ 85841 w 175054"/>
                <a:gd name="connsiteY6" fmla="*/ 155284 h 182531"/>
                <a:gd name="connsiteX7" fmla="*/ 29381 w 175054"/>
                <a:gd name="connsiteY7" fmla="*/ 157244 h 182531"/>
                <a:gd name="connsiteX8" fmla="*/ 29381 w 175054"/>
                <a:gd name="connsiteY8" fmla="*/ 26955 h 182531"/>
                <a:gd name="connsiteX9" fmla="*/ 85841 w 175054"/>
                <a:gd name="connsiteY9" fmla="*/ 26955 h 182531"/>
                <a:gd name="connsiteX10" fmla="*/ 143737 w 175054"/>
                <a:gd name="connsiteY10" fmla="*/ 91347 h 182531"/>
                <a:gd name="connsiteX11" fmla="*/ 85841 w 175054"/>
                <a:gd name="connsiteY11" fmla="*/ 155397 h 18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054" h="182531">
                  <a:moveTo>
                    <a:pt x="85841" y="-9"/>
                  </a:moveTo>
                  <a:lnTo>
                    <a:pt x="-113" y="-9"/>
                  </a:lnTo>
                  <a:lnTo>
                    <a:pt x="-113" y="182340"/>
                  </a:lnTo>
                  <a:lnTo>
                    <a:pt x="85841" y="182340"/>
                  </a:lnTo>
                  <a:cubicBezTo>
                    <a:pt x="140888" y="182340"/>
                    <a:pt x="174941" y="139488"/>
                    <a:pt x="174941" y="90983"/>
                  </a:cubicBezTo>
                  <a:cubicBezTo>
                    <a:pt x="174941" y="41885"/>
                    <a:pt x="140888" y="-192"/>
                    <a:pt x="85841" y="-192"/>
                  </a:cubicBezTo>
                  <a:moveTo>
                    <a:pt x="85841" y="155284"/>
                  </a:moveTo>
                  <a:lnTo>
                    <a:pt x="29381" y="157244"/>
                  </a:lnTo>
                  <a:lnTo>
                    <a:pt x="29381" y="26955"/>
                  </a:lnTo>
                  <a:lnTo>
                    <a:pt x="85841" y="26955"/>
                  </a:lnTo>
                  <a:cubicBezTo>
                    <a:pt x="122744" y="26955"/>
                    <a:pt x="143737" y="58160"/>
                    <a:pt x="143737" y="91347"/>
                  </a:cubicBezTo>
                  <a:cubicBezTo>
                    <a:pt x="143737" y="124535"/>
                    <a:pt x="122744" y="155397"/>
                    <a:pt x="85841" y="155397"/>
                  </a:cubicBezTo>
                </a:path>
              </a:pathLst>
            </a:custGeom>
            <a:solidFill>
              <a:schemeClr val="bg1"/>
            </a:solidFill>
            <a:ln w="2271"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A65260E4-75DC-49F2-A756-F17EC301B584}"/>
                </a:ext>
              </a:extLst>
            </p:cNvPr>
            <p:cNvSpPr/>
            <p:nvPr/>
          </p:nvSpPr>
          <p:spPr>
            <a:xfrm>
              <a:off x="762411" y="520643"/>
              <a:ext cx="171658" cy="182440"/>
            </a:xfrm>
            <a:custGeom>
              <a:avLst/>
              <a:gdLst>
                <a:gd name="connsiteX0" fmla="*/ 0 w 171658"/>
                <a:gd name="connsiteY0" fmla="*/ 26942 h 182440"/>
                <a:gd name="connsiteX1" fmla="*/ 71207 w 171658"/>
                <a:gd name="connsiteY1" fmla="*/ 26942 h 182440"/>
                <a:gd name="connsiteX2" fmla="*/ 71207 w 171658"/>
                <a:gd name="connsiteY2" fmla="*/ 182440 h 182440"/>
                <a:gd name="connsiteX3" fmla="*/ 100725 w 171658"/>
                <a:gd name="connsiteY3" fmla="*/ 182440 h 182440"/>
                <a:gd name="connsiteX4" fmla="*/ 100725 w 171658"/>
                <a:gd name="connsiteY4" fmla="*/ 26942 h 182440"/>
                <a:gd name="connsiteX5" fmla="*/ 156136 w 171658"/>
                <a:gd name="connsiteY5" fmla="*/ 26942 h 182440"/>
                <a:gd name="connsiteX6" fmla="*/ 171659 w 171658"/>
                <a:gd name="connsiteY6" fmla="*/ 46 h 182440"/>
                <a:gd name="connsiteX7" fmla="*/ 171659 w 171658"/>
                <a:gd name="connsiteY7" fmla="*/ 0 h 182440"/>
                <a:gd name="connsiteX8" fmla="*/ 0 w 171658"/>
                <a:gd name="connsiteY8" fmla="*/ 0 h 182440"/>
                <a:gd name="connsiteX9" fmla="*/ 0 w 171658"/>
                <a:gd name="connsiteY9" fmla="*/ 26942 h 1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658" h="182440">
                  <a:moveTo>
                    <a:pt x="0" y="26942"/>
                  </a:moveTo>
                  <a:lnTo>
                    <a:pt x="71207" y="26942"/>
                  </a:lnTo>
                  <a:lnTo>
                    <a:pt x="71207" y="182440"/>
                  </a:lnTo>
                  <a:lnTo>
                    <a:pt x="100725" y="182440"/>
                  </a:lnTo>
                  <a:lnTo>
                    <a:pt x="100725" y="26942"/>
                  </a:lnTo>
                  <a:lnTo>
                    <a:pt x="156136" y="26942"/>
                  </a:lnTo>
                  <a:lnTo>
                    <a:pt x="171659" y="46"/>
                  </a:lnTo>
                  <a:lnTo>
                    <a:pt x="171659" y="0"/>
                  </a:lnTo>
                  <a:lnTo>
                    <a:pt x="0" y="0"/>
                  </a:lnTo>
                  <a:lnTo>
                    <a:pt x="0" y="26942"/>
                  </a:lnTo>
                  <a:close/>
                </a:path>
              </a:pathLst>
            </a:custGeom>
            <a:solidFill>
              <a:schemeClr val="bg1"/>
            </a:solidFill>
            <a:ln w="2271"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CF5A234C-D77D-446F-86A0-2209E47295EE}"/>
                </a:ext>
              </a:extLst>
            </p:cNvPr>
            <p:cNvSpPr/>
            <p:nvPr/>
          </p:nvSpPr>
          <p:spPr>
            <a:xfrm>
              <a:off x="2267244" y="520643"/>
              <a:ext cx="167966" cy="182440"/>
            </a:xfrm>
            <a:custGeom>
              <a:avLst/>
              <a:gdLst>
                <a:gd name="connsiteX0" fmla="*/ 29518 w 167966"/>
                <a:gd name="connsiteY0" fmla="*/ 104691 h 182440"/>
                <a:gd name="connsiteX1" fmla="*/ 132522 w 167966"/>
                <a:gd name="connsiteY1" fmla="*/ 104691 h 182440"/>
                <a:gd name="connsiteX2" fmla="*/ 132522 w 167966"/>
                <a:gd name="connsiteY2" fmla="*/ 77453 h 182440"/>
                <a:gd name="connsiteX3" fmla="*/ 29518 w 167966"/>
                <a:gd name="connsiteY3" fmla="*/ 77453 h 182440"/>
                <a:gd name="connsiteX4" fmla="*/ 29518 w 167966"/>
                <a:gd name="connsiteY4" fmla="*/ 26942 h 182440"/>
                <a:gd name="connsiteX5" fmla="*/ 152489 w 167966"/>
                <a:gd name="connsiteY5" fmla="*/ 26942 h 182440"/>
                <a:gd name="connsiteX6" fmla="*/ 167966 w 167966"/>
                <a:gd name="connsiteY6" fmla="*/ 0 h 182440"/>
                <a:gd name="connsiteX7" fmla="*/ 0 w 167966"/>
                <a:gd name="connsiteY7" fmla="*/ 0 h 182440"/>
                <a:gd name="connsiteX8" fmla="*/ 0 w 167966"/>
                <a:gd name="connsiteY8" fmla="*/ 182440 h 182440"/>
                <a:gd name="connsiteX9" fmla="*/ 167966 w 167966"/>
                <a:gd name="connsiteY9" fmla="*/ 182440 h 182440"/>
                <a:gd name="connsiteX10" fmla="*/ 167966 w 167966"/>
                <a:gd name="connsiteY10" fmla="*/ 155589 h 182440"/>
                <a:gd name="connsiteX11" fmla="*/ 167966 w 167966"/>
                <a:gd name="connsiteY11" fmla="*/ 155475 h 182440"/>
                <a:gd name="connsiteX12" fmla="*/ 29518 w 167966"/>
                <a:gd name="connsiteY12" fmla="*/ 155475 h 182440"/>
                <a:gd name="connsiteX13" fmla="*/ 29518 w 167966"/>
                <a:gd name="connsiteY13" fmla="*/ 104691 h 1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966" h="182440">
                  <a:moveTo>
                    <a:pt x="29518" y="104691"/>
                  </a:moveTo>
                  <a:lnTo>
                    <a:pt x="132522" y="104691"/>
                  </a:lnTo>
                  <a:lnTo>
                    <a:pt x="132522" y="77453"/>
                  </a:lnTo>
                  <a:lnTo>
                    <a:pt x="29518" y="77453"/>
                  </a:lnTo>
                  <a:lnTo>
                    <a:pt x="29518" y="26942"/>
                  </a:lnTo>
                  <a:lnTo>
                    <a:pt x="152489" y="26942"/>
                  </a:lnTo>
                  <a:lnTo>
                    <a:pt x="167966" y="0"/>
                  </a:lnTo>
                  <a:lnTo>
                    <a:pt x="0" y="0"/>
                  </a:lnTo>
                  <a:lnTo>
                    <a:pt x="0" y="182440"/>
                  </a:lnTo>
                  <a:lnTo>
                    <a:pt x="167966" y="182440"/>
                  </a:lnTo>
                  <a:lnTo>
                    <a:pt x="167966" y="155589"/>
                  </a:lnTo>
                  <a:lnTo>
                    <a:pt x="167966" y="155475"/>
                  </a:lnTo>
                  <a:lnTo>
                    <a:pt x="29518" y="155475"/>
                  </a:lnTo>
                  <a:lnTo>
                    <a:pt x="29518" y="104691"/>
                  </a:lnTo>
                  <a:close/>
                </a:path>
              </a:pathLst>
            </a:custGeom>
            <a:solidFill>
              <a:schemeClr val="bg1"/>
            </a:solidFill>
            <a:ln w="2271"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DB7BF782-D793-405F-B83A-333DE92D7E8B}"/>
                </a:ext>
              </a:extLst>
            </p:cNvPr>
            <p:cNvSpPr/>
            <p:nvPr/>
          </p:nvSpPr>
          <p:spPr>
            <a:xfrm>
              <a:off x="974345" y="520711"/>
              <a:ext cx="175146" cy="182371"/>
            </a:xfrm>
            <a:custGeom>
              <a:avLst/>
              <a:gdLst>
                <a:gd name="connsiteX0" fmla="*/ 131064 w 175146"/>
                <a:gd name="connsiteY0" fmla="*/ 104157 h 182371"/>
                <a:gd name="connsiteX1" fmla="*/ 175033 w 175146"/>
                <a:gd name="connsiteY1" fmla="*/ 52234 h 182371"/>
                <a:gd name="connsiteX2" fmla="*/ 125092 w 175146"/>
                <a:gd name="connsiteY2" fmla="*/ -192 h 182371"/>
                <a:gd name="connsiteX3" fmla="*/ -113 w 175146"/>
                <a:gd name="connsiteY3" fmla="*/ -192 h 182371"/>
                <a:gd name="connsiteX4" fmla="*/ -113 w 175146"/>
                <a:gd name="connsiteY4" fmla="*/ 182157 h 182371"/>
                <a:gd name="connsiteX5" fmla="*/ 29518 w 175146"/>
                <a:gd name="connsiteY5" fmla="*/ 182157 h 182371"/>
                <a:gd name="connsiteX6" fmla="*/ 29518 w 175146"/>
                <a:gd name="connsiteY6" fmla="*/ 104431 h 182371"/>
                <a:gd name="connsiteX7" fmla="*/ 94594 w 175146"/>
                <a:gd name="connsiteY7" fmla="*/ 104431 h 182371"/>
                <a:gd name="connsiteX8" fmla="*/ 139406 w 175146"/>
                <a:gd name="connsiteY8" fmla="*/ 182180 h 182371"/>
                <a:gd name="connsiteX9" fmla="*/ 172320 w 175146"/>
                <a:gd name="connsiteY9" fmla="*/ 182180 h 182371"/>
                <a:gd name="connsiteX10" fmla="*/ 127212 w 175146"/>
                <a:gd name="connsiteY10" fmla="*/ 104157 h 182371"/>
                <a:gd name="connsiteX11" fmla="*/ 131064 w 175146"/>
                <a:gd name="connsiteY11" fmla="*/ 104157 h 182371"/>
                <a:gd name="connsiteX12" fmla="*/ 125092 w 175146"/>
                <a:gd name="connsiteY12" fmla="*/ 77193 h 182371"/>
                <a:gd name="connsiteX13" fmla="*/ 29404 w 175146"/>
                <a:gd name="connsiteY13" fmla="*/ 77193 h 182371"/>
                <a:gd name="connsiteX14" fmla="*/ 29404 w 175146"/>
                <a:gd name="connsiteY14" fmla="*/ 26705 h 182371"/>
                <a:gd name="connsiteX15" fmla="*/ 125001 w 175146"/>
                <a:gd name="connsiteY15" fmla="*/ 26705 h 182371"/>
                <a:gd name="connsiteX16" fmla="*/ 145515 w 175146"/>
                <a:gd name="connsiteY16" fmla="*/ 52530 h 182371"/>
                <a:gd name="connsiteX17" fmla="*/ 125001 w 175146"/>
                <a:gd name="connsiteY17" fmla="*/ 77193 h 18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5146" h="182371">
                  <a:moveTo>
                    <a:pt x="131064" y="104157"/>
                  </a:moveTo>
                  <a:cubicBezTo>
                    <a:pt x="161698" y="101604"/>
                    <a:pt x="175033" y="78059"/>
                    <a:pt x="175033" y="52234"/>
                  </a:cubicBezTo>
                  <a:cubicBezTo>
                    <a:pt x="175033" y="24152"/>
                    <a:pt x="158006" y="-192"/>
                    <a:pt x="125092" y="-192"/>
                  </a:cubicBezTo>
                  <a:lnTo>
                    <a:pt x="-113" y="-192"/>
                  </a:lnTo>
                  <a:lnTo>
                    <a:pt x="-113" y="182157"/>
                  </a:lnTo>
                  <a:lnTo>
                    <a:pt x="29518" y="182157"/>
                  </a:lnTo>
                  <a:lnTo>
                    <a:pt x="29518" y="104431"/>
                  </a:lnTo>
                  <a:lnTo>
                    <a:pt x="94594" y="104431"/>
                  </a:lnTo>
                  <a:lnTo>
                    <a:pt x="139406" y="182180"/>
                  </a:lnTo>
                  <a:lnTo>
                    <a:pt x="172320" y="182180"/>
                  </a:lnTo>
                  <a:lnTo>
                    <a:pt x="127212" y="104157"/>
                  </a:lnTo>
                  <a:lnTo>
                    <a:pt x="131064" y="104157"/>
                  </a:lnTo>
                  <a:close/>
                  <a:moveTo>
                    <a:pt x="125092" y="77193"/>
                  </a:moveTo>
                  <a:lnTo>
                    <a:pt x="29404" y="77193"/>
                  </a:lnTo>
                  <a:lnTo>
                    <a:pt x="29404" y="26705"/>
                  </a:lnTo>
                  <a:lnTo>
                    <a:pt x="125001" y="26705"/>
                  </a:lnTo>
                  <a:cubicBezTo>
                    <a:pt x="139201" y="26705"/>
                    <a:pt x="145515" y="39173"/>
                    <a:pt x="145515" y="52530"/>
                  </a:cubicBezTo>
                  <a:cubicBezTo>
                    <a:pt x="145515" y="66411"/>
                    <a:pt x="139839" y="77193"/>
                    <a:pt x="125001" y="77193"/>
                  </a:cubicBezTo>
                </a:path>
              </a:pathLst>
            </a:custGeom>
            <a:solidFill>
              <a:schemeClr val="bg1"/>
            </a:solidFill>
            <a:ln w="2271"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6CC13B81-71FD-4ED9-B02F-852E7E4B3DD5}"/>
                </a:ext>
              </a:extLst>
            </p:cNvPr>
            <p:cNvSpPr/>
            <p:nvPr/>
          </p:nvSpPr>
          <p:spPr>
            <a:xfrm>
              <a:off x="2060848" y="520643"/>
              <a:ext cx="161561" cy="182531"/>
            </a:xfrm>
            <a:custGeom>
              <a:avLst/>
              <a:gdLst>
                <a:gd name="connsiteX0" fmla="*/ 31091 w 161561"/>
                <a:gd name="connsiteY0" fmla="*/ 91165 h 182531"/>
                <a:gd name="connsiteX1" fmla="*/ 88964 w 161561"/>
                <a:gd name="connsiteY1" fmla="*/ 26773 h 182531"/>
                <a:gd name="connsiteX2" fmla="*/ 145811 w 161561"/>
                <a:gd name="connsiteY2" fmla="*/ 26773 h 182531"/>
                <a:gd name="connsiteX3" fmla="*/ 161448 w 161561"/>
                <a:gd name="connsiteY3" fmla="*/ -192 h 182531"/>
                <a:gd name="connsiteX4" fmla="*/ 88964 w 161561"/>
                <a:gd name="connsiteY4" fmla="*/ -192 h 182531"/>
                <a:gd name="connsiteX5" fmla="*/ -113 w 161561"/>
                <a:gd name="connsiteY5" fmla="*/ 90983 h 182531"/>
                <a:gd name="connsiteX6" fmla="*/ 88964 w 161561"/>
                <a:gd name="connsiteY6" fmla="*/ 182340 h 182531"/>
                <a:gd name="connsiteX7" fmla="*/ 161448 w 161561"/>
                <a:gd name="connsiteY7" fmla="*/ 182340 h 182531"/>
                <a:gd name="connsiteX8" fmla="*/ 161448 w 161561"/>
                <a:gd name="connsiteY8" fmla="*/ 155215 h 182531"/>
                <a:gd name="connsiteX9" fmla="*/ 88964 w 161561"/>
                <a:gd name="connsiteY9" fmla="*/ 155215 h 182531"/>
                <a:gd name="connsiteX10" fmla="*/ 31091 w 161561"/>
                <a:gd name="connsiteY10" fmla="*/ 91097 h 18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561" h="182531">
                  <a:moveTo>
                    <a:pt x="31091" y="91165"/>
                  </a:moveTo>
                  <a:cubicBezTo>
                    <a:pt x="31091" y="57977"/>
                    <a:pt x="52084" y="26773"/>
                    <a:pt x="88964" y="26773"/>
                  </a:cubicBezTo>
                  <a:lnTo>
                    <a:pt x="145811" y="26773"/>
                  </a:lnTo>
                  <a:lnTo>
                    <a:pt x="161448" y="-192"/>
                  </a:lnTo>
                  <a:lnTo>
                    <a:pt x="88964" y="-192"/>
                  </a:lnTo>
                  <a:cubicBezTo>
                    <a:pt x="33917" y="-192"/>
                    <a:pt x="-113" y="41794"/>
                    <a:pt x="-113" y="90983"/>
                  </a:cubicBezTo>
                  <a:cubicBezTo>
                    <a:pt x="-113" y="139488"/>
                    <a:pt x="33917" y="182340"/>
                    <a:pt x="88964" y="182340"/>
                  </a:cubicBezTo>
                  <a:lnTo>
                    <a:pt x="161448" y="182340"/>
                  </a:lnTo>
                  <a:lnTo>
                    <a:pt x="161448" y="155215"/>
                  </a:lnTo>
                  <a:lnTo>
                    <a:pt x="88964" y="155215"/>
                  </a:lnTo>
                  <a:cubicBezTo>
                    <a:pt x="52084" y="155215"/>
                    <a:pt x="31091" y="124011"/>
                    <a:pt x="31091" y="91097"/>
                  </a:cubicBezTo>
                </a:path>
              </a:pathLst>
            </a:custGeom>
            <a:solidFill>
              <a:schemeClr val="bg1"/>
            </a:solidFill>
            <a:ln w="2271"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1DEDD438-DB8D-4FE3-A5EA-37376D9C2F5D}"/>
                </a:ext>
              </a:extLst>
            </p:cNvPr>
            <p:cNvSpPr/>
            <p:nvPr/>
          </p:nvSpPr>
          <p:spPr>
            <a:xfrm>
              <a:off x="1844491" y="520643"/>
              <a:ext cx="171658" cy="182440"/>
            </a:xfrm>
            <a:custGeom>
              <a:avLst/>
              <a:gdLst>
                <a:gd name="connsiteX0" fmla="*/ 142164 w 171658"/>
                <a:gd name="connsiteY0" fmla="*/ 0 h 182440"/>
                <a:gd name="connsiteX1" fmla="*/ 142164 w 171658"/>
                <a:gd name="connsiteY1" fmla="*/ 135622 h 182440"/>
                <a:gd name="connsiteX2" fmla="*/ 27808 w 171658"/>
                <a:gd name="connsiteY2" fmla="*/ 0 h 182440"/>
                <a:gd name="connsiteX3" fmla="*/ 0 w 171658"/>
                <a:gd name="connsiteY3" fmla="*/ 0 h 182440"/>
                <a:gd name="connsiteX4" fmla="*/ 0 w 171658"/>
                <a:gd name="connsiteY4" fmla="*/ 182440 h 182440"/>
                <a:gd name="connsiteX5" fmla="*/ 14770 w 171658"/>
                <a:gd name="connsiteY5" fmla="*/ 182440 h 182440"/>
                <a:gd name="connsiteX6" fmla="*/ 29518 w 171658"/>
                <a:gd name="connsiteY6" fmla="*/ 182440 h 182440"/>
                <a:gd name="connsiteX7" fmla="*/ 29518 w 171658"/>
                <a:gd name="connsiteY7" fmla="*/ 46522 h 182440"/>
                <a:gd name="connsiteX8" fmla="*/ 143850 w 171658"/>
                <a:gd name="connsiteY8" fmla="*/ 182440 h 182440"/>
                <a:gd name="connsiteX9" fmla="*/ 171659 w 171658"/>
                <a:gd name="connsiteY9" fmla="*/ 182440 h 182440"/>
                <a:gd name="connsiteX10" fmla="*/ 171659 w 171658"/>
                <a:gd name="connsiteY10" fmla="*/ 0 h 182440"/>
                <a:gd name="connsiteX11" fmla="*/ 156865 w 171658"/>
                <a:gd name="connsiteY11" fmla="*/ 0 h 182440"/>
                <a:gd name="connsiteX12" fmla="*/ 142164 w 171658"/>
                <a:gd name="connsiteY12" fmla="*/ 0 h 1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658" h="182440">
                  <a:moveTo>
                    <a:pt x="142164" y="0"/>
                  </a:moveTo>
                  <a:lnTo>
                    <a:pt x="142164" y="135622"/>
                  </a:lnTo>
                  <a:lnTo>
                    <a:pt x="27808" y="0"/>
                  </a:lnTo>
                  <a:lnTo>
                    <a:pt x="0" y="0"/>
                  </a:lnTo>
                  <a:lnTo>
                    <a:pt x="0" y="182440"/>
                  </a:lnTo>
                  <a:lnTo>
                    <a:pt x="14770" y="182440"/>
                  </a:lnTo>
                  <a:lnTo>
                    <a:pt x="29518" y="182440"/>
                  </a:lnTo>
                  <a:lnTo>
                    <a:pt x="29518" y="46522"/>
                  </a:lnTo>
                  <a:lnTo>
                    <a:pt x="143850" y="182440"/>
                  </a:lnTo>
                  <a:lnTo>
                    <a:pt x="171659" y="182440"/>
                  </a:lnTo>
                  <a:lnTo>
                    <a:pt x="171659" y="0"/>
                  </a:lnTo>
                  <a:lnTo>
                    <a:pt x="156865" y="0"/>
                  </a:lnTo>
                  <a:lnTo>
                    <a:pt x="142164" y="0"/>
                  </a:lnTo>
                  <a:close/>
                </a:path>
              </a:pathLst>
            </a:custGeom>
            <a:solidFill>
              <a:schemeClr val="bg1"/>
            </a:solidFill>
            <a:ln w="2271"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C44890AB-2AE8-44EF-B915-FD338BC8EA8B}"/>
                </a:ext>
              </a:extLst>
            </p:cNvPr>
            <p:cNvSpPr/>
            <p:nvPr/>
          </p:nvSpPr>
          <p:spPr>
            <a:xfrm>
              <a:off x="1629160" y="520643"/>
              <a:ext cx="167966" cy="182440"/>
            </a:xfrm>
            <a:custGeom>
              <a:avLst/>
              <a:gdLst>
                <a:gd name="connsiteX0" fmla="*/ 152489 w 167966"/>
                <a:gd name="connsiteY0" fmla="*/ 26942 h 182440"/>
                <a:gd name="connsiteX1" fmla="*/ 167966 w 167966"/>
                <a:gd name="connsiteY1" fmla="*/ 0 h 182440"/>
                <a:gd name="connsiteX2" fmla="*/ 0 w 167966"/>
                <a:gd name="connsiteY2" fmla="*/ 0 h 182440"/>
                <a:gd name="connsiteX3" fmla="*/ 0 w 167966"/>
                <a:gd name="connsiteY3" fmla="*/ 182440 h 182440"/>
                <a:gd name="connsiteX4" fmla="*/ 167966 w 167966"/>
                <a:gd name="connsiteY4" fmla="*/ 182440 h 182440"/>
                <a:gd name="connsiteX5" fmla="*/ 167966 w 167966"/>
                <a:gd name="connsiteY5" fmla="*/ 155589 h 182440"/>
                <a:gd name="connsiteX6" fmla="*/ 167966 w 167966"/>
                <a:gd name="connsiteY6" fmla="*/ 155475 h 182440"/>
                <a:gd name="connsiteX7" fmla="*/ 29495 w 167966"/>
                <a:gd name="connsiteY7" fmla="*/ 155475 h 182440"/>
                <a:gd name="connsiteX8" fmla="*/ 29495 w 167966"/>
                <a:gd name="connsiteY8" fmla="*/ 104691 h 182440"/>
                <a:gd name="connsiteX9" fmla="*/ 132499 w 167966"/>
                <a:gd name="connsiteY9" fmla="*/ 104691 h 182440"/>
                <a:gd name="connsiteX10" fmla="*/ 132499 w 167966"/>
                <a:gd name="connsiteY10" fmla="*/ 77453 h 182440"/>
                <a:gd name="connsiteX11" fmla="*/ 29495 w 167966"/>
                <a:gd name="connsiteY11" fmla="*/ 77453 h 182440"/>
                <a:gd name="connsiteX12" fmla="*/ 29495 w 167966"/>
                <a:gd name="connsiteY12" fmla="*/ 26942 h 182440"/>
                <a:gd name="connsiteX13" fmla="*/ 152489 w 167966"/>
                <a:gd name="connsiteY13" fmla="*/ 26942 h 1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966" h="182440">
                  <a:moveTo>
                    <a:pt x="152489" y="26942"/>
                  </a:moveTo>
                  <a:lnTo>
                    <a:pt x="167966" y="0"/>
                  </a:lnTo>
                  <a:lnTo>
                    <a:pt x="0" y="0"/>
                  </a:lnTo>
                  <a:lnTo>
                    <a:pt x="0" y="182440"/>
                  </a:lnTo>
                  <a:lnTo>
                    <a:pt x="167966" y="182440"/>
                  </a:lnTo>
                  <a:lnTo>
                    <a:pt x="167966" y="155589"/>
                  </a:lnTo>
                  <a:lnTo>
                    <a:pt x="167966" y="155475"/>
                  </a:lnTo>
                  <a:lnTo>
                    <a:pt x="29495" y="155475"/>
                  </a:lnTo>
                  <a:lnTo>
                    <a:pt x="29495" y="104691"/>
                  </a:lnTo>
                  <a:lnTo>
                    <a:pt x="132499" y="104691"/>
                  </a:lnTo>
                  <a:lnTo>
                    <a:pt x="132499" y="77453"/>
                  </a:lnTo>
                  <a:lnTo>
                    <a:pt x="29495" y="77453"/>
                  </a:lnTo>
                  <a:lnTo>
                    <a:pt x="29495" y="26942"/>
                  </a:lnTo>
                  <a:lnTo>
                    <a:pt x="152489" y="26942"/>
                  </a:lnTo>
                  <a:close/>
                </a:path>
              </a:pathLst>
            </a:custGeom>
            <a:solidFill>
              <a:schemeClr val="bg1"/>
            </a:solidFill>
            <a:ln w="2271"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E27C962F-669C-44D7-ABA2-CCE9F941FB1B}"/>
                </a:ext>
              </a:extLst>
            </p:cNvPr>
            <p:cNvSpPr/>
            <p:nvPr/>
          </p:nvSpPr>
          <p:spPr>
            <a:xfrm>
              <a:off x="1194782" y="520643"/>
              <a:ext cx="167966" cy="182440"/>
            </a:xfrm>
            <a:custGeom>
              <a:avLst/>
              <a:gdLst>
                <a:gd name="connsiteX0" fmla="*/ 152489 w 167966"/>
                <a:gd name="connsiteY0" fmla="*/ 26942 h 182440"/>
                <a:gd name="connsiteX1" fmla="*/ 167966 w 167966"/>
                <a:gd name="connsiteY1" fmla="*/ 0 h 182440"/>
                <a:gd name="connsiteX2" fmla="*/ 0 w 167966"/>
                <a:gd name="connsiteY2" fmla="*/ 0 h 182440"/>
                <a:gd name="connsiteX3" fmla="*/ 0 w 167966"/>
                <a:gd name="connsiteY3" fmla="*/ 182440 h 182440"/>
                <a:gd name="connsiteX4" fmla="*/ 167966 w 167966"/>
                <a:gd name="connsiteY4" fmla="*/ 182440 h 182440"/>
                <a:gd name="connsiteX5" fmla="*/ 167966 w 167966"/>
                <a:gd name="connsiteY5" fmla="*/ 155589 h 182440"/>
                <a:gd name="connsiteX6" fmla="*/ 167966 w 167966"/>
                <a:gd name="connsiteY6" fmla="*/ 155475 h 182440"/>
                <a:gd name="connsiteX7" fmla="*/ 29518 w 167966"/>
                <a:gd name="connsiteY7" fmla="*/ 155475 h 182440"/>
                <a:gd name="connsiteX8" fmla="*/ 29518 w 167966"/>
                <a:gd name="connsiteY8" fmla="*/ 104691 h 182440"/>
                <a:gd name="connsiteX9" fmla="*/ 132499 w 167966"/>
                <a:gd name="connsiteY9" fmla="*/ 104691 h 182440"/>
                <a:gd name="connsiteX10" fmla="*/ 132499 w 167966"/>
                <a:gd name="connsiteY10" fmla="*/ 77453 h 182440"/>
                <a:gd name="connsiteX11" fmla="*/ 29518 w 167966"/>
                <a:gd name="connsiteY11" fmla="*/ 77453 h 182440"/>
                <a:gd name="connsiteX12" fmla="*/ 29518 w 167966"/>
                <a:gd name="connsiteY12" fmla="*/ 26942 h 182440"/>
                <a:gd name="connsiteX13" fmla="*/ 152489 w 167966"/>
                <a:gd name="connsiteY13" fmla="*/ 26942 h 18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966" h="182440">
                  <a:moveTo>
                    <a:pt x="152489" y="26942"/>
                  </a:moveTo>
                  <a:lnTo>
                    <a:pt x="167966" y="0"/>
                  </a:lnTo>
                  <a:lnTo>
                    <a:pt x="0" y="0"/>
                  </a:lnTo>
                  <a:lnTo>
                    <a:pt x="0" y="182440"/>
                  </a:lnTo>
                  <a:lnTo>
                    <a:pt x="167966" y="182440"/>
                  </a:lnTo>
                  <a:lnTo>
                    <a:pt x="167966" y="155589"/>
                  </a:lnTo>
                  <a:lnTo>
                    <a:pt x="167966" y="155475"/>
                  </a:lnTo>
                  <a:lnTo>
                    <a:pt x="29518" y="155475"/>
                  </a:lnTo>
                  <a:lnTo>
                    <a:pt x="29518" y="104691"/>
                  </a:lnTo>
                  <a:lnTo>
                    <a:pt x="132499" y="104691"/>
                  </a:lnTo>
                  <a:lnTo>
                    <a:pt x="132499" y="77453"/>
                  </a:lnTo>
                  <a:lnTo>
                    <a:pt x="29518" y="77453"/>
                  </a:lnTo>
                  <a:lnTo>
                    <a:pt x="29518" y="26942"/>
                  </a:lnTo>
                  <a:lnTo>
                    <a:pt x="152489" y="26942"/>
                  </a:lnTo>
                  <a:close/>
                </a:path>
              </a:pathLst>
            </a:custGeom>
            <a:solidFill>
              <a:schemeClr val="bg1"/>
            </a:solidFill>
            <a:ln w="2271" cap="flat">
              <a:noFill/>
              <a:prstDash val="solid"/>
              <a:miter/>
            </a:ln>
          </p:spPr>
          <p:txBody>
            <a:bodyPr rtlCol="0" anchor="ctr"/>
            <a:lstStyle/>
            <a:p>
              <a:endParaRPr lang="en-IN"/>
            </a:p>
          </p:txBody>
        </p:sp>
      </p:grpSp>
      <p:sp>
        <p:nvSpPr>
          <p:cNvPr id="5" name="Text Placeholder 4">
            <a:extLst>
              <a:ext uri="{FF2B5EF4-FFF2-40B4-BE49-F238E27FC236}">
                <a16:creationId xmlns:a16="http://schemas.microsoft.com/office/drawing/2014/main" id="{1E3A52C0-C407-4BE8-A1E1-8FBE1950A26F}"/>
              </a:ext>
            </a:extLst>
          </p:cNvPr>
          <p:cNvSpPr>
            <a:spLocks noGrp="1"/>
          </p:cNvSpPr>
          <p:nvPr>
            <p:ph type="body" sz="quarter" idx="12"/>
          </p:nvPr>
        </p:nvSpPr>
        <p:spPr>
          <a:xfrm>
            <a:off x="708581" y="3466200"/>
            <a:ext cx="5679349" cy="261610"/>
          </a:xfrm>
          <a:prstGeom prst="rect">
            <a:avLst/>
          </a:prstGeom>
          <a:noFill/>
        </p:spPr>
        <p:txBody>
          <a:bodyPr wrap="square" lIns="0" tIns="0" rtlCol="0">
            <a:spAutoFit/>
          </a:bodyPr>
          <a:lstStyle>
            <a:lvl1pPr marL="0" indent="0">
              <a:buNone/>
              <a:defRPr kumimoji="0" lang="en-US" sz="1400" b="0" u="none" strike="noStrike" cap="none" spc="0" normalizeH="0" baseline="0" smtClean="0">
                <a:ln>
                  <a:noFill/>
                </a:ln>
                <a:solidFill>
                  <a:schemeClr val="bg1"/>
                </a:solidFill>
                <a:effectLst/>
                <a:uLnTx/>
                <a:uFillTx/>
              </a:defRPr>
            </a:lvl1pPr>
            <a:lvl2pPr>
              <a:defRPr lang="en-US" sz="1800" smtClean="0"/>
            </a:lvl2pPr>
            <a:lvl3pPr>
              <a:defRPr lang="en-US" sz="1800" smtClean="0"/>
            </a:lvl3pPr>
            <a:lvl4pPr>
              <a:defRPr lang="en-US" smtClean="0"/>
            </a:lvl4pPr>
            <a:lvl5pPr>
              <a:defRPr lang="en-IN"/>
            </a:lvl5pPr>
          </a:lstStyle>
          <a:p>
            <a:pPr marL="228600" marR="0" lvl="0" indent="-228600" fontAlgn="auto">
              <a:lnSpc>
                <a:spcPct val="100000"/>
              </a:lnSpc>
              <a:spcBef>
                <a:spcPts val="0"/>
              </a:spcBef>
              <a:spcAft>
                <a:spcPts val="0"/>
              </a:spcAft>
              <a:buClrTx/>
              <a:buSzTx/>
              <a:tabLst/>
            </a:pPr>
            <a:endParaRPr lang="en-IN"/>
          </a:p>
        </p:txBody>
      </p:sp>
      <p:pic>
        <p:nvPicPr>
          <p:cNvPr id="2" name="Picture 1" descr="A orange and black letter t&#10;&#10;AI-generated content may be incorrect.">
            <a:extLst>
              <a:ext uri="{FF2B5EF4-FFF2-40B4-BE49-F238E27FC236}">
                <a16:creationId xmlns:a16="http://schemas.microsoft.com/office/drawing/2014/main" id="{D94BE3D1-0653-8D8D-C1E4-B24ABA0A20C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822811664"/>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6_Title and Body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rPr>
              <a:t>© COPYRIGHT 2026, TREDENCE. ALL RIGHTS RESERVED</a:t>
            </a:r>
            <a:endParaRPr kumimoji="0" lang="en-IN"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Title 18">
            <a:extLst>
              <a:ext uri="{FF2B5EF4-FFF2-40B4-BE49-F238E27FC236}">
                <a16:creationId xmlns:a16="http://schemas.microsoft.com/office/drawing/2014/main" id="{7725916F-093B-4C56-85A1-46E7828AF415}"/>
              </a:ext>
            </a:extLst>
          </p:cNvPr>
          <p:cNvSpPr>
            <a:spLocks noGrp="1"/>
          </p:cNvSpPr>
          <p:nvPr>
            <p:ph type="title"/>
          </p:nvPr>
        </p:nvSpPr>
        <p:spPr>
          <a:xfrm>
            <a:off x="316392" y="266371"/>
            <a:ext cx="10972800" cy="584775"/>
          </a:xfrm>
          <a:prstGeom prst="rect">
            <a:avLst/>
          </a:prstGeom>
        </p:spPr>
        <p:txBody>
          <a:bodyPr/>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sp>
        <p:nvSpPr>
          <p:cNvPr id="25" name="Content Placeholder 21">
            <a:extLst>
              <a:ext uri="{FF2B5EF4-FFF2-40B4-BE49-F238E27FC236}">
                <a16:creationId xmlns:a16="http://schemas.microsoft.com/office/drawing/2014/main" id="{442361EB-3A00-488E-A73E-65766E41F9EC}"/>
              </a:ext>
            </a:extLst>
          </p:cNvPr>
          <p:cNvSpPr>
            <a:spLocks noGrp="1"/>
          </p:cNvSpPr>
          <p:nvPr>
            <p:ph sz="quarter" idx="10"/>
          </p:nvPr>
        </p:nvSpPr>
        <p:spPr>
          <a:xfrm>
            <a:off x="316392" y="693413"/>
            <a:ext cx="11558635" cy="338554"/>
          </a:xfrm>
          <a:prstGeom prst="rect">
            <a:avLst/>
          </a:prstGeom>
          <a:noFill/>
        </p:spPr>
        <p:txBody>
          <a:bodyPr wrap="square" rtlCol="0">
            <a:spAutoFit/>
          </a:bodyPr>
          <a:lstStyle>
            <a:lvl1pPr marL="0" indent="0">
              <a:lnSpc>
                <a:spcPct val="100000"/>
              </a:lnSpc>
              <a:spcBef>
                <a:spcPts val="0"/>
              </a:spcBef>
              <a:buNone/>
              <a:defRPr lang="en-US" sz="1600" dirty="0" smtClean="0">
                <a:latin typeface="+mn-lt"/>
                <a:cs typeface="Poppins Light" panose="00000400000000000000" pitchFamily="50" charset="0"/>
              </a:defRPr>
            </a:lvl1pPr>
            <a:lvl2pPr marL="2286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2pPr>
            <a:lvl3pPr marL="6858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3pPr>
            <a:lvl4pPr marL="11430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4pPr>
            <a:lvl5pPr marL="1600200" indent="0">
              <a:buNone/>
              <a:defRPr lang="en-IN" sz="1600" kern="1200" dirty="0" smtClean="0">
                <a:solidFill>
                  <a:schemeClr val="tx1"/>
                </a:solidFill>
                <a:latin typeface="Poppins Light" panose="00000400000000000000" pitchFamily="50" charset="0"/>
                <a:ea typeface="+mn-ea"/>
                <a:cs typeface="Poppins Light" panose="00000400000000000000" pitchFamily="50" charset="0"/>
              </a:defRPr>
            </a:lvl5pPr>
          </a:lstStyle>
          <a:p>
            <a:pPr marL="0" lvl="0"/>
            <a:r>
              <a:rPr lang="en-US"/>
              <a:t>Click to edit Master text styles</a:t>
            </a:r>
          </a:p>
        </p:txBody>
      </p:sp>
      <p:sp>
        <p:nvSpPr>
          <p:cNvPr id="14" name="Picture Placeholder 13">
            <a:extLst>
              <a:ext uri="{FF2B5EF4-FFF2-40B4-BE49-F238E27FC236}">
                <a16:creationId xmlns:a16="http://schemas.microsoft.com/office/drawing/2014/main" id="{13E07753-19CC-40DD-A0AD-650F5A700A40}"/>
              </a:ext>
            </a:extLst>
          </p:cNvPr>
          <p:cNvSpPr>
            <a:spLocks noGrp="1"/>
          </p:cNvSpPr>
          <p:nvPr>
            <p:ph type="pic" sz="quarter" idx="11"/>
          </p:nvPr>
        </p:nvSpPr>
        <p:spPr>
          <a:xfrm>
            <a:off x="0" y="777968"/>
            <a:ext cx="12192000" cy="3085632"/>
          </a:xfrm>
          <a:prstGeom prst="rect">
            <a:avLst/>
          </a:prstGeom>
          <a:solidFill>
            <a:schemeClr val="tx1">
              <a:lumMod val="65000"/>
              <a:lumOff val="35000"/>
            </a:schemeClr>
          </a:solidFill>
        </p:spPr>
        <p:txBody>
          <a:bodyPr anchor="ctr"/>
          <a:lstStyle>
            <a:lvl1pPr algn="ctr">
              <a:defRPr sz="1600">
                <a:solidFill>
                  <a:schemeClr val="bg1"/>
                </a:solidFill>
              </a:defRPr>
            </a:lvl1pPr>
          </a:lstStyle>
          <a:p>
            <a:endParaRPr lang="en-IN"/>
          </a:p>
        </p:txBody>
      </p:sp>
      <p:sp>
        <p:nvSpPr>
          <p:cNvPr id="17" name="Slide Number Placeholder 5">
            <a:extLst>
              <a:ext uri="{FF2B5EF4-FFF2-40B4-BE49-F238E27FC236}">
                <a16:creationId xmlns:a16="http://schemas.microsoft.com/office/drawing/2014/main" id="{BEE2CC96-F6D7-459E-BA8D-E72BADE82BE3}"/>
              </a:ext>
            </a:extLst>
          </p:cNvPr>
          <p:cNvSpPr txBox="1">
            <a:spLocks/>
          </p:cNvSpPr>
          <p:nvPr userDrawn="1"/>
        </p:nvSpPr>
        <p:spPr>
          <a:xfrm>
            <a:off x="5905500" y="6499675"/>
            <a:ext cx="380999"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tint val="75000"/>
                  </a:schemeClr>
                </a:solidFill>
                <a:latin typeface="Poppins" panose="00000500000000000000" pitchFamily="50" charset="0"/>
                <a:ea typeface="+mn-ea"/>
                <a:cs typeface="Poppin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AF63893-4B0C-4F88-9650-53ECAF8C5052}" type="slidenum">
              <a:rPr kumimoji="0" lang="en-IN" sz="1000" b="0" i="0" u="none" strike="noStrike" kern="1200" cap="none" spc="0" normalizeH="0" baseline="0" noProof="0" smtClean="0">
                <a:ln>
                  <a:noFill/>
                </a:ln>
                <a:solidFill>
                  <a:prstClr val="black">
                    <a:tint val="75000"/>
                  </a:prstClr>
                </a:solidFill>
                <a:effectLst/>
                <a:uLnTx/>
                <a:uFillTx/>
                <a:latin typeface="Poppins" panose="00000500000000000000" pitchFamily="50" charset="0"/>
                <a:ea typeface="+mn-ea"/>
                <a:cs typeface="Poppins" panose="00000500000000000000"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IN" sz="1000" b="0" i="0" u="none" strike="noStrike" kern="1200" cap="none" spc="0" normalizeH="0" baseline="0" noProof="0">
              <a:ln>
                <a:noFill/>
              </a:ln>
              <a:solidFill>
                <a:prstClr val="black">
                  <a:tint val="75000"/>
                </a:prstClr>
              </a:solidFill>
              <a:effectLst/>
              <a:uLnTx/>
              <a:uFillTx/>
              <a:latin typeface="Poppins" panose="00000500000000000000" pitchFamily="50" charset="0"/>
              <a:ea typeface="+mn-ea"/>
              <a:cs typeface="Poppins" panose="00000500000000000000" pitchFamily="50" charset="0"/>
            </a:endParaRPr>
          </a:p>
        </p:txBody>
      </p:sp>
      <p:pic>
        <p:nvPicPr>
          <p:cNvPr id="2" name="Picture 1" descr="A orange and black letter t&#10;&#10;AI-generated content may be incorrect.">
            <a:extLst>
              <a:ext uri="{FF2B5EF4-FFF2-40B4-BE49-F238E27FC236}">
                <a16:creationId xmlns:a16="http://schemas.microsoft.com/office/drawing/2014/main" id="{931EB3E1-7E6E-AAD6-59B6-E5BB9B7C045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2286026809"/>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over Page">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361B56E7-B3E5-422F-B9CB-10067D712F64}"/>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prstClr val="black">
                    <a:lumMod val="50000"/>
                    <a:lumOff val="50000"/>
                  </a:prstClr>
                </a:solidFill>
                <a:latin typeface="Poppins" panose="00000500000000000000" pitchFamily="50" charset="0"/>
                <a:cs typeface="Poppins" panose="00000500000000000000" pitchFamily="50" charset="0"/>
              </a:rPr>
              <a:t>© COPYRIGHT 2026, TREDENCE. ALL RIGHTS RESERVED</a:t>
            </a:r>
            <a:endParaRPr lang="en-IN" sz="900">
              <a:solidFill>
                <a:prstClr val="black">
                  <a:lumMod val="50000"/>
                  <a:lumOff val="50000"/>
                </a:prstClr>
              </a:solidFill>
              <a:latin typeface="Poppins" panose="00000500000000000000" pitchFamily="50" charset="0"/>
              <a:cs typeface="Poppins" panose="00000500000000000000" pitchFamily="50" charset="0"/>
            </a:endParaRPr>
          </a:p>
        </p:txBody>
      </p:sp>
      <p:grpSp>
        <p:nvGrpSpPr>
          <p:cNvPr id="28" name="Group 27">
            <a:extLst>
              <a:ext uri="{FF2B5EF4-FFF2-40B4-BE49-F238E27FC236}">
                <a16:creationId xmlns:a16="http://schemas.microsoft.com/office/drawing/2014/main" id="{347CA167-E21C-40EC-8453-C507242B3801}"/>
              </a:ext>
            </a:extLst>
          </p:cNvPr>
          <p:cNvGrpSpPr/>
          <p:nvPr userDrawn="1"/>
        </p:nvGrpSpPr>
        <p:grpSpPr>
          <a:xfrm>
            <a:off x="5902296" y="6657690"/>
            <a:ext cx="387409" cy="0"/>
            <a:chOff x="5905144" y="6657690"/>
            <a:chExt cx="387409" cy="0"/>
          </a:xfrm>
        </p:grpSpPr>
        <p:cxnSp>
          <p:nvCxnSpPr>
            <p:cNvPr id="29" name="Straight Connector 28">
              <a:extLst>
                <a:ext uri="{FF2B5EF4-FFF2-40B4-BE49-F238E27FC236}">
                  <a16:creationId xmlns:a16="http://schemas.microsoft.com/office/drawing/2014/main" id="{B9367B13-A725-4567-90CD-C035869632E0}"/>
                </a:ext>
              </a:extLst>
            </p:cNvPr>
            <p:cNvCxnSpPr>
              <a:cxnSpLocks/>
            </p:cNvCxnSpPr>
            <p:nvPr userDrawn="1"/>
          </p:nvCxnSpPr>
          <p:spPr>
            <a:xfrm>
              <a:off x="5905144" y="6657690"/>
              <a:ext cx="71215" cy="0"/>
            </a:xfrm>
            <a:prstGeom prst="line">
              <a:avLst/>
            </a:prstGeom>
            <a:noFill/>
            <a:ln w="28575" cap="flat" cmpd="sng" algn="ctr">
              <a:solidFill>
                <a:srgbClr val="FE5000"/>
              </a:solidFill>
              <a:prstDash val="solid"/>
              <a:miter lim="800000"/>
            </a:ln>
            <a:effectLst/>
          </p:spPr>
        </p:cxnSp>
        <p:cxnSp>
          <p:nvCxnSpPr>
            <p:cNvPr id="30" name="Straight Connector 29">
              <a:extLst>
                <a:ext uri="{FF2B5EF4-FFF2-40B4-BE49-F238E27FC236}">
                  <a16:creationId xmlns:a16="http://schemas.microsoft.com/office/drawing/2014/main" id="{9409F5F6-DA6E-4FE1-B01D-5266AE5CC1D5}"/>
                </a:ext>
              </a:extLst>
            </p:cNvPr>
            <p:cNvCxnSpPr>
              <a:cxnSpLocks/>
            </p:cNvCxnSpPr>
            <p:nvPr userDrawn="1"/>
          </p:nvCxnSpPr>
          <p:spPr>
            <a:xfrm>
              <a:off x="6221338" y="6657690"/>
              <a:ext cx="71215" cy="0"/>
            </a:xfrm>
            <a:prstGeom prst="line">
              <a:avLst/>
            </a:prstGeom>
            <a:noFill/>
            <a:ln w="28575" cap="flat" cmpd="sng" algn="ctr">
              <a:solidFill>
                <a:srgbClr val="FE5000"/>
              </a:solidFill>
              <a:prstDash val="solid"/>
              <a:miter lim="800000"/>
            </a:ln>
            <a:effectLst/>
          </p:spPr>
        </p:cxnSp>
      </p:grpSp>
      <p:cxnSp>
        <p:nvCxnSpPr>
          <p:cNvPr id="32" name="Straight Connector 31">
            <a:extLst>
              <a:ext uri="{FF2B5EF4-FFF2-40B4-BE49-F238E27FC236}">
                <a16:creationId xmlns:a16="http://schemas.microsoft.com/office/drawing/2014/main" id="{BE4EDD91-DC9D-46F2-A44B-D5FA4C5B0057}"/>
              </a:ext>
            </a:extLst>
          </p:cNvPr>
          <p:cNvCxnSpPr>
            <a:cxnSpLocks/>
          </p:cNvCxnSpPr>
          <p:nvPr userDrawn="1"/>
        </p:nvCxnSpPr>
        <p:spPr>
          <a:xfrm>
            <a:off x="0" y="6496048"/>
            <a:ext cx="12192000" cy="0"/>
          </a:xfrm>
          <a:prstGeom prst="line">
            <a:avLst/>
          </a:prstGeom>
          <a:noFill/>
          <a:ln w="6350" cap="flat" cmpd="sng" algn="ctr">
            <a:solidFill>
              <a:sysClr val="window" lastClr="FFFFFF">
                <a:lumMod val="85000"/>
              </a:sysClr>
            </a:solidFill>
            <a:prstDash val="solid"/>
            <a:miter lim="800000"/>
          </a:ln>
          <a:effectLst/>
        </p:spPr>
      </p:cxnSp>
      <p:sp>
        <p:nvSpPr>
          <p:cNvPr id="33" name="Slide Number Placeholder 5">
            <a:extLst>
              <a:ext uri="{FF2B5EF4-FFF2-40B4-BE49-F238E27FC236}">
                <a16:creationId xmlns:a16="http://schemas.microsoft.com/office/drawing/2014/main" id="{7A60D82B-B423-4731-A37E-06F96DBFA0F9}"/>
              </a:ext>
            </a:extLst>
          </p:cNvPr>
          <p:cNvSpPr txBox="1">
            <a:spLocks/>
          </p:cNvSpPr>
          <p:nvPr userDrawn="1"/>
        </p:nvSpPr>
        <p:spPr>
          <a:xfrm>
            <a:off x="5905500" y="6499675"/>
            <a:ext cx="380999"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tint val="75000"/>
                  </a:schemeClr>
                </a:solidFill>
                <a:latin typeface="Poppins" panose="00000500000000000000" pitchFamily="50" charset="0"/>
                <a:ea typeface="+mn-ea"/>
                <a:cs typeface="Poppin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AF63893-4B0C-4F88-9650-53ECAF8C5052}" type="slidenum">
              <a:rPr kumimoji="0" lang="en-IN" sz="1000" b="0" i="0" u="none" strike="noStrike" kern="1200" cap="none" spc="0" normalizeH="0" baseline="0" noProof="0" smtClean="0">
                <a:ln>
                  <a:noFill/>
                </a:ln>
                <a:solidFill>
                  <a:prstClr val="black">
                    <a:tint val="75000"/>
                  </a:prstClr>
                </a:solidFill>
                <a:effectLst/>
                <a:uLnTx/>
                <a:uFillTx/>
                <a:latin typeface="Poppins" panose="00000500000000000000" pitchFamily="50" charset="0"/>
                <a:ea typeface="+mn-ea"/>
                <a:cs typeface="Poppins" panose="00000500000000000000"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IN" sz="1000" b="0" i="0" u="none" strike="noStrike" kern="1200" cap="none" spc="0" normalizeH="0" baseline="0" noProof="0">
              <a:ln>
                <a:noFill/>
              </a:ln>
              <a:solidFill>
                <a:prstClr val="black">
                  <a:tint val="75000"/>
                </a:prstClr>
              </a:solidFill>
              <a:effectLst/>
              <a:uLnTx/>
              <a:uFillTx/>
              <a:latin typeface="Poppins" panose="00000500000000000000" pitchFamily="50" charset="0"/>
              <a:ea typeface="+mn-ea"/>
              <a:cs typeface="Poppins" panose="00000500000000000000" pitchFamily="50" charset="0"/>
            </a:endParaRPr>
          </a:p>
        </p:txBody>
      </p:sp>
      <p:pic>
        <p:nvPicPr>
          <p:cNvPr id="2" name="Picture 1" descr="A orange and black letter t&#10;&#10;AI-generated content may be incorrect.">
            <a:extLst>
              <a:ext uri="{FF2B5EF4-FFF2-40B4-BE49-F238E27FC236}">
                <a16:creationId xmlns:a16="http://schemas.microsoft.com/office/drawing/2014/main" id="{EBAE10D3-B4AF-F0B9-47DA-73A118C23D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1775017108"/>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8_Content and Pic format 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7AAF12-0DAD-4BAA-9C53-437FC83EEB5C}"/>
              </a:ext>
            </a:extLst>
          </p:cNvPr>
          <p:cNvSpPr>
            <a:spLocks noGrp="1"/>
          </p:cNvSpPr>
          <p:nvPr>
            <p:ph type="pic" sz="quarter" idx="10"/>
          </p:nvPr>
        </p:nvSpPr>
        <p:spPr>
          <a:xfrm>
            <a:off x="1" y="51880"/>
            <a:ext cx="6096000" cy="6440542"/>
          </a:xfrm>
          <a:prstGeom prst="rect">
            <a:avLst/>
          </a:prstGeom>
          <a:solidFill>
            <a:srgbClr val="404040"/>
          </a:solidFill>
        </p:spPr>
        <p:txBody>
          <a:bodyPr anchor="ctr"/>
          <a:lstStyle>
            <a:lvl1pPr algn="ctr">
              <a:defRPr sz="1800">
                <a:solidFill>
                  <a:schemeClr val="bg1"/>
                </a:solidFill>
              </a:defRPr>
            </a:lvl1pPr>
          </a:lstStyle>
          <a:p>
            <a:endParaRPr lang="en-IN"/>
          </a:p>
        </p:txBody>
      </p:sp>
      <p:sp>
        <p:nvSpPr>
          <p:cNvPr id="63" name="TextBox 62">
            <a:extLst>
              <a:ext uri="{FF2B5EF4-FFF2-40B4-BE49-F238E27FC236}">
                <a16:creationId xmlns:a16="http://schemas.microsoft.com/office/drawing/2014/main" id="{986E6D9D-F4E3-4576-82C1-9B88B8920CDD}"/>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64" name="Group 63">
            <a:extLst>
              <a:ext uri="{FF2B5EF4-FFF2-40B4-BE49-F238E27FC236}">
                <a16:creationId xmlns:a16="http://schemas.microsoft.com/office/drawing/2014/main" id="{3FC12268-4548-47B5-BBC2-C09560F75B85}"/>
              </a:ext>
            </a:extLst>
          </p:cNvPr>
          <p:cNvGrpSpPr/>
          <p:nvPr userDrawn="1"/>
        </p:nvGrpSpPr>
        <p:grpSpPr>
          <a:xfrm>
            <a:off x="5902296" y="6657690"/>
            <a:ext cx="387409" cy="0"/>
            <a:chOff x="5905144" y="6657690"/>
            <a:chExt cx="387409" cy="0"/>
          </a:xfrm>
        </p:grpSpPr>
        <p:cxnSp>
          <p:nvCxnSpPr>
            <p:cNvPr id="65" name="Straight Connector 64">
              <a:extLst>
                <a:ext uri="{FF2B5EF4-FFF2-40B4-BE49-F238E27FC236}">
                  <a16:creationId xmlns:a16="http://schemas.microsoft.com/office/drawing/2014/main" id="{F1D40E5A-CF6C-460B-A94D-67318400F0BE}"/>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258CC2-3A17-49B2-AC3E-392A5DB89165}"/>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3E669637-C2B2-4A48-B89D-5CE3053F408D}"/>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Slide Number Placeholder 5">
            <a:extLst>
              <a:ext uri="{FF2B5EF4-FFF2-40B4-BE49-F238E27FC236}">
                <a16:creationId xmlns:a16="http://schemas.microsoft.com/office/drawing/2014/main" id="{27262945-913D-445F-ADA6-A22C5A7ECFC3}"/>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pic>
        <p:nvPicPr>
          <p:cNvPr id="43" name="Graphic 42">
            <a:extLst>
              <a:ext uri="{FF2B5EF4-FFF2-40B4-BE49-F238E27FC236}">
                <a16:creationId xmlns:a16="http://schemas.microsoft.com/office/drawing/2014/main" id="{8D85D37F-D8C4-4588-9C7A-DC96328B8E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4" name="Rectangle 43">
            <a:extLst>
              <a:ext uri="{FF2B5EF4-FFF2-40B4-BE49-F238E27FC236}">
                <a16:creationId xmlns:a16="http://schemas.microsoft.com/office/drawing/2014/main" id="{D0FECF5D-5389-40B1-8A7A-D5D67CB60D1C}"/>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1E50B8DE-5F4F-4E4C-BC15-E90DA0B7B8F3}"/>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a:extLst>
              <a:ext uri="{FF2B5EF4-FFF2-40B4-BE49-F238E27FC236}">
                <a16:creationId xmlns:a16="http://schemas.microsoft.com/office/drawing/2014/main" id="{1E2B0731-C61E-48B7-911B-9DE9091BC7F1}"/>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orange and black letter t&#10;&#10;AI-generated content may be incorrect.">
            <a:extLst>
              <a:ext uri="{FF2B5EF4-FFF2-40B4-BE49-F238E27FC236}">
                <a16:creationId xmlns:a16="http://schemas.microsoft.com/office/drawing/2014/main" id="{BC16CB55-DEAC-6980-7F5F-7C18B38D840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332605550"/>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4_Title and Body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Title 18">
            <a:extLst>
              <a:ext uri="{FF2B5EF4-FFF2-40B4-BE49-F238E27FC236}">
                <a16:creationId xmlns:a16="http://schemas.microsoft.com/office/drawing/2014/main" id="{7725916F-093B-4C56-85A1-46E7828AF415}"/>
              </a:ext>
            </a:extLst>
          </p:cNvPr>
          <p:cNvSpPr>
            <a:spLocks noGrp="1"/>
          </p:cNvSpPr>
          <p:nvPr>
            <p:ph type="title"/>
          </p:nvPr>
        </p:nvSpPr>
        <p:spPr>
          <a:xfrm>
            <a:off x="316392" y="266371"/>
            <a:ext cx="10972800" cy="584775"/>
          </a:xfrm>
          <a:prstGeom prst="rect">
            <a:avLst/>
          </a:prstGeom>
        </p:spPr>
        <p:txBody>
          <a:bodyPr lIns="0" tIns="0" rIns="0" bIns="0"/>
          <a:lstStyle>
            <a:lvl1pPr>
              <a:lnSpc>
                <a:spcPct val="100000"/>
              </a:lnSpc>
              <a:spcBef>
                <a:spcPts val="0"/>
              </a:spcBef>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sp>
        <p:nvSpPr>
          <p:cNvPr id="25" name="Content Placeholder 21">
            <a:extLst>
              <a:ext uri="{FF2B5EF4-FFF2-40B4-BE49-F238E27FC236}">
                <a16:creationId xmlns:a16="http://schemas.microsoft.com/office/drawing/2014/main" id="{442361EB-3A00-488E-A73E-65766E41F9EC}"/>
              </a:ext>
            </a:extLst>
          </p:cNvPr>
          <p:cNvSpPr>
            <a:spLocks noGrp="1"/>
          </p:cNvSpPr>
          <p:nvPr>
            <p:ph sz="quarter" idx="10"/>
          </p:nvPr>
        </p:nvSpPr>
        <p:spPr>
          <a:xfrm>
            <a:off x="316392" y="930386"/>
            <a:ext cx="11558635" cy="246221"/>
          </a:xfrm>
          <a:prstGeom prst="rect">
            <a:avLst/>
          </a:prstGeom>
          <a:noFill/>
        </p:spPr>
        <p:txBody>
          <a:bodyPr wrap="square" lIns="0" tIns="0" rIns="0" bIns="0" rtlCol="0">
            <a:spAutoFit/>
          </a:bodyPr>
          <a:lstStyle>
            <a:lvl1pPr marL="0" indent="0">
              <a:lnSpc>
                <a:spcPct val="100000"/>
              </a:lnSpc>
              <a:spcBef>
                <a:spcPts val="0"/>
              </a:spcBef>
              <a:buNone/>
              <a:defRPr lang="en-US" sz="1600" dirty="0" smtClean="0">
                <a:latin typeface="+mn-lt"/>
                <a:cs typeface="Poppins Light" panose="00000400000000000000" pitchFamily="50" charset="0"/>
              </a:defRPr>
            </a:lvl1pPr>
            <a:lvl2pPr marL="2286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2pPr>
            <a:lvl3pPr marL="6858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3pPr>
            <a:lvl4pPr marL="11430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4pPr>
            <a:lvl5pPr marL="1600200" indent="0">
              <a:buNone/>
              <a:defRPr lang="en-IN" sz="1600" kern="1200" dirty="0" smtClean="0">
                <a:solidFill>
                  <a:schemeClr val="tx1"/>
                </a:solidFill>
                <a:latin typeface="Poppins Light" panose="00000400000000000000" pitchFamily="50" charset="0"/>
                <a:ea typeface="+mn-ea"/>
                <a:cs typeface="Poppins Light" panose="00000400000000000000" pitchFamily="50" charset="0"/>
              </a:defRPr>
            </a:lvl5pPr>
          </a:lstStyle>
          <a:p>
            <a:pPr marL="0" lvl="0"/>
            <a:r>
              <a:rPr lang="en-US"/>
              <a:t>Click to edit Master text styles</a:t>
            </a:r>
          </a:p>
        </p:txBody>
      </p:sp>
      <p:sp>
        <p:nvSpPr>
          <p:cNvPr id="15" name="Slide Number Placeholder 5">
            <a:extLst>
              <a:ext uri="{FF2B5EF4-FFF2-40B4-BE49-F238E27FC236}">
                <a16:creationId xmlns:a16="http://schemas.microsoft.com/office/drawing/2014/main" id="{F4649147-972B-40F6-B7E3-CF6048837DA0}"/>
              </a:ext>
            </a:extLst>
          </p:cNvPr>
          <p:cNvSpPr txBox="1">
            <a:spLocks/>
          </p:cNvSpPr>
          <p:nvPr userDrawn="1"/>
        </p:nvSpPr>
        <p:spPr>
          <a:xfrm>
            <a:off x="5910580" y="6519497"/>
            <a:ext cx="370839" cy="320675"/>
          </a:xfrm>
          <a:prstGeom prst="rect">
            <a:avLst/>
          </a:prstGeom>
        </p:spPr>
        <p:txBody>
          <a:bodyPr vert="horz" lIns="91440" tIns="45720" rIns="91440" bIns="45720" rtlCol="0" anchor="ctr"/>
          <a:lstStyle>
            <a:defPPr>
              <a:defRPr lang="en-US"/>
            </a:defPPr>
            <a:lvl1pPr marR="0" lvl="0" indent="0" algn="ctr" fontAlgn="auto">
              <a:lnSpc>
                <a:spcPct val="100000"/>
              </a:lnSpc>
              <a:spcBef>
                <a:spcPts val="0"/>
              </a:spcBef>
              <a:spcAft>
                <a:spcPts val="0"/>
              </a:spcAft>
              <a:buClrTx/>
              <a:buSzTx/>
              <a:buFontTx/>
              <a:buNone/>
              <a:tabLst/>
              <a:defRPr kumimoji="0" sz="1000" b="0" i="0" u="none" strike="noStrike" cap="none" spc="0" normalizeH="0" baseline="0">
                <a:ln>
                  <a:noFill/>
                </a:ln>
                <a:solidFill>
                  <a:prstClr val="black">
                    <a:tint val="75000"/>
                  </a:prstClr>
                </a:solidFill>
                <a:effectLst/>
                <a:uLnTx/>
                <a:uFillTx/>
                <a:latin typeface="Poppins" panose="00000500000000000000" pitchFamily="50" charset="0"/>
                <a:cs typeface="Poppin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02F1BAAA-A48A-40C0-B2BB-2E1ADAB78EF4}" type="slidenum">
              <a:rPr lang="en-US" smtClean="0"/>
              <a:pPr lvl="0"/>
              <a:t>‹#›</a:t>
            </a:fld>
            <a:endParaRPr lang="en-US"/>
          </a:p>
        </p:txBody>
      </p:sp>
      <p:pic>
        <p:nvPicPr>
          <p:cNvPr id="2" name="Picture 1" descr="A orange and black letter t&#10;&#10;AI-generated content may be incorrect.">
            <a:extLst>
              <a:ext uri="{FF2B5EF4-FFF2-40B4-BE49-F238E27FC236}">
                <a16:creationId xmlns:a16="http://schemas.microsoft.com/office/drawing/2014/main" id="{7431C912-A48C-6070-9F3F-F4358B4CA79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539716462"/>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4_Content and Pic format 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7AAF12-0DAD-4BAA-9C53-437FC83EEB5C}"/>
              </a:ext>
            </a:extLst>
          </p:cNvPr>
          <p:cNvSpPr>
            <a:spLocks noGrp="1"/>
          </p:cNvSpPr>
          <p:nvPr>
            <p:ph type="pic" sz="quarter" idx="10"/>
          </p:nvPr>
        </p:nvSpPr>
        <p:spPr>
          <a:xfrm>
            <a:off x="1" y="51880"/>
            <a:ext cx="5537199" cy="6440542"/>
          </a:xfrm>
          <a:prstGeom prst="rect">
            <a:avLst/>
          </a:prstGeom>
          <a:solidFill>
            <a:srgbClr val="404040"/>
          </a:solidFill>
        </p:spPr>
        <p:txBody>
          <a:bodyPr anchor="ctr"/>
          <a:lstStyle>
            <a:lvl1pPr algn="ctr">
              <a:defRPr sz="1800">
                <a:solidFill>
                  <a:schemeClr val="bg1"/>
                </a:solidFill>
              </a:defRPr>
            </a:lvl1pPr>
          </a:lstStyle>
          <a:p>
            <a:endParaRPr lang="en-IN"/>
          </a:p>
        </p:txBody>
      </p:sp>
      <p:sp>
        <p:nvSpPr>
          <p:cNvPr id="63" name="TextBox 62">
            <a:extLst>
              <a:ext uri="{FF2B5EF4-FFF2-40B4-BE49-F238E27FC236}">
                <a16:creationId xmlns:a16="http://schemas.microsoft.com/office/drawing/2014/main" id="{986E6D9D-F4E3-4576-82C1-9B88B8920CDD}"/>
              </a:ext>
            </a:extLst>
          </p:cNvPr>
          <p:cNvSpPr txBox="1"/>
          <p:nvPr userDrawn="1"/>
        </p:nvSpPr>
        <p:spPr>
          <a:xfrm>
            <a:off x="0" y="6575289"/>
            <a:ext cx="3110147"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rPr>
              <a:t>© COPYRIGHT 2026, TREDENCE. ALL RIGHTS RESERVED</a:t>
            </a:r>
            <a:endParaRPr kumimoji="0" lang="en-IN"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endParaRPr>
          </a:p>
        </p:txBody>
      </p:sp>
      <p:grpSp>
        <p:nvGrpSpPr>
          <p:cNvPr id="64" name="Group 63">
            <a:extLst>
              <a:ext uri="{FF2B5EF4-FFF2-40B4-BE49-F238E27FC236}">
                <a16:creationId xmlns:a16="http://schemas.microsoft.com/office/drawing/2014/main" id="{3FC12268-4548-47B5-BBC2-C09560F75B85}"/>
              </a:ext>
            </a:extLst>
          </p:cNvPr>
          <p:cNvGrpSpPr/>
          <p:nvPr userDrawn="1"/>
        </p:nvGrpSpPr>
        <p:grpSpPr>
          <a:xfrm>
            <a:off x="5902296" y="6657690"/>
            <a:ext cx="387409" cy="0"/>
            <a:chOff x="5905144" y="6657690"/>
            <a:chExt cx="387409" cy="0"/>
          </a:xfrm>
        </p:grpSpPr>
        <p:cxnSp>
          <p:nvCxnSpPr>
            <p:cNvPr id="65" name="Straight Connector 64">
              <a:extLst>
                <a:ext uri="{FF2B5EF4-FFF2-40B4-BE49-F238E27FC236}">
                  <a16:creationId xmlns:a16="http://schemas.microsoft.com/office/drawing/2014/main" id="{F1D40E5A-CF6C-460B-A94D-67318400F0BE}"/>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258CC2-3A17-49B2-AC3E-392A5DB89165}"/>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3E669637-C2B2-4A48-B89D-5CE3053F408D}"/>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43" name="Graphic 42">
            <a:extLst>
              <a:ext uri="{FF2B5EF4-FFF2-40B4-BE49-F238E27FC236}">
                <a16:creationId xmlns:a16="http://schemas.microsoft.com/office/drawing/2014/main" id="{8D85D37F-D8C4-4588-9C7A-DC96328B8E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4" name="Rectangle 43">
            <a:extLst>
              <a:ext uri="{FF2B5EF4-FFF2-40B4-BE49-F238E27FC236}">
                <a16:creationId xmlns:a16="http://schemas.microsoft.com/office/drawing/2014/main" id="{D0FECF5D-5389-40B1-8A7A-D5D67CB60D1C}"/>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45" name="Rectangle 44">
            <a:extLst>
              <a:ext uri="{FF2B5EF4-FFF2-40B4-BE49-F238E27FC236}">
                <a16:creationId xmlns:a16="http://schemas.microsoft.com/office/drawing/2014/main" id="{1E50B8DE-5F4F-4E4C-BC15-E90DA0B7B8F3}"/>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46" name="Rectangle 45">
            <a:extLst>
              <a:ext uri="{FF2B5EF4-FFF2-40B4-BE49-F238E27FC236}">
                <a16:creationId xmlns:a16="http://schemas.microsoft.com/office/drawing/2014/main" id="{1E2B0731-C61E-48B7-911B-9DE9091BC7F1}"/>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14" name="Title 18">
            <a:extLst>
              <a:ext uri="{FF2B5EF4-FFF2-40B4-BE49-F238E27FC236}">
                <a16:creationId xmlns:a16="http://schemas.microsoft.com/office/drawing/2014/main" id="{6A2C15B2-A537-4F00-9BC0-8291BFD0668A}"/>
              </a:ext>
            </a:extLst>
          </p:cNvPr>
          <p:cNvSpPr>
            <a:spLocks noGrp="1"/>
          </p:cNvSpPr>
          <p:nvPr>
            <p:ph type="title"/>
          </p:nvPr>
        </p:nvSpPr>
        <p:spPr>
          <a:xfrm>
            <a:off x="6323492" y="266371"/>
            <a:ext cx="5767944" cy="856017"/>
          </a:xfrm>
          <a:prstGeom prst="rect">
            <a:avLst/>
          </a:prstGeom>
        </p:spPr>
        <p:txBody>
          <a:bodyPr/>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sp>
        <p:nvSpPr>
          <p:cNvPr id="16" name="Slide Number Placeholder 5">
            <a:extLst>
              <a:ext uri="{FF2B5EF4-FFF2-40B4-BE49-F238E27FC236}">
                <a16:creationId xmlns:a16="http://schemas.microsoft.com/office/drawing/2014/main" id="{967BDA00-AB37-4F49-A10E-2524C9A1C462}"/>
              </a:ext>
            </a:extLst>
          </p:cNvPr>
          <p:cNvSpPr txBox="1">
            <a:spLocks/>
          </p:cNvSpPr>
          <p:nvPr userDrawn="1"/>
        </p:nvSpPr>
        <p:spPr>
          <a:xfrm>
            <a:off x="5905500" y="6499675"/>
            <a:ext cx="380999"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tint val="75000"/>
                  </a:schemeClr>
                </a:solidFill>
                <a:latin typeface="Poppins" panose="00000500000000000000" pitchFamily="50" charset="0"/>
                <a:ea typeface="+mn-ea"/>
                <a:cs typeface="Poppin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AF63893-4B0C-4F88-9650-53ECAF8C5052}" type="slidenum">
              <a:rPr kumimoji="0" lang="en-IN" sz="1000" b="0" i="0" u="none" strike="noStrike" kern="1200" cap="none" spc="0" normalizeH="0" baseline="0" noProof="0" smtClean="0">
                <a:ln>
                  <a:noFill/>
                </a:ln>
                <a:solidFill>
                  <a:prstClr val="black">
                    <a:tint val="75000"/>
                  </a:prstClr>
                </a:solidFill>
                <a:effectLst/>
                <a:uLnTx/>
                <a:uFillTx/>
                <a:latin typeface="Poppins" panose="00000500000000000000" pitchFamily="50" charset="0"/>
                <a:ea typeface="+mn-ea"/>
                <a:cs typeface="Poppins" panose="00000500000000000000"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IN" sz="1000" b="0" i="0" u="none" strike="noStrike" kern="1200" cap="none" spc="0" normalizeH="0" baseline="0" noProof="0">
              <a:ln>
                <a:noFill/>
              </a:ln>
              <a:solidFill>
                <a:prstClr val="black">
                  <a:tint val="75000"/>
                </a:prstClr>
              </a:solidFill>
              <a:effectLst/>
              <a:uLnTx/>
              <a:uFillTx/>
              <a:latin typeface="Poppins" panose="00000500000000000000" pitchFamily="50" charset="0"/>
              <a:ea typeface="+mn-ea"/>
              <a:cs typeface="Poppins" panose="00000500000000000000" pitchFamily="50" charset="0"/>
            </a:endParaRPr>
          </a:p>
        </p:txBody>
      </p:sp>
      <p:pic>
        <p:nvPicPr>
          <p:cNvPr id="2" name="Picture 1" descr="A orange and black letter t&#10;&#10;AI-generated content may be incorrect.">
            <a:extLst>
              <a:ext uri="{FF2B5EF4-FFF2-40B4-BE49-F238E27FC236}">
                <a16:creationId xmlns:a16="http://schemas.microsoft.com/office/drawing/2014/main" id="{B292A54D-83D9-CF4D-100C-40D28B2A051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2663209773"/>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4_Table of Content">
    <p:spTree>
      <p:nvGrpSpPr>
        <p:cNvPr id="1" name=""/>
        <p:cNvGrpSpPr/>
        <p:nvPr/>
      </p:nvGrpSpPr>
      <p:grpSpPr>
        <a:xfrm>
          <a:off x="0" y="0"/>
          <a:ext cx="0" cy="0"/>
          <a:chOff x="0" y="0"/>
          <a:chExt cx="0" cy="0"/>
        </a:xfrm>
      </p:grpSpPr>
      <p:sp>
        <p:nvSpPr>
          <p:cNvPr id="37" name="Picture Placeholder 36">
            <a:extLst>
              <a:ext uri="{FF2B5EF4-FFF2-40B4-BE49-F238E27FC236}">
                <a16:creationId xmlns:a16="http://schemas.microsoft.com/office/drawing/2014/main" id="{A917413D-AF78-408C-B384-BD91FE2CC5EA}"/>
              </a:ext>
            </a:extLst>
          </p:cNvPr>
          <p:cNvSpPr>
            <a:spLocks noGrp="1"/>
          </p:cNvSpPr>
          <p:nvPr>
            <p:ph type="pic" sz="quarter" idx="10"/>
          </p:nvPr>
        </p:nvSpPr>
        <p:spPr>
          <a:xfrm>
            <a:off x="0" y="-1"/>
            <a:ext cx="12192000" cy="3243713"/>
          </a:xfrm>
          <a:prstGeom prst="rect">
            <a:avLst/>
          </a:prstGeom>
          <a:solidFill>
            <a:srgbClr val="404040"/>
          </a:solidFill>
        </p:spPr>
        <p:txBody>
          <a:bodyPr anchor="ctr"/>
          <a:lstStyle>
            <a:lvl1pPr algn="ctr">
              <a:defRPr sz="1800">
                <a:solidFill>
                  <a:schemeClr val="bg1"/>
                </a:solidFill>
              </a:defRPr>
            </a:lvl1pPr>
          </a:lstStyle>
          <a:p>
            <a:endParaRPr lang="en-IN"/>
          </a:p>
        </p:txBody>
      </p:sp>
      <p:sp>
        <p:nvSpPr>
          <p:cNvPr id="35" name="Title 33">
            <a:extLst>
              <a:ext uri="{FF2B5EF4-FFF2-40B4-BE49-F238E27FC236}">
                <a16:creationId xmlns:a16="http://schemas.microsoft.com/office/drawing/2014/main" id="{96871504-5B46-46BF-9E62-68775B60B6D4}"/>
              </a:ext>
            </a:extLst>
          </p:cNvPr>
          <p:cNvSpPr>
            <a:spLocks noGrp="1"/>
          </p:cNvSpPr>
          <p:nvPr>
            <p:ph type="title" hasCustomPrompt="1"/>
          </p:nvPr>
        </p:nvSpPr>
        <p:spPr>
          <a:xfrm>
            <a:off x="838200" y="2408010"/>
            <a:ext cx="10515600" cy="604781"/>
          </a:xfrm>
          <a:prstGeom prst="rect">
            <a:avLst/>
          </a:prstGeom>
          <a:noFill/>
        </p:spPr>
        <p:txBody>
          <a:bodyPr wrap="square" rtlCol="0">
            <a:spAutoFit/>
          </a:bodyPr>
          <a:lstStyle>
            <a:lvl1pPr algn="ctr">
              <a:defRPr lang="en-IN" sz="3600" b="1">
                <a:solidFill>
                  <a:schemeClr val="bg1"/>
                </a:solidFill>
                <a:latin typeface="Poppins" panose="00000500000000000000" pitchFamily="50" charset="0"/>
                <a:ea typeface="+mn-ea"/>
                <a:cs typeface="Poppins" panose="00000500000000000000" pitchFamily="50" charset="0"/>
              </a:defRPr>
            </a:lvl1pPr>
          </a:lstStyle>
          <a:p>
            <a:pPr marL="0" lvl="0" algn="ctr"/>
            <a:r>
              <a:rPr lang="en-US"/>
              <a:t>Click to edit table of Content </a:t>
            </a:r>
            <a:endParaRPr lang="en-IN"/>
          </a:p>
        </p:txBody>
      </p:sp>
      <p:sp>
        <p:nvSpPr>
          <p:cNvPr id="63" name="TextBox 62">
            <a:extLst>
              <a:ext uri="{FF2B5EF4-FFF2-40B4-BE49-F238E27FC236}">
                <a16:creationId xmlns:a16="http://schemas.microsoft.com/office/drawing/2014/main" id="{986E6D9D-F4E3-4576-82C1-9B88B8920CDD}"/>
              </a:ext>
            </a:extLst>
          </p:cNvPr>
          <p:cNvSpPr txBox="1"/>
          <p:nvPr userDrawn="1"/>
        </p:nvSpPr>
        <p:spPr>
          <a:xfrm>
            <a:off x="0" y="6575289"/>
            <a:ext cx="3110147"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rPr>
              <a:t>© COPYRIGHT 2026, TREDENCE. ALL RIGHTS RESERVED</a:t>
            </a:r>
            <a:endParaRPr kumimoji="0" lang="en-IN"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endParaRPr>
          </a:p>
        </p:txBody>
      </p:sp>
      <p:grpSp>
        <p:nvGrpSpPr>
          <p:cNvPr id="64" name="Group 63">
            <a:extLst>
              <a:ext uri="{FF2B5EF4-FFF2-40B4-BE49-F238E27FC236}">
                <a16:creationId xmlns:a16="http://schemas.microsoft.com/office/drawing/2014/main" id="{3FC12268-4548-47B5-BBC2-C09560F75B85}"/>
              </a:ext>
            </a:extLst>
          </p:cNvPr>
          <p:cNvGrpSpPr/>
          <p:nvPr userDrawn="1"/>
        </p:nvGrpSpPr>
        <p:grpSpPr>
          <a:xfrm>
            <a:off x="5902296" y="6657690"/>
            <a:ext cx="387409" cy="0"/>
            <a:chOff x="5905144" y="6657690"/>
            <a:chExt cx="387409" cy="0"/>
          </a:xfrm>
        </p:grpSpPr>
        <p:cxnSp>
          <p:nvCxnSpPr>
            <p:cNvPr id="65" name="Straight Connector 64">
              <a:extLst>
                <a:ext uri="{FF2B5EF4-FFF2-40B4-BE49-F238E27FC236}">
                  <a16:creationId xmlns:a16="http://schemas.microsoft.com/office/drawing/2014/main" id="{F1D40E5A-CF6C-460B-A94D-67318400F0BE}"/>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258CC2-3A17-49B2-AC3E-392A5DB89165}"/>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3E669637-C2B2-4A48-B89D-5CE3053F408D}"/>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a:extLst>
              <a:ext uri="{FF2B5EF4-FFF2-40B4-BE49-F238E27FC236}">
                <a16:creationId xmlns:a16="http://schemas.microsoft.com/office/drawing/2014/main" id="{815CAEEE-0F3D-445A-BF1B-FF0E1D872CA6}"/>
              </a:ext>
            </a:extLst>
          </p:cNvPr>
          <p:cNvSpPr txBox="1">
            <a:spLocks/>
          </p:cNvSpPr>
          <p:nvPr userDrawn="1"/>
        </p:nvSpPr>
        <p:spPr>
          <a:xfrm>
            <a:off x="5905500" y="6499675"/>
            <a:ext cx="380999"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tint val="75000"/>
                  </a:schemeClr>
                </a:solidFill>
                <a:latin typeface="Poppins" panose="00000500000000000000" pitchFamily="50" charset="0"/>
                <a:ea typeface="+mn-ea"/>
                <a:cs typeface="Poppin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AF63893-4B0C-4F88-9650-53ECAF8C5052}" type="slidenum">
              <a:rPr kumimoji="0" lang="en-IN" sz="1000" b="0" i="0" u="none" strike="noStrike" kern="1200" cap="none" spc="0" normalizeH="0" baseline="0" noProof="0" smtClean="0">
                <a:ln>
                  <a:noFill/>
                </a:ln>
                <a:solidFill>
                  <a:prstClr val="black">
                    <a:tint val="75000"/>
                  </a:prstClr>
                </a:solidFill>
                <a:effectLst/>
                <a:uLnTx/>
                <a:uFillTx/>
                <a:latin typeface="Poppins" panose="00000500000000000000" pitchFamily="50" charset="0"/>
                <a:ea typeface="+mn-ea"/>
                <a:cs typeface="Poppins" panose="00000500000000000000"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IN" sz="1000" b="0" i="0" u="none" strike="noStrike" kern="1200" cap="none" spc="0" normalizeH="0" baseline="0" noProof="0">
              <a:ln>
                <a:noFill/>
              </a:ln>
              <a:solidFill>
                <a:prstClr val="black">
                  <a:tint val="75000"/>
                </a:prstClr>
              </a:solidFill>
              <a:effectLst/>
              <a:uLnTx/>
              <a:uFillTx/>
              <a:latin typeface="Poppins" panose="00000500000000000000" pitchFamily="50" charset="0"/>
              <a:ea typeface="+mn-ea"/>
              <a:cs typeface="Poppins" panose="00000500000000000000" pitchFamily="50" charset="0"/>
            </a:endParaRPr>
          </a:p>
        </p:txBody>
      </p:sp>
      <p:pic>
        <p:nvPicPr>
          <p:cNvPr id="2" name="Picture 1" descr="A orange and black letter t&#10;&#10;AI-generated content may be incorrect.">
            <a:extLst>
              <a:ext uri="{FF2B5EF4-FFF2-40B4-BE49-F238E27FC236}">
                <a16:creationId xmlns:a16="http://schemas.microsoft.com/office/drawing/2014/main" id="{91A5D2F4-F59B-32FE-A3FA-4F6D03DC5A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872539559"/>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7_Title and Body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Title 18">
            <a:extLst>
              <a:ext uri="{FF2B5EF4-FFF2-40B4-BE49-F238E27FC236}">
                <a16:creationId xmlns:a16="http://schemas.microsoft.com/office/drawing/2014/main" id="{7725916F-093B-4C56-85A1-46E7828AF415}"/>
              </a:ext>
            </a:extLst>
          </p:cNvPr>
          <p:cNvSpPr>
            <a:spLocks noGrp="1"/>
          </p:cNvSpPr>
          <p:nvPr>
            <p:ph type="title"/>
          </p:nvPr>
        </p:nvSpPr>
        <p:spPr>
          <a:xfrm>
            <a:off x="316392" y="266371"/>
            <a:ext cx="10972800" cy="584775"/>
          </a:xfrm>
          <a:prstGeom prst="rect">
            <a:avLst/>
          </a:prstGeom>
        </p:spPr>
        <p:txBody>
          <a:bodyPr lIns="0" tIns="0" rIns="0" bIns="0"/>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sp>
        <p:nvSpPr>
          <p:cNvPr id="25" name="Content Placeholder 21">
            <a:extLst>
              <a:ext uri="{FF2B5EF4-FFF2-40B4-BE49-F238E27FC236}">
                <a16:creationId xmlns:a16="http://schemas.microsoft.com/office/drawing/2014/main" id="{442361EB-3A00-488E-A73E-65766E41F9EC}"/>
              </a:ext>
            </a:extLst>
          </p:cNvPr>
          <p:cNvSpPr>
            <a:spLocks noGrp="1"/>
          </p:cNvSpPr>
          <p:nvPr>
            <p:ph sz="quarter" idx="10"/>
          </p:nvPr>
        </p:nvSpPr>
        <p:spPr>
          <a:xfrm>
            <a:off x="316392" y="1238496"/>
            <a:ext cx="11558635" cy="246221"/>
          </a:xfrm>
          <a:prstGeom prst="rect">
            <a:avLst/>
          </a:prstGeom>
          <a:noFill/>
        </p:spPr>
        <p:txBody>
          <a:bodyPr wrap="square" lIns="0" tIns="0" rIns="0" bIns="0" rtlCol="0">
            <a:spAutoFit/>
          </a:bodyPr>
          <a:lstStyle>
            <a:lvl1pPr marL="0" indent="0">
              <a:lnSpc>
                <a:spcPct val="100000"/>
              </a:lnSpc>
              <a:spcBef>
                <a:spcPts val="0"/>
              </a:spcBef>
              <a:buNone/>
              <a:defRPr lang="en-US" sz="1600" dirty="0" smtClean="0">
                <a:latin typeface="+mn-lt"/>
                <a:cs typeface="Poppins Light" panose="00000400000000000000" pitchFamily="50" charset="0"/>
              </a:defRPr>
            </a:lvl1pPr>
            <a:lvl2pPr marL="2286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2pPr>
            <a:lvl3pPr marL="6858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3pPr>
            <a:lvl4pPr marL="11430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4pPr>
            <a:lvl5pPr marL="1600200" indent="0">
              <a:buNone/>
              <a:defRPr lang="en-IN" sz="1600" kern="1200" dirty="0" smtClean="0">
                <a:solidFill>
                  <a:schemeClr val="tx1"/>
                </a:solidFill>
                <a:latin typeface="Poppins Light" panose="00000400000000000000" pitchFamily="50" charset="0"/>
                <a:ea typeface="+mn-ea"/>
                <a:cs typeface="Poppins Light" panose="00000400000000000000" pitchFamily="50" charset="0"/>
              </a:defRPr>
            </a:lvl5pPr>
          </a:lstStyle>
          <a:p>
            <a:pPr marL="0" lvl="0"/>
            <a:r>
              <a:rPr lang="en-US"/>
              <a:t>Click to edit Master text styles</a:t>
            </a:r>
          </a:p>
        </p:txBody>
      </p:sp>
      <p:sp>
        <p:nvSpPr>
          <p:cNvPr id="15" name="Slide Number Placeholder 5">
            <a:extLst>
              <a:ext uri="{FF2B5EF4-FFF2-40B4-BE49-F238E27FC236}">
                <a16:creationId xmlns:a16="http://schemas.microsoft.com/office/drawing/2014/main" id="{802C5A8C-78F9-4251-B1C3-EC8C1C1DEBFB}"/>
              </a:ext>
            </a:extLst>
          </p:cNvPr>
          <p:cNvSpPr txBox="1">
            <a:spLocks/>
          </p:cNvSpPr>
          <p:nvPr userDrawn="1"/>
        </p:nvSpPr>
        <p:spPr>
          <a:xfrm>
            <a:off x="5905500" y="6499675"/>
            <a:ext cx="380999"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tint val="75000"/>
                  </a:schemeClr>
                </a:solidFill>
                <a:latin typeface="Poppins" panose="00000500000000000000" pitchFamily="50" charset="0"/>
                <a:ea typeface="+mn-ea"/>
                <a:cs typeface="Poppin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AF63893-4B0C-4F88-9650-53ECAF8C5052}" type="slidenum">
              <a:rPr kumimoji="0" lang="en-IN" sz="1000" b="0" i="0" u="none" strike="noStrike" kern="1200" cap="none" spc="0" normalizeH="0" baseline="0" noProof="0" smtClean="0">
                <a:ln>
                  <a:noFill/>
                </a:ln>
                <a:solidFill>
                  <a:prstClr val="black">
                    <a:tint val="75000"/>
                  </a:prstClr>
                </a:solidFill>
                <a:effectLst/>
                <a:uLnTx/>
                <a:uFillTx/>
                <a:latin typeface="Poppins" panose="00000500000000000000" pitchFamily="50" charset="0"/>
                <a:ea typeface="+mn-ea"/>
                <a:cs typeface="Poppins" panose="00000500000000000000"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IN" sz="1000" b="0" i="0" u="none" strike="noStrike" kern="1200" cap="none" spc="0" normalizeH="0" baseline="0" noProof="0">
              <a:ln>
                <a:noFill/>
              </a:ln>
              <a:solidFill>
                <a:prstClr val="black">
                  <a:tint val="75000"/>
                </a:prstClr>
              </a:solidFill>
              <a:effectLst/>
              <a:uLnTx/>
              <a:uFillTx/>
              <a:latin typeface="Poppins" panose="00000500000000000000" pitchFamily="50" charset="0"/>
              <a:ea typeface="+mn-ea"/>
              <a:cs typeface="Poppins" panose="00000500000000000000" pitchFamily="50" charset="0"/>
            </a:endParaRPr>
          </a:p>
        </p:txBody>
      </p:sp>
      <p:pic>
        <p:nvPicPr>
          <p:cNvPr id="2" name="Picture 1" descr="A orange and black letter t&#10;&#10;AI-generated content may be incorrect.">
            <a:extLst>
              <a:ext uri="{FF2B5EF4-FFF2-40B4-BE49-F238E27FC236}">
                <a16:creationId xmlns:a16="http://schemas.microsoft.com/office/drawing/2014/main" id="{CD369FCE-E746-7E5D-D445-7CBFA82779C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2252799616"/>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2_Content and Pic format 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7AAF12-0DAD-4BAA-9C53-437FC83EEB5C}"/>
              </a:ext>
            </a:extLst>
          </p:cNvPr>
          <p:cNvSpPr>
            <a:spLocks noGrp="1"/>
          </p:cNvSpPr>
          <p:nvPr>
            <p:ph type="pic" sz="quarter" idx="10"/>
          </p:nvPr>
        </p:nvSpPr>
        <p:spPr>
          <a:xfrm>
            <a:off x="1" y="51880"/>
            <a:ext cx="4800599" cy="6440542"/>
          </a:xfrm>
          <a:prstGeom prst="rect">
            <a:avLst/>
          </a:prstGeom>
          <a:solidFill>
            <a:srgbClr val="404040"/>
          </a:solidFill>
        </p:spPr>
        <p:txBody>
          <a:bodyPr anchor="ctr"/>
          <a:lstStyle>
            <a:lvl1pPr algn="ctr">
              <a:defRPr sz="1800">
                <a:solidFill>
                  <a:schemeClr val="bg1"/>
                </a:solidFill>
              </a:defRPr>
            </a:lvl1pPr>
          </a:lstStyle>
          <a:p>
            <a:endParaRPr lang="en-IN"/>
          </a:p>
        </p:txBody>
      </p:sp>
      <p:sp>
        <p:nvSpPr>
          <p:cNvPr id="63" name="TextBox 62">
            <a:extLst>
              <a:ext uri="{FF2B5EF4-FFF2-40B4-BE49-F238E27FC236}">
                <a16:creationId xmlns:a16="http://schemas.microsoft.com/office/drawing/2014/main" id="{986E6D9D-F4E3-4576-82C1-9B88B8920CDD}"/>
              </a:ext>
            </a:extLst>
          </p:cNvPr>
          <p:cNvSpPr txBox="1"/>
          <p:nvPr userDrawn="1"/>
        </p:nvSpPr>
        <p:spPr>
          <a:xfrm>
            <a:off x="0" y="6575289"/>
            <a:ext cx="3110147"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rPr>
              <a:t>© COPYRIGHT 2026, TREDENCE. ALL RIGHTS RESERVED</a:t>
            </a:r>
            <a:endParaRPr kumimoji="0" lang="en-IN"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endParaRPr>
          </a:p>
        </p:txBody>
      </p:sp>
      <p:grpSp>
        <p:nvGrpSpPr>
          <p:cNvPr id="64" name="Group 63">
            <a:extLst>
              <a:ext uri="{FF2B5EF4-FFF2-40B4-BE49-F238E27FC236}">
                <a16:creationId xmlns:a16="http://schemas.microsoft.com/office/drawing/2014/main" id="{3FC12268-4548-47B5-BBC2-C09560F75B85}"/>
              </a:ext>
            </a:extLst>
          </p:cNvPr>
          <p:cNvGrpSpPr/>
          <p:nvPr userDrawn="1"/>
        </p:nvGrpSpPr>
        <p:grpSpPr>
          <a:xfrm>
            <a:off x="5902296" y="6657690"/>
            <a:ext cx="387409" cy="0"/>
            <a:chOff x="5905144" y="6657690"/>
            <a:chExt cx="387409" cy="0"/>
          </a:xfrm>
        </p:grpSpPr>
        <p:cxnSp>
          <p:nvCxnSpPr>
            <p:cNvPr id="65" name="Straight Connector 64">
              <a:extLst>
                <a:ext uri="{FF2B5EF4-FFF2-40B4-BE49-F238E27FC236}">
                  <a16:creationId xmlns:a16="http://schemas.microsoft.com/office/drawing/2014/main" id="{F1D40E5A-CF6C-460B-A94D-67318400F0BE}"/>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258CC2-3A17-49B2-AC3E-392A5DB89165}"/>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3E669637-C2B2-4A48-B89D-5CE3053F408D}"/>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Slide Number Placeholder 5">
            <a:extLst>
              <a:ext uri="{FF2B5EF4-FFF2-40B4-BE49-F238E27FC236}">
                <a16:creationId xmlns:a16="http://schemas.microsoft.com/office/drawing/2014/main" id="{27262945-913D-445F-ADA6-A22C5A7ECFC3}"/>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AF63893-4B0C-4F88-9650-53ECAF8C5052}" type="slidenum">
              <a:rPr kumimoji="0" lang="en-IN" sz="1000" b="0" i="0" u="none" strike="noStrike" kern="1200" cap="none" spc="0" normalizeH="0" baseline="0" noProof="0" smtClean="0">
                <a:ln>
                  <a:noFill/>
                </a:ln>
                <a:solidFill>
                  <a:prstClr val="black">
                    <a:tint val="75000"/>
                  </a:prstClr>
                </a:solidFill>
                <a:effectLst/>
                <a:uLnTx/>
                <a:uFillTx/>
                <a:latin typeface="Poppins" panose="00000500000000000000" pitchFamily="50" charset="0"/>
                <a:ea typeface="+mn-ea"/>
                <a:cs typeface="Poppins" panose="00000500000000000000"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IN" sz="1000" b="0" i="0" u="none" strike="noStrike" kern="1200" cap="none" spc="0" normalizeH="0" baseline="0" noProof="0">
              <a:ln>
                <a:noFill/>
              </a:ln>
              <a:solidFill>
                <a:prstClr val="black">
                  <a:tint val="75000"/>
                </a:prstClr>
              </a:solidFill>
              <a:effectLst/>
              <a:uLnTx/>
              <a:uFillTx/>
              <a:latin typeface="Poppins" panose="00000500000000000000" pitchFamily="50" charset="0"/>
              <a:ea typeface="+mn-ea"/>
              <a:cs typeface="Poppins" panose="00000500000000000000" pitchFamily="50" charset="0"/>
            </a:endParaRPr>
          </a:p>
        </p:txBody>
      </p:sp>
      <p:pic>
        <p:nvPicPr>
          <p:cNvPr id="43" name="Graphic 42">
            <a:extLst>
              <a:ext uri="{FF2B5EF4-FFF2-40B4-BE49-F238E27FC236}">
                <a16:creationId xmlns:a16="http://schemas.microsoft.com/office/drawing/2014/main" id="{8D85D37F-D8C4-4588-9C7A-DC96328B8E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4" name="Rectangle 43">
            <a:extLst>
              <a:ext uri="{FF2B5EF4-FFF2-40B4-BE49-F238E27FC236}">
                <a16:creationId xmlns:a16="http://schemas.microsoft.com/office/drawing/2014/main" id="{D0FECF5D-5389-40B1-8A7A-D5D67CB60D1C}"/>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45" name="Rectangle 44">
            <a:extLst>
              <a:ext uri="{FF2B5EF4-FFF2-40B4-BE49-F238E27FC236}">
                <a16:creationId xmlns:a16="http://schemas.microsoft.com/office/drawing/2014/main" id="{1E50B8DE-5F4F-4E4C-BC15-E90DA0B7B8F3}"/>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46" name="Rectangle 45">
            <a:extLst>
              <a:ext uri="{FF2B5EF4-FFF2-40B4-BE49-F238E27FC236}">
                <a16:creationId xmlns:a16="http://schemas.microsoft.com/office/drawing/2014/main" id="{1E2B0731-C61E-48B7-911B-9DE9091BC7F1}"/>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Poppins"/>
              <a:ea typeface="+mn-ea"/>
              <a:cs typeface="+mn-cs"/>
            </a:endParaRPr>
          </a:p>
        </p:txBody>
      </p:sp>
      <p:sp>
        <p:nvSpPr>
          <p:cNvPr id="14" name="Title 18">
            <a:extLst>
              <a:ext uri="{FF2B5EF4-FFF2-40B4-BE49-F238E27FC236}">
                <a16:creationId xmlns:a16="http://schemas.microsoft.com/office/drawing/2014/main" id="{6A2C15B2-A537-4F00-9BC0-8291BFD0668A}"/>
              </a:ext>
            </a:extLst>
          </p:cNvPr>
          <p:cNvSpPr>
            <a:spLocks noGrp="1"/>
          </p:cNvSpPr>
          <p:nvPr>
            <p:ph type="title"/>
          </p:nvPr>
        </p:nvSpPr>
        <p:spPr>
          <a:xfrm>
            <a:off x="5491778" y="266371"/>
            <a:ext cx="5767944" cy="856017"/>
          </a:xfrm>
          <a:prstGeom prst="rect">
            <a:avLst/>
          </a:prstGeom>
        </p:spPr>
        <p:txBody>
          <a:bodyPr/>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pic>
        <p:nvPicPr>
          <p:cNvPr id="2" name="Picture 1" descr="A orange and black letter t&#10;&#10;AI-generated content may be incorrect.">
            <a:extLst>
              <a:ext uri="{FF2B5EF4-FFF2-40B4-BE49-F238E27FC236}">
                <a16:creationId xmlns:a16="http://schemas.microsoft.com/office/drawing/2014/main" id="{BFADD2B3-D730-97D9-39C0-10EB838347E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2764157346"/>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imeline layout 1">
    <p:spTree>
      <p:nvGrpSpPr>
        <p:cNvPr id="1" name=""/>
        <p:cNvGrpSpPr/>
        <p:nvPr/>
      </p:nvGrpSpPr>
      <p:grpSpPr>
        <a:xfrm>
          <a:off x="0" y="0"/>
          <a:ext cx="0" cy="0"/>
          <a:chOff x="0" y="0"/>
          <a:chExt cx="0" cy="0"/>
        </a:xfrm>
      </p:grpSpPr>
      <p:sp>
        <p:nvSpPr>
          <p:cNvPr id="18" name="Picture Placeholder 4">
            <a:extLst>
              <a:ext uri="{FF2B5EF4-FFF2-40B4-BE49-F238E27FC236}">
                <a16:creationId xmlns:a16="http://schemas.microsoft.com/office/drawing/2014/main" id="{8E37D91B-02FC-42F1-9A7B-FD8C8A963888}"/>
              </a:ext>
            </a:extLst>
          </p:cNvPr>
          <p:cNvSpPr>
            <a:spLocks noGrp="1"/>
          </p:cNvSpPr>
          <p:nvPr>
            <p:ph type="pic" sz="quarter" idx="12"/>
          </p:nvPr>
        </p:nvSpPr>
        <p:spPr>
          <a:xfrm>
            <a:off x="0" y="0"/>
            <a:ext cx="12192000" cy="3213099"/>
          </a:xfrm>
          <a:prstGeom prst="rect">
            <a:avLst/>
          </a:prstGeom>
          <a:solidFill>
            <a:schemeClr val="tx1">
              <a:lumMod val="65000"/>
              <a:lumOff val="35000"/>
            </a:schemeClr>
          </a:solidFill>
        </p:spPr>
        <p:txBody>
          <a:bodyPr anchor="ctr"/>
          <a:lstStyle>
            <a:lvl1pPr algn="ctr">
              <a:defRPr sz="1600">
                <a:solidFill>
                  <a:schemeClr val="bg1"/>
                </a:solidFill>
              </a:defRPr>
            </a:lvl1pPr>
          </a:lstStyle>
          <a:p>
            <a:endParaRPr lang="en-IN"/>
          </a:p>
        </p:txBody>
      </p:sp>
      <p:sp>
        <p:nvSpPr>
          <p:cNvPr id="63" name="TextBox 62">
            <a:extLst>
              <a:ext uri="{FF2B5EF4-FFF2-40B4-BE49-F238E27FC236}">
                <a16:creationId xmlns:a16="http://schemas.microsoft.com/office/drawing/2014/main" id="{986E6D9D-F4E3-4576-82C1-9B88B8920CDD}"/>
              </a:ext>
            </a:extLst>
          </p:cNvPr>
          <p:cNvSpPr txBox="1"/>
          <p:nvPr userDrawn="1"/>
        </p:nvSpPr>
        <p:spPr>
          <a:xfrm>
            <a:off x="0" y="6575289"/>
            <a:ext cx="3110147"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rPr>
              <a:t>© COPYRIGHT 2026, TREDENCE. ALL RIGHTS RESERVED</a:t>
            </a:r>
            <a:endParaRPr kumimoji="0" lang="en-IN"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endParaRPr>
          </a:p>
        </p:txBody>
      </p:sp>
      <p:grpSp>
        <p:nvGrpSpPr>
          <p:cNvPr id="64" name="Group 63">
            <a:extLst>
              <a:ext uri="{FF2B5EF4-FFF2-40B4-BE49-F238E27FC236}">
                <a16:creationId xmlns:a16="http://schemas.microsoft.com/office/drawing/2014/main" id="{3FC12268-4548-47B5-BBC2-C09560F75B85}"/>
              </a:ext>
            </a:extLst>
          </p:cNvPr>
          <p:cNvGrpSpPr/>
          <p:nvPr userDrawn="1"/>
        </p:nvGrpSpPr>
        <p:grpSpPr>
          <a:xfrm>
            <a:off x="5902296" y="6657690"/>
            <a:ext cx="387409" cy="0"/>
            <a:chOff x="5905144" y="6657690"/>
            <a:chExt cx="387409" cy="0"/>
          </a:xfrm>
        </p:grpSpPr>
        <p:cxnSp>
          <p:nvCxnSpPr>
            <p:cNvPr id="65" name="Straight Connector 64">
              <a:extLst>
                <a:ext uri="{FF2B5EF4-FFF2-40B4-BE49-F238E27FC236}">
                  <a16:creationId xmlns:a16="http://schemas.microsoft.com/office/drawing/2014/main" id="{F1D40E5A-CF6C-460B-A94D-67318400F0BE}"/>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258CC2-3A17-49B2-AC3E-392A5DB89165}"/>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3E669637-C2B2-4A48-B89D-5CE3053F408D}"/>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Slide Number Placeholder 5">
            <a:extLst>
              <a:ext uri="{FF2B5EF4-FFF2-40B4-BE49-F238E27FC236}">
                <a16:creationId xmlns:a16="http://schemas.microsoft.com/office/drawing/2014/main" id="{27262945-913D-445F-ADA6-A22C5A7ECFC3}"/>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AF63893-4B0C-4F88-9650-53ECAF8C5052}" type="slidenum">
              <a:rPr kumimoji="0" lang="en-IN" sz="1000" b="0" i="0" u="none" strike="noStrike" kern="1200" cap="none" spc="0" normalizeH="0" baseline="0" noProof="0" smtClean="0">
                <a:ln>
                  <a:noFill/>
                </a:ln>
                <a:solidFill>
                  <a:prstClr val="black">
                    <a:tint val="75000"/>
                  </a:prstClr>
                </a:solidFill>
                <a:effectLst/>
                <a:uLnTx/>
                <a:uFillTx/>
                <a:latin typeface="Poppins" panose="00000500000000000000" pitchFamily="50" charset="0"/>
                <a:ea typeface="+mn-ea"/>
                <a:cs typeface="Poppins" panose="00000500000000000000"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IN" sz="1000" b="0" i="0" u="none" strike="noStrike" kern="1200" cap="none" spc="0" normalizeH="0" baseline="0" noProof="0">
              <a:ln>
                <a:noFill/>
              </a:ln>
              <a:solidFill>
                <a:prstClr val="black">
                  <a:tint val="75000"/>
                </a:prstClr>
              </a:solidFill>
              <a:effectLst/>
              <a:uLnTx/>
              <a:uFillTx/>
              <a:latin typeface="Poppins" panose="00000500000000000000" pitchFamily="50" charset="0"/>
              <a:ea typeface="+mn-ea"/>
              <a:cs typeface="Poppins" panose="00000500000000000000" pitchFamily="50" charset="0"/>
            </a:endParaRPr>
          </a:p>
        </p:txBody>
      </p:sp>
      <p:sp>
        <p:nvSpPr>
          <p:cNvPr id="30" name="Title 18">
            <a:extLst>
              <a:ext uri="{FF2B5EF4-FFF2-40B4-BE49-F238E27FC236}">
                <a16:creationId xmlns:a16="http://schemas.microsoft.com/office/drawing/2014/main" id="{6D116BA0-A4CD-43AC-9E0C-B9621E19A87E}"/>
              </a:ext>
            </a:extLst>
          </p:cNvPr>
          <p:cNvSpPr>
            <a:spLocks noGrp="1"/>
          </p:cNvSpPr>
          <p:nvPr>
            <p:ph type="title"/>
          </p:nvPr>
        </p:nvSpPr>
        <p:spPr>
          <a:xfrm>
            <a:off x="296458" y="2088337"/>
            <a:ext cx="11599084" cy="604781"/>
          </a:xfrm>
          <a:prstGeom prst="rect">
            <a:avLst/>
          </a:prstGeom>
          <a:noFill/>
        </p:spPr>
        <p:txBody>
          <a:bodyPr wrap="square" rtlCol="0">
            <a:spAutoFit/>
          </a:bodyPr>
          <a:lstStyle>
            <a:lvl1pPr algn="ctr">
              <a:defRPr lang="en-IN" sz="3600" b="1" dirty="0">
                <a:solidFill>
                  <a:schemeClr val="bg1"/>
                </a:solidFill>
                <a:latin typeface="Poppins" panose="00000500000000000000" pitchFamily="50" charset="0"/>
                <a:ea typeface="+mn-ea"/>
                <a:cs typeface="Poppins" panose="00000500000000000000" pitchFamily="50" charset="0"/>
              </a:defRPr>
            </a:lvl1pPr>
          </a:lstStyle>
          <a:p>
            <a:pPr marL="0" lvl="0" algn="ctr"/>
            <a:r>
              <a:rPr lang="en-US"/>
              <a:t>Click to edit Master title style</a:t>
            </a:r>
            <a:endParaRPr lang="en-IN"/>
          </a:p>
        </p:txBody>
      </p:sp>
      <p:pic>
        <p:nvPicPr>
          <p:cNvPr id="2" name="Picture 1" descr="A orange and black letter t&#10;&#10;AI-generated content may be incorrect.">
            <a:extLst>
              <a:ext uri="{FF2B5EF4-FFF2-40B4-BE49-F238E27FC236}">
                <a16:creationId xmlns:a16="http://schemas.microsoft.com/office/drawing/2014/main" id="{C9C24F7C-6A8D-F652-518E-7E2B8FC70A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3602330453"/>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7_Title and Body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Title 18">
            <a:extLst>
              <a:ext uri="{FF2B5EF4-FFF2-40B4-BE49-F238E27FC236}">
                <a16:creationId xmlns:a16="http://schemas.microsoft.com/office/drawing/2014/main" id="{7725916F-093B-4C56-85A1-46E7828AF415}"/>
              </a:ext>
            </a:extLst>
          </p:cNvPr>
          <p:cNvSpPr>
            <a:spLocks noGrp="1"/>
          </p:cNvSpPr>
          <p:nvPr>
            <p:ph type="title"/>
          </p:nvPr>
        </p:nvSpPr>
        <p:spPr>
          <a:xfrm>
            <a:off x="316392" y="266371"/>
            <a:ext cx="10972800" cy="584775"/>
          </a:xfrm>
          <a:prstGeom prst="rect">
            <a:avLst/>
          </a:prstGeom>
        </p:spPr>
        <p:txBody>
          <a:bodyPr lIns="0" tIns="0" rIns="0" bIns="0"/>
          <a:lstStyle>
            <a:lvl1pPr>
              <a:lnSpc>
                <a:spcPct val="100000"/>
              </a:lnSpc>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sp>
        <p:nvSpPr>
          <p:cNvPr id="25" name="Content Placeholder 21">
            <a:extLst>
              <a:ext uri="{FF2B5EF4-FFF2-40B4-BE49-F238E27FC236}">
                <a16:creationId xmlns:a16="http://schemas.microsoft.com/office/drawing/2014/main" id="{442361EB-3A00-488E-A73E-65766E41F9EC}"/>
              </a:ext>
            </a:extLst>
          </p:cNvPr>
          <p:cNvSpPr>
            <a:spLocks noGrp="1"/>
          </p:cNvSpPr>
          <p:nvPr>
            <p:ph sz="quarter" idx="10"/>
          </p:nvPr>
        </p:nvSpPr>
        <p:spPr>
          <a:xfrm>
            <a:off x="316392" y="1047698"/>
            <a:ext cx="11558635" cy="5212080"/>
          </a:xfrm>
          <a:prstGeom prst="rect">
            <a:avLst/>
          </a:prstGeom>
          <a:noFill/>
        </p:spPr>
        <p:txBody>
          <a:bodyPr wrap="square" lIns="0" tIns="0" rIns="0" rtlCol="0">
            <a:spAutoFit/>
          </a:bodyPr>
          <a:lstStyle>
            <a:lvl1pPr marL="0" indent="0">
              <a:lnSpc>
                <a:spcPct val="100000"/>
              </a:lnSpc>
              <a:spcBef>
                <a:spcPts val="0"/>
              </a:spcBef>
              <a:buNone/>
              <a:defRPr lang="en-US" sz="1600" dirty="0" smtClean="0">
                <a:latin typeface="+mn-lt"/>
                <a:cs typeface="Poppins Light" panose="00000400000000000000" pitchFamily="50" charset="0"/>
              </a:defRPr>
            </a:lvl1pPr>
            <a:lvl2pPr marL="2286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2pPr>
            <a:lvl3pPr marL="6858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3pPr>
            <a:lvl4pPr marL="1143000" indent="0">
              <a:buNone/>
              <a:defRPr lang="en-US" sz="1600" kern="1200" dirty="0" smtClean="0">
                <a:solidFill>
                  <a:schemeClr val="tx1"/>
                </a:solidFill>
                <a:latin typeface="Poppins Light" panose="00000400000000000000" pitchFamily="50" charset="0"/>
                <a:ea typeface="+mn-ea"/>
                <a:cs typeface="Poppins Light" panose="00000400000000000000" pitchFamily="50" charset="0"/>
              </a:defRPr>
            </a:lvl4pPr>
            <a:lvl5pPr marL="1600200" indent="0">
              <a:buNone/>
              <a:defRPr lang="en-IN" sz="1600" kern="1200" dirty="0" smtClean="0">
                <a:solidFill>
                  <a:schemeClr val="tx1"/>
                </a:solidFill>
                <a:latin typeface="Poppins Light" panose="00000400000000000000" pitchFamily="50" charset="0"/>
                <a:ea typeface="+mn-ea"/>
                <a:cs typeface="Poppins Light" panose="00000400000000000000" pitchFamily="50" charset="0"/>
              </a:defRPr>
            </a:lvl5pPr>
          </a:lstStyle>
          <a:p>
            <a:pPr marL="0" lvl="0"/>
            <a:r>
              <a:rPr lang="en-US"/>
              <a:t>Click to edit Master text styles</a:t>
            </a:r>
          </a:p>
        </p:txBody>
      </p:sp>
      <p:sp>
        <p:nvSpPr>
          <p:cNvPr id="15" name="Slide Number Placeholder 5">
            <a:extLst>
              <a:ext uri="{FF2B5EF4-FFF2-40B4-BE49-F238E27FC236}">
                <a16:creationId xmlns:a16="http://schemas.microsoft.com/office/drawing/2014/main" id="{495D815A-238B-42F6-BF10-C09FC9FDF42C}"/>
              </a:ext>
            </a:extLst>
          </p:cNvPr>
          <p:cNvSpPr txBox="1">
            <a:spLocks/>
          </p:cNvSpPr>
          <p:nvPr userDrawn="1"/>
        </p:nvSpPr>
        <p:spPr>
          <a:xfrm>
            <a:off x="5910580" y="6519497"/>
            <a:ext cx="370839" cy="320675"/>
          </a:xfrm>
          <a:prstGeom prst="rect">
            <a:avLst/>
          </a:prstGeom>
        </p:spPr>
        <p:txBody>
          <a:bodyPr vert="horz" lIns="91440" tIns="45720" rIns="91440" bIns="45720" rtlCol="0" anchor="ctr"/>
          <a:lstStyle>
            <a:defPPr>
              <a:defRPr lang="en-US"/>
            </a:defPPr>
            <a:lvl1pPr marR="0" lvl="0" indent="0" algn="ctr" fontAlgn="auto">
              <a:lnSpc>
                <a:spcPct val="100000"/>
              </a:lnSpc>
              <a:spcBef>
                <a:spcPts val="0"/>
              </a:spcBef>
              <a:spcAft>
                <a:spcPts val="0"/>
              </a:spcAft>
              <a:buClrTx/>
              <a:buSzTx/>
              <a:buFontTx/>
              <a:buNone/>
              <a:tabLst/>
              <a:defRPr kumimoji="0" sz="1000" b="0" i="0" u="none" strike="noStrike" cap="none" spc="0" normalizeH="0" baseline="0">
                <a:ln>
                  <a:noFill/>
                </a:ln>
                <a:solidFill>
                  <a:prstClr val="black">
                    <a:tint val="75000"/>
                  </a:prstClr>
                </a:solidFill>
                <a:effectLst/>
                <a:uLnTx/>
                <a:uFillTx/>
                <a:latin typeface="Poppins" panose="00000500000000000000" pitchFamily="50" charset="0"/>
                <a:cs typeface="Poppin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02F1BAAA-A48A-40C0-B2BB-2E1ADAB78EF4}" type="slidenum">
              <a:rPr lang="en-US" smtClean="0"/>
              <a:pPr lvl="0"/>
              <a:t>‹#›</a:t>
            </a:fld>
            <a:endParaRPr lang="en-US"/>
          </a:p>
        </p:txBody>
      </p:sp>
      <p:pic>
        <p:nvPicPr>
          <p:cNvPr id="2" name="Picture 1" descr="A orange and black letter t&#10;&#10;AI-generated content may be incorrect.">
            <a:extLst>
              <a:ext uri="{FF2B5EF4-FFF2-40B4-BE49-F238E27FC236}">
                <a16:creationId xmlns:a16="http://schemas.microsoft.com/office/drawing/2014/main" id="{B7F185F0-AED8-1DF2-DC26-92C58BFB071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2657001062"/>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Timeline layout 4">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17637F0D-E93D-4FB8-95FA-64686B9ECC05}"/>
              </a:ext>
            </a:extLst>
          </p:cNvPr>
          <p:cNvSpPr>
            <a:spLocks noGrp="1"/>
          </p:cNvSpPr>
          <p:nvPr>
            <p:ph type="pic" sz="quarter" idx="10"/>
          </p:nvPr>
        </p:nvSpPr>
        <p:spPr>
          <a:xfrm>
            <a:off x="5462588" y="1370013"/>
            <a:ext cx="6729412" cy="2405062"/>
          </a:xfrm>
          <a:prstGeom prst="rect">
            <a:avLst/>
          </a:prstGeom>
          <a:solidFill>
            <a:srgbClr val="404040"/>
          </a:solidFill>
        </p:spPr>
        <p:txBody>
          <a:bodyPr anchor="ctr"/>
          <a:lstStyle>
            <a:lvl1pPr algn="ctr">
              <a:defRPr sz="1400">
                <a:solidFill>
                  <a:schemeClr val="bg1"/>
                </a:solidFill>
              </a:defRPr>
            </a:lvl1pPr>
          </a:lstStyle>
          <a:p>
            <a:endParaRPr lang="en-IN"/>
          </a:p>
        </p:txBody>
      </p:sp>
      <p:pic>
        <p:nvPicPr>
          <p:cNvPr id="6" name="Graphic 5">
            <a:extLst>
              <a:ext uri="{FF2B5EF4-FFF2-40B4-BE49-F238E27FC236}">
                <a16:creationId xmlns:a16="http://schemas.microsoft.com/office/drawing/2014/main" id="{306EA5ED-3A95-48FF-904C-582DFE81F0A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1" y="4714243"/>
            <a:ext cx="3310131" cy="773396"/>
          </a:xfrm>
          <a:prstGeom prst="rect">
            <a:avLst/>
          </a:prstGeom>
        </p:spPr>
      </p:pic>
      <p:sp>
        <p:nvSpPr>
          <p:cNvPr id="30" name="Title 18">
            <a:extLst>
              <a:ext uri="{FF2B5EF4-FFF2-40B4-BE49-F238E27FC236}">
                <a16:creationId xmlns:a16="http://schemas.microsoft.com/office/drawing/2014/main" id="{19DC3634-D812-4C26-B03B-CBF01B10962C}"/>
              </a:ext>
            </a:extLst>
          </p:cNvPr>
          <p:cNvSpPr>
            <a:spLocks noGrp="1"/>
          </p:cNvSpPr>
          <p:nvPr>
            <p:ph type="title"/>
          </p:nvPr>
        </p:nvSpPr>
        <p:spPr>
          <a:xfrm>
            <a:off x="329184" y="266371"/>
            <a:ext cx="10972800" cy="584775"/>
          </a:xfrm>
          <a:prstGeom prst="rect">
            <a:avLst/>
          </a:prstGeom>
        </p:spPr>
        <p:txBody>
          <a:bodyPr lIns="0" tIns="0" rIns="0" bIns="0"/>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sp>
        <p:nvSpPr>
          <p:cNvPr id="33" name="TextBox 32">
            <a:extLst>
              <a:ext uri="{FF2B5EF4-FFF2-40B4-BE49-F238E27FC236}">
                <a16:creationId xmlns:a16="http://schemas.microsoft.com/office/drawing/2014/main" id="{E129254D-0F79-41A8-B762-8CE60E83EF63}"/>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34" name="Group 33">
            <a:extLst>
              <a:ext uri="{FF2B5EF4-FFF2-40B4-BE49-F238E27FC236}">
                <a16:creationId xmlns:a16="http://schemas.microsoft.com/office/drawing/2014/main" id="{80DD667F-9CB4-4E98-B371-A69A1EDBF93E}"/>
              </a:ext>
            </a:extLst>
          </p:cNvPr>
          <p:cNvGrpSpPr/>
          <p:nvPr userDrawn="1"/>
        </p:nvGrpSpPr>
        <p:grpSpPr>
          <a:xfrm>
            <a:off x="5902296" y="6657690"/>
            <a:ext cx="387409" cy="0"/>
            <a:chOff x="5905144" y="6657690"/>
            <a:chExt cx="387409" cy="0"/>
          </a:xfrm>
        </p:grpSpPr>
        <p:cxnSp>
          <p:nvCxnSpPr>
            <p:cNvPr id="35" name="Straight Connector 34">
              <a:extLst>
                <a:ext uri="{FF2B5EF4-FFF2-40B4-BE49-F238E27FC236}">
                  <a16:creationId xmlns:a16="http://schemas.microsoft.com/office/drawing/2014/main" id="{C04599BA-4E7F-4218-9FB8-9EFE5F2187E5}"/>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E592C6A-6837-4727-AC5A-06AF5038F44C}"/>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67AB2C7C-88A6-4B2F-9A84-92183FA7B6FB}"/>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Picture Placeholder 2">
            <a:extLst>
              <a:ext uri="{FF2B5EF4-FFF2-40B4-BE49-F238E27FC236}">
                <a16:creationId xmlns:a16="http://schemas.microsoft.com/office/drawing/2014/main" id="{0AD0189B-7A91-4F16-AE04-0B87C41C1CD9}"/>
              </a:ext>
            </a:extLst>
          </p:cNvPr>
          <p:cNvSpPr>
            <a:spLocks noGrp="1"/>
          </p:cNvSpPr>
          <p:nvPr>
            <p:ph type="pic" sz="quarter" idx="14" hasCustomPrompt="1"/>
          </p:nvPr>
        </p:nvSpPr>
        <p:spPr>
          <a:xfrm>
            <a:off x="149660" y="4824135"/>
            <a:ext cx="641350" cy="553613"/>
          </a:xfrm>
          <a:prstGeom prst="rect">
            <a:avLst/>
          </a:prstGeom>
          <a:noFill/>
        </p:spPr>
        <p:txBody>
          <a:bodyPr wrap="square" rtlCol="0">
            <a:spAutoFit/>
          </a:bodyPr>
          <a:lstStyle>
            <a:lvl1pPr marL="0" indent="0">
              <a:buNone/>
              <a:defRPr lang="en-IN" sz="1100" dirty="0">
                <a:latin typeface="Poppins Light" panose="00000400000000000000" pitchFamily="50" charset="0"/>
                <a:cs typeface="Poppins Light" panose="00000400000000000000" pitchFamily="50" charset="0"/>
              </a:defRPr>
            </a:lvl1pPr>
          </a:lstStyle>
          <a:p>
            <a:pPr marL="0" lvl="0" algn="ctr"/>
            <a:r>
              <a:rPr lang="en-US"/>
              <a:t>Click to add icon</a:t>
            </a:r>
            <a:endParaRPr lang="en-IN"/>
          </a:p>
        </p:txBody>
      </p:sp>
      <p:sp>
        <p:nvSpPr>
          <p:cNvPr id="43" name="Text Placeholder 10">
            <a:extLst>
              <a:ext uri="{FF2B5EF4-FFF2-40B4-BE49-F238E27FC236}">
                <a16:creationId xmlns:a16="http://schemas.microsoft.com/office/drawing/2014/main" id="{5242A912-F45D-452D-A091-EF71F80274FD}"/>
              </a:ext>
            </a:extLst>
          </p:cNvPr>
          <p:cNvSpPr>
            <a:spLocks noGrp="1"/>
          </p:cNvSpPr>
          <p:nvPr>
            <p:ph type="body" sz="quarter" idx="13" hasCustomPrompt="1"/>
          </p:nvPr>
        </p:nvSpPr>
        <p:spPr>
          <a:xfrm>
            <a:off x="927597" y="4834920"/>
            <a:ext cx="1933401" cy="541687"/>
          </a:xfrm>
          <a:prstGeom prst="rect">
            <a:avLst/>
          </a:prstGeom>
          <a:noFill/>
        </p:spPr>
        <p:txBody>
          <a:bodyPr wrap="square" rtlCol="0">
            <a:spAutoFit/>
          </a:bodyPr>
          <a:lstStyle>
            <a:lvl1pPr marL="0" indent="0">
              <a:buNone/>
              <a:defRPr lang="en-US" sz="1600" smtClean="0">
                <a:solidFill>
                  <a:schemeClr val="bg1"/>
                </a:solidFill>
                <a:latin typeface="Poppins SemiBold" panose="00000700000000000000" pitchFamily="50" charset="0"/>
                <a:cs typeface="Poppins SemiBold" panose="00000700000000000000" pitchFamily="50" charset="0"/>
              </a:defRPr>
            </a:lvl1pPr>
            <a:lvl2pPr>
              <a:defRPr lang="en-US" sz="1800" smtClean="0"/>
            </a:lvl2pPr>
            <a:lvl3pPr>
              <a:defRPr lang="en-US" sz="1800" smtClean="0"/>
            </a:lvl3pPr>
            <a:lvl4pPr>
              <a:defRPr lang="en-US" smtClean="0"/>
            </a:lvl4pPr>
            <a:lvl5pPr>
              <a:defRPr lang="en-IN"/>
            </a:lvl5pPr>
          </a:lstStyle>
          <a:p>
            <a:pPr marL="0" lvl="0"/>
            <a:r>
              <a:rPr lang="en-US"/>
              <a:t>Click to edit Sub Heading text</a:t>
            </a:r>
            <a:endParaRPr lang="en-IN"/>
          </a:p>
        </p:txBody>
      </p:sp>
      <p:pic>
        <p:nvPicPr>
          <p:cNvPr id="16" name="Graphic 15">
            <a:extLst>
              <a:ext uri="{FF2B5EF4-FFF2-40B4-BE49-F238E27FC236}">
                <a16:creationId xmlns:a16="http://schemas.microsoft.com/office/drawing/2014/main" id="{900F911A-1163-4A2D-B956-181496C909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23952" y="0"/>
            <a:ext cx="12192000" cy="55002"/>
          </a:xfrm>
          <a:prstGeom prst="rect">
            <a:avLst/>
          </a:prstGeom>
        </p:spPr>
      </p:pic>
      <p:sp>
        <p:nvSpPr>
          <p:cNvPr id="17" name="Rectangle 16">
            <a:extLst>
              <a:ext uri="{FF2B5EF4-FFF2-40B4-BE49-F238E27FC236}">
                <a16:creationId xmlns:a16="http://schemas.microsoft.com/office/drawing/2014/main" id="{429758B4-C7EE-4503-AC71-C994AF711B33}"/>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1879B214-784E-4C25-B8F0-E4D960477831}"/>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49048266-5D12-4EC0-8AEC-C0866A60D524}"/>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Slide Number Placeholder 5">
            <a:extLst>
              <a:ext uri="{FF2B5EF4-FFF2-40B4-BE49-F238E27FC236}">
                <a16:creationId xmlns:a16="http://schemas.microsoft.com/office/drawing/2014/main" id="{AC8D8BA1-A399-4C9A-ACB2-2FB8F91DC65A}"/>
              </a:ext>
            </a:extLst>
          </p:cNvPr>
          <p:cNvSpPr txBox="1">
            <a:spLocks/>
          </p:cNvSpPr>
          <p:nvPr userDrawn="1"/>
        </p:nvSpPr>
        <p:spPr>
          <a:xfrm>
            <a:off x="5905500" y="6499675"/>
            <a:ext cx="380999"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tint val="75000"/>
                  </a:schemeClr>
                </a:solidFill>
                <a:latin typeface="Poppins" panose="00000500000000000000" pitchFamily="50" charset="0"/>
                <a:ea typeface="+mn-ea"/>
                <a:cs typeface="Poppins" panose="00000500000000000000" pitchFamily="5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FAF63893-4B0C-4F88-9650-53ECAF8C5052}" type="slidenum">
              <a:rPr kumimoji="0" lang="en-IN" sz="1000" b="0" i="0" u="none" strike="noStrike" kern="1200" cap="none" spc="0" normalizeH="0" baseline="0" noProof="0" smtClean="0">
                <a:ln>
                  <a:noFill/>
                </a:ln>
                <a:solidFill>
                  <a:prstClr val="black">
                    <a:tint val="75000"/>
                  </a:prstClr>
                </a:solidFill>
                <a:effectLst/>
                <a:uLnTx/>
                <a:uFillTx/>
                <a:latin typeface="Poppins" panose="00000500000000000000" pitchFamily="50" charset="0"/>
                <a:ea typeface="+mn-ea"/>
                <a:cs typeface="Poppins" panose="00000500000000000000"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IN" sz="1000" b="0" i="0" u="none" strike="noStrike" kern="1200" cap="none" spc="0" normalizeH="0" baseline="0" noProof="0">
              <a:ln>
                <a:noFill/>
              </a:ln>
              <a:solidFill>
                <a:prstClr val="black">
                  <a:tint val="75000"/>
                </a:prstClr>
              </a:solidFill>
              <a:effectLst/>
              <a:uLnTx/>
              <a:uFillTx/>
              <a:latin typeface="Poppins" panose="00000500000000000000" pitchFamily="50" charset="0"/>
              <a:ea typeface="+mn-ea"/>
              <a:cs typeface="Poppins" panose="00000500000000000000" pitchFamily="50" charset="0"/>
            </a:endParaRPr>
          </a:p>
        </p:txBody>
      </p:sp>
      <p:pic>
        <p:nvPicPr>
          <p:cNvPr id="2" name="Picture 1" descr="A orange and black letter t&#10;&#10;AI-generated content may be incorrect.">
            <a:extLst>
              <a:ext uri="{FF2B5EF4-FFF2-40B4-BE49-F238E27FC236}">
                <a16:creationId xmlns:a16="http://schemas.microsoft.com/office/drawing/2014/main" id="{F7B0337E-3487-76F9-B478-D8EA9D8183B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4256038309"/>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4_Blank Slide with Footer">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rPr>
              <a:t>© COPYRIGHT 2026, TREDENCE. ALL RIGHTS RESERVED</a:t>
            </a:r>
            <a:endParaRPr kumimoji="0" lang="en-IN" sz="900" b="0" i="0" u="none" strike="noStrike" kern="1200" cap="none" spc="0" normalizeH="0" baseline="0" noProof="0">
              <a:ln>
                <a:noFill/>
              </a:ln>
              <a:solidFill>
                <a:prstClr val="black">
                  <a:lumMod val="50000"/>
                  <a:lumOff val="50000"/>
                </a:prstClr>
              </a:solidFill>
              <a:effectLst/>
              <a:uLnTx/>
              <a:uFillTx/>
              <a:latin typeface="Poppins" panose="00000500000000000000" pitchFamily="50" charset="0"/>
              <a:ea typeface="+mn-ea"/>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796BD318-BFA6-4162-A9E6-3340BD627710}"/>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AF63893-4B0C-4F88-9650-53ECAF8C5052}" type="slidenum">
              <a:rPr kumimoji="0" lang="en-IN" sz="1000" b="0" i="0" u="none" strike="noStrike" kern="1200" cap="none" spc="0" normalizeH="0" baseline="0" noProof="0" smtClean="0">
                <a:ln>
                  <a:noFill/>
                </a:ln>
                <a:solidFill>
                  <a:prstClr val="black">
                    <a:tint val="75000"/>
                  </a:prstClr>
                </a:solidFill>
                <a:effectLst/>
                <a:uLnTx/>
                <a:uFillTx/>
                <a:latin typeface="Poppins" panose="00000500000000000000" pitchFamily="50" charset="0"/>
                <a:ea typeface="+mn-ea"/>
                <a:cs typeface="Poppins" panose="00000500000000000000" pitchFamily="50"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IN" sz="1000" b="0" i="0" u="none" strike="noStrike" kern="1200" cap="none" spc="0" normalizeH="0" baseline="0" noProof="0">
              <a:ln>
                <a:noFill/>
              </a:ln>
              <a:solidFill>
                <a:prstClr val="black">
                  <a:tint val="75000"/>
                </a:prstClr>
              </a:solidFill>
              <a:effectLst/>
              <a:uLnTx/>
              <a:uFillTx/>
              <a:latin typeface="Poppins" panose="00000500000000000000" pitchFamily="50" charset="0"/>
              <a:ea typeface="+mn-ea"/>
              <a:cs typeface="Poppins" panose="00000500000000000000" pitchFamily="50" charset="0"/>
            </a:endParaRPr>
          </a:p>
        </p:txBody>
      </p:sp>
      <p:sp>
        <p:nvSpPr>
          <p:cNvPr id="14" name="Title 18">
            <a:extLst>
              <a:ext uri="{FF2B5EF4-FFF2-40B4-BE49-F238E27FC236}">
                <a16:creationId xmlns:a16="http://schemas.microsoft.com/office/drawing/2014/main" id="{C455C9F5-3BC6-4957-BC9D-D024E7A16ADF}"/>
              </a:ext>
            </a:extLst>
          </p:cNvPr>
          <p:cNvSpPr>
            <a:spLocks noGrp="1"/>
          </p:cNvSpPr>
          <p:nvPr>
            <p:ph type="title"/>
          </p:nvPr>
        </p:nvSpPr>
        <p:spPr>
          <a:xfrm>
            <a:off x="316392" y="266371"/>
            <a:ext cx="10972800" cy="584775"/>
          </a:xfrm>
          <a:prstGeom prst="rect">
            <a:avLst/>
          </a:prstGeom>
        </p:spPr>
        <p:txBody>
          <a:bodyPr/>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pic>
        <p:nvPicPr>
          <p:cNvPr id="2" name="Picture 1" descr="A orange and black letter t&#10;&#10;AI-generated content may be incorrect.">
            <a:extLst>
              <a:ext uri="{FF2B5EF4-FFF2-40B4-BE49-F238E27FC236}">
                <a16:creationId xmlns:a16="http://schemas.microsoft.com/office/drawing/2014/main" id="{C20BD044-0A3D-7C1C-0E45-7B245821F9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1870890452"/>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and Body with Bullet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796BD318-BFA6-4162-A9E6-3340BD627710}"/>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sp>
        <p:nvSpPr>
          <p:cNvPr id="20" name="Title 18">
            <a:extLst>
              <a:ext uri="{FF2B5EF4-FFF2-40B4-BE49-F238E27FC236}">
                <a16:creationId xmlns:a16="http://schemas.microsoft.com/office/drawing/2014/main" id="{7725916F-093B-4C56-85A1-46E7828AF415}"/>
              </a:ext>
            </a:extLst>
          </p:cNvPr>
          <p:cNvSpPr>
            <a:spLocks noGrp="1"/>
          </p:cNvSpPr>
          <p:nvPr>
            <p:ph type="title"/>
          </p:nvPr>
        </p:nvSpPr>
        <p:spPr>
          <a:xfrm>
            <a:off x="316391" y="266371"/>
            <a:ext cx="10972800" cy="584775"/>
          </a:xfrm>
          <a:prstGeom prst="rect">
            <a:avLst/>
          </a:prstGeom>
        </p:spPr>
        <p:txBody>
          <a:bodyPr/>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pic>
        <p:nvPicPr>
          <p:cNvPr id="2" name="Picture 1" descr="A orange and black letter t&#10;&#10;AI-generated content may be incorrect.">
            <a:extLst>
              <a:ext uri="{FF2B5EF4-FFF2-40B4-BE49-F238E27FC236}">
                <a16:creationId xmlns:a16="http://schemas.microsoft.com/office/drawing/2014/main" id="{26D8F302-E52F-A24C-47B2-EE394C3660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174247401"/>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1_Main Title &amp; Subtitle">
    <p:spTree>
      <p:nvGrpSpPr>
        <p:cNvPr id="1" name=""/>
        <p:cNvGrpSpPr/>
        <p:nvPr/>
      </p:nvGrpSpPr>
      <p:grpSpPr>
        <a:xfrm>
          <a:off x="0" y="0"/>
          <a:ext cx="0" cy="0"/>
          <a:chOff x="0" y="0"/>
          <a:chExt cx="0" cy="0"/>
        </a:xfrm>
      </p:grpSpPr>
      <p:sp>
        <p:nvSpPr>
          <p:cNvPr id="11" name="Body Level One…"/>
          <p:cNvSpPr txBox="1">
            <a:spLocks noGrp="1"/>
          </p:cNvSpPr>
          <p:nvPr>
            <p:ph type="body" sz="quarter" idx="1" hasCustomPrompt="1"/>
          </p:nvPr>
        </p:nvSpPr>
        <p:spPr>
          <a:prstGeom prst="rect">
            <a:avLst/>
          </a:prstGeom>
        </p:spPr>
        <p:txBody>
          <a:bodyPr/>
          <a:lstStyle/>
          <a:p>
            <a:r>
              <a:t>CLICK TO EDITE SUBTITLE</a:t>
            </a:r>
          </a:p>
          <a:p>
            <a:pPr lvl="1"/>
            <a:endParaRPr/>
          </a:p>
          <a:p>
            <a:pPr lvl="2"/>
            <a:endParaRPr/>
          </a:p>
          <a:p>
            <a:pPr lvl="3"/>
            <a:endParaRPr/>
          </a:p>
          <a:p>
            <a:pPr lvl="4"/>
            <a:endParaRPr/>
          </a:p>
        </p:txBody>
      </p:sp>
      <p:sp>
        <p:nvSpPr>
          <p:cNvPr id="12" name="Title Text"/>
          <p:cNvSpPr txBox="1">
            <a:spLocks noGrp="1"/>
          </p:cNvSpPr>
          <p:nvPr>
            <p:ph type="title"/>
          </p:nvPr>
        </p:nvSpPr>
        <p:spPr>
          <a:prstGeom prst="rect">
            <a:avLst/>
          </a:prstGeom>
        </p:spPr>
        <p:txBody>
          <a:bodyPr/>
          <a:lstStyle/>
          <a:p>
            <a:r>
              <a:t>Title Text</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73207470"/>
      </p:ext>
    </p:extLst>
  </p:cSld>
  <p:clrMapOvr>
    <a:masterClrMapping/>
  </p:clrMapOvr>
  <p:transition spd="med"/>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Title and Body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A77E4D2-B742-42FB-B709-EE648C8FCA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3952" y="0"/>
            <a:ext cx="12192000" cy="55002"/>
          </a:xfrm>
          <a:prstGeom prst="rect">
            <a:avLst/>
          </a:prstGeom>
        </p:spPr>
      </p:pic>
      <p:sp>
        <p:nvSpPr>
          <p:cNvPr id="4" name="Rectangle 3">
            <a:extLst>
              <a:ext uri="{FF2B5EF4-FFF2-40B4-BE49-F238E27FC236}">
                <a16:creationId xmlns:a16="http://schemas.microsoft.com/office/drawing/2014/main" id="{C046B851-BD79-4D4B-AD11-B421969D2684}"/>
              </a:ext>
            </a:extLst>
          </p:cNvPr>
          <p:cNvSpPr/>
          <p:nvPr userDrawn="1"/>
        </p:nvSpPr>
        <p:spPr>
          <a:xfrm>
            <a:off x="11518084" y="125835"/>
            <a:ext cx="140536" cy="140536"/>
          </a:xfrm>
          <a:prstGeom prst="rect">
            <a:avLst/>
          </a:prstGeom>
          <a:solidFill>
            <a:srgbClr val="FE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03238E-6963-4E4D-BBD1-21BBB875F9CD}"/>
              </a:ext>
            </a:extLst>
          </p:cNvPr>
          <p:cNvSpPr/>
          <p:nvPr userDrawn="1"/>
        </p:nvSpPr>
        <p:spPr>
          <a:xfrm>
            <a:off x="11734492" y="125835"/>
            <a:ext cx="140536" cy="140536"/>
          </a:xfrm>
          <a:prstGeom prst="rect">
            <a:avLst/>
          </a:prstGeom>
          <a:solidFill>
            <a:srgbClr val="6DC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8E227E7-5C0D-4056-AB17-0C3268D89C1D}"/>
              </a:ext>
            </a:extLst>
          </p:cNvPr>
          <p:cNvSpPr/>
          <p:nvPr userDrawn="1"/>
        </p:nvSpPr>
        <p:spPr>
          <a:xfrm>
            <a:off x="11950900" y="125835"/>
            <a:ext cx="140536" cy="140536"/>
          </a:xfrm>
          <a:prstGeom prst="rect">
            <a:avLst/>
          </a:prstGeom>
          <a:solidFill>
            <a:srgbClr val="004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8528C0C-32CD-4B60-8712-7C5FC9584248}"/>
              </a:ext>
            </a:extLst>
          </p:cNvPr>
          <p:cNvSpPr txBox="1"/>
          <p:nvPr userDrawn="1"/>
        </p:nvSpPr>
        <p:spPr>
          <a:xfrm>
            <a:off x="0" y="6575289"/>
            <a:ext cx="3110147" cy="230832"/>
          </a:xfrm>
          <a:prstGeom prst="rect">
            <a:avLst/>
          </a:prstGeom>
          <a:noFill/>
        </p:spPr>
        <p:txBody>
          <a:bodyPr wrap="none" rtlCol="0">
            <a:spAutoFit/>
          </a:bodyPr>
          <a:lstStyle/>
          <a:p>
            <a:pPr algn="r"/>
            <a:r>
              <a:rPr lang="en-US" sz="900">
                <a:solidFill>
                  <a:schemeClr val="tx1">
                    <a:lumMod val="50000"/>
                    <a:lumOff val="50000"/>
                  </a:schemeClr>
                </a:solidFill>
                <a:latin typeface="Poppins" panose="00000500000000000000" pitchFamily="50" charset="0"/>
                <a:cs typeface="Poppins" panose="00000500000000000000" pitchFamily="50" charset="0"/>
              </a:rPr>
              <a:t>© COPYRIGHT 2026, TREDENCE. ALL RIGHTS RESERVED</a:t>
            </a:r>
            <a:endParaRPr lang="en-IN" sz="900">
              <a:solidFill>
                <a:schemeClr val="tx1">
                  <a:lumMod val="50000"/>
                  <a:lumOff val="50000"/>
                </a:schemeClr>
              </a:solidFill>
              <a:latin typeface="Poppins" panose="00000500000000000000" pitchFamily="50" charset="0"/>
              <a:cs typeface="Poppins" panose="00000500000000000000" pitchFamily="50" charset="0"/>
            </a:endParaRPr>
          </a:p>
        </p:txBody>
      </p:sp>
      <p:grpSp>
        <p:nvGrpSpPr>
          <p:cNvPr id="8" name="Group 7">
            <a:extLst>
              <a:ext uri="{FF2B5EF4-FFF2-40B4-BE49-F238E27FC236}">
                <a16:creationId xmlns:a16="http://schemas.microsoft.com/office/drawing/2014/main" id="{98214D7B-D29D-4378-9E7D-B63740ED85C9}"/>
              </a:ext>
            </a:extLst>
          </p:cNvPr>
          <p:cNvGrpSpPr/>
          <p:nvPr userDrawn="1"/>
        </p:nvGrpSpPr>
        <p:grpSpPr>
          <a:xfrm>
            <a:off x="5902296" y="6657690"/>
            <a:ext cx="387409" cy="0"/>
            <a:chOff x="5905144" y="6657690"/>
            <a:chExt cx="387409" cy="0"/>
          </a:xfrm>
        </p:grpSpPr>
        <p:cxnSp>
          <p:nvCxnSpPr>
            <p:cNvPr id="9" name="Straight Connector 8">
              <a:extLst>
                <a:ext uri="{FF2B5EF4-FFF2-40B4-BE49-F238E27FC236}">
                  <a16:creationId xmlns:a16="http://schemas.microsoft.com/office/drawing/2014/main" id="{153AA31C-1EA9-44F8-B0B9-7CF32138F11D}"/>
                </a:ext>
              </a:extLst>
            </p:cNvPr>
            <p:cNvCxnSpPr>
              <a:cxnSpLocks/>
            </p:cNvCxnSpPr>
            <p:nvPr userDrawn="1"/>
          </p:nvCxnSpPr>
          <p:spPr>
            <a:xfrm>
              <a:off x="5905144"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B8FBDF-7E0E-4D7E-862D-428314E932F1}"/>
                </a:ext>
              </a:extLst>
            </p:cNvPr>
            <p:cNvCxnSpPr>
              <a:cxnSpLocks/>
            </p:cNvCxnSpPr>
            <p:nvPr userDrawn="1"/>
          </p:nvCxnSpPr>
          <p:spPr>
            <a:xfrm>
              <a:off x="6221338" y="6657690"/>
              <a:ext cx="71215" cy="0"/>
            </a:xfrm>
            <a:prstGeom prst="line">
              <a:avLst/>
            </a:prstGeom>
            <a:ln w="28575">
              <a:solidFill>
                <a:srgbClr val="FE5000"/>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859A14B3-7083-444C-AE90-1951DA124D3E}"/>
              </a:ext>
            </a:extLst>
          </p:cNvPr>
          <p:cNvCxnSpPr>
            <a:cxnSpLocks/>
          </p:cNvCxnSpPr>
          <p:nvPr userDrawn="1"/>
        </p:nvCxnSpPr>
        <p:spPr>
          <a:xfrm>
            <a:off x="0" y="6496048"/>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796BD318-BFA6-4162-A9E6-3340BD627710}"/>
              </a:ext>
            </a:extLst>
          </p:cNvPr>
          <p:cNvSpPr>
            <a:spLocks noGrp="1"/>
          </p:cNvSpPr>
          <p:nvPr>
            <p:ph type="sldNum" sz="quarter" idx="4"/>
          </p:nvPr>
        </p:nvSpPr>
        <p:spPr>
          <a:xfrm>
            <a:off x="5905500" y="6499675"/>
            <a:ext cx="380999" cy="365125"/>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50" charset="0"/>
                <a:cs typeface="Poppins" panose="00000500000000000000" pitchFamily="50" charset="0"/>
              </a:defRPr>
            </a:lvl1pPr>
          </a:lstStyle>
          <a:p>
            <a:fld id="{FAF63893-4B0C-4F88-9650-53ECAF8C5052}" type="slidenum">
              <a:rPr lang="en-IN" smtClean="0"/>
              <a:pPr/>
              <a:t>‹#›</a:t>
            </a:fld>
            <a:endParaRPr lang="en-IN"/>
          </a:p>
        </p:txBody>
      </p:sp>
      <p:sp>
        <p:nvSpPr>
          <p:cNvPr id="20" name="Title 18">
            <a:extLst>
              <a:ext uri="{FF2B5EF4-FFF2-40B4-BE49-F238E27FC236}">
                <a16:creationId xmlns:a16="http://schemas.microsoft.com/office/drawing/2014/main" id="{7725916F-093B-4C56-85A1-46E7828AF415}"/>
              </a:ext>
            </a:extLst>
          </p:cNvPr>
          <p:cNvSpPr>
            <a:spLocks noGrp="1"/>
          </p:cNvSpPr>
          <p:nvPr>
            <p:ph type="title"/>
          </p:nvPr>
        </p:nvSpPr>
        <p:spPr>
          <a:xfrm>
            <a:off x="316392" y="266371"/>
            <a:ext cx="10972800" cy="584775"/>
          </a:xfrm>
          <a:prstGeom prst="rect">
            <a:avLst/>
          </a:prstGeom>
        </p:spPr>
        <p:txBody>
          <a:bodyPr/>
          <a:lstStyle>
            <a:lvl1pPr>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Click to edit Master title style</a:t>
            </a:r>
            <a:endParaRPr lang="en-IN"/>
          </a:p>
        </p:txBody>
      </p:sp>
      <p:pic>
        <p:nvPicPr>
          <p:cNvPr id="2" name="Picture 1" descr="A orange and black letter t&#10;&#10;AI-generated content may be incorrect.">
            <a:extLst>
              <a:ext uri="{FF2B5EF4-FFF2-40B4-BE49-F238E27FC236}">
                <a16:creationId xmlns:a16="http://schemas.microsoft.com/office/drawing/2014/main" id="{8E0E4DB3-0027-6D83-58C8-874AE92B4B6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26485" y="6583377"/>
            <a:ext cx="190365" cy="191279"/>
          </a:xfrm>
          <a:prstGeom prst="rect">
            <a:avLst/>
          </a:prstGeom>
        </p:spPr>
      </p:pic>
    </p:spTree>
    <p:extLst>
      <p:ext uri="{BB962C8B-B14F-4D97-AF65-F5344CB8AC3E}">
        <p14:creationId xmlns:p14="http://schemas.microsoft.com/office/powerpoint/2010/main" val="2221723843"/>
      </p:ext>
    </p:extLst>
  </p:cSld>
  <p:clrMapOvr>
    <a:masterClrMapping/>
  </p:clrMapOvr>
  <p:hf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9191222"/>
      </p:ext>
    </p:extLst>
  </p:cSld>
  <p:clrMap bg1="lt1" tx1="dk1" bg2="lt2" tx2="dk2" accent1="accent1" accent2="accent2" accent3="accent3" accent4="accent4" accent5="accent5" accent6="accent6" hlink="hlink" folHlink="folHlink"/>
  <p:sldLayoutIdLst>
    <p:sldLayoutId id="2147484250" r:id="rId1"/>
    <p:sldLayoutId id="2147484251" r:id="rId2"/>
    <p:sldLayoutId id="2147484252" r:id="rId3"/>
    <p:sldLayoutId id="2147484254" r:id="rId4"/>
    <p:sldLayoutId id="2147484255" r:id="rId5"/>
    <p:sldLayoutId id="2147484256" r:id="rId6"/>
    <p:sldLayoutId id="2147484258" r:id="rId7"/>
    <p:sldLayoutId id="2147484259" r:id="rId8"/>
    <p:sldLayoutId id="2147484260" r:id="rId9"/>
    <p:sldLayoutId id="2147484261" r:id="rId10"/>
    <p:sldLayoutId id="2147484265" r:id="rId11"/>
    <p:sldLayoutId id="2147484268" r:id="rId12"/>
    <p:sldLayoutId id="2147484269" r:id="rId13"/>
    <p:sldLayoutId id="2147484272" r:id="rId14"/>
    <p:sldLayoutId id="2147484274" r:id="rId15"/>
    <p:sldLayoutId id="2147484275" r:id="rId16"/>
    <p:sldLayoutId id="2147484276" r:id="rId17"/>
    <p:sldLayoutId id="2147484277" r:id="rId18"/>
    <p:sldLayoutId id="2147484278" r:id="rId19"/>
    <p:sldLayoutId id="2147484282" r:id="rId20"/>
    <p:sldLayoutId id="2147484283" r:id="rId21"/>
    <p:sldLayoutId id="2147484284" r:id="rId22"/>
    <p:sldLayoutId id="2147484285" r:id="rId23"/>
    <p:sldLayoutId id="2147484286" r:id="rId24"/>
    <p:sldLayoutId id="2147484287" r:id="rId25"/>
    <p:sldLayoutId id="2147484288" r:id="rId26"/>
    <p:sldLayoutId id="2147484313" r:id="rId27"/>
    <p:sldLayoutId id="2147484314" r:id="rId28"/>
    <p:sldLayoutId id="2147484315" r:id="rId29"/>
    <p:sldLayoutId id="2147484316" r:id="rId30"/>
    <p:sldLayoutId id="2147484317" r:id="rId31"/>
    <p:sldLayoutId id="2147484318" r:id="rId32"/>
    <p:sldLayoutId id="2147484319" r:id="rId33"/>
    <p:sldLayoutId id="2147484320" r:id="rId34"/>
    <p:sldLayoutId id="2147484321" r:id="rId35"/>
    <p:sldLayoutId id="2147484322" r:id="rId36"/>
    <p:sldLayoutId id="2147484323" r:id="rId37"/>
    <p:sldLayoutId id="2147484324" r:id="rId38"/>
    <p:sldLayoutId id="2147484325" r:id="rId39"/>
    <p:sldLayoutId id="2147484326" r:id="rId40"/>
    <p:sldLayoutId id="2147484327" r:id="rId41"/>
    <p:sldLayoutId id="2147484328" r:id="rId4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hyperlink" Target="https://www.evaluate.com/thought-leadership/2024-deal-making-roundup/"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svg"/><Relationship Id="rId3" Type="http://schemas.openxmlformats.org/officeDocument/2006/relationships/image" Target="../media/image22.png"/><Relationship Id="rId7" Type="http://schemas.openxmlformats.org/officeDocument/2006/relationships/image" Target="../media/image26.svg"/><Relationship Id="rId12" Type="http://schemas.openxmlformats.org/officeDocument/2006/relationships/image" Target="../media/image31.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24.png"/><Relationship Id="rId15" Type="http://schemas.openxmlformats.org/officeDocument/2006/relationships/slide" Target="slide14.xml"/><Relationship Id="rId10" Type="http://schemas.openxmlformats.org/officeDocument/2006/relationships/image" Target="../media/image29.svg"/><Relationship Id="rId4" Type="http://schemas.openxmlformats.org/officeDocument/2006/relationships/image" Target="../media/image23.png"/><Relationship Id="rId9" Type="http://schemas.openxmlformats.org/officeDocument/2006/relationships/image" Target="../media/image28.svg"/><Relationship Id="rId14" Type="http://schemas.openxmlformats.org/officeDocument/2006/relationships/image" Target="../media/image33.png"/></Relationships>
</file>

<file path=ppt/slides/_rels/slide4.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svg"/><Relationship Id="rId7" Type="http://schemas.openxmlformats.org/officeDocument/2006/relationships/image" Target="../media/image39.svg"/><Relationship Id="rId2" Type="http://schemas.openxmlformats.org/officeDocument/2006/relationships/image" Target="../media/image34.svg"/><Relationship Id="rId1"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7.svg"/><Relationship Id="rId10" Type="http://schemas.openxmlformats.org/officeDocument/2006/relationships/image" Target="../media/image21.png"/><Relationship Id="rId4" Type="http://schemas.openxmlformats.org/officeDocument/2006/relationships/image" Target="../media/image36.svg"/><Relationship Id="rId9" Type="http://schemas.openxmlformats.org/officeDocument/2006/relationships/image" Target="../media/image41.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localhost:8501/" TargetMode="External"/><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DDD7CAB1-B244-8501-2BDB-A0A967E9E54E}"/>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3995" b="13995"/>
          <a:stretch>
            <a:fillRect/>
          </a:stretch>
        </p:blipFill>
        <p:spPr/>
      </p:pic>
      <p:sp>
        <p:nvSpPr>
          <p:cNvPr id="4" name="Text Placeholder 3">
            <a:extLst>
              <a:ext uri="{FF2B5EF4-FFF2-40B4-BE49-F238E27FC236}">
                <a16:creationId xmlns:a16="http://schemas.microsoft.com/office/drawing/2014/main" id="{5588C4E4-120E-4827-8D74-9C0CCCF2BABD}"/>
              </a:ext>
            </a:extLst>
          </p:cNvPr>
          <p:cNvSpPr>
            <a:spLocks noGrp="1"/>
          </p:cNvSpPr>
          <p:nvPr>
            <p:ph type="body" sz="quarter" idx="11"/>
          </p:nvPr>
        </p:nvSpPr>
        <p:spPr>
          <a:xfrm>
            <a:off x="1115122" y="2091483"/>
            <a:ext cx="1183613" cy="204158"/>
          </a:xfrm>
        </p:spPr>
        <p:txBody>
          <a:bodyPr wrap="square" lIns="91440" tIns="45720" rIns="91440" bIns="45720" rtlCol="0" anchor="t">
            <a:spAutoFit/>
          </a:bodyPr>
          <a:lstStyle/>
          <a:p>
            <a:r>
              <a:rPr lang="en-IN" sz="800" b="1">
                <a:solidFill>
                  <a:srgbClr val="FFFFFF"/>
                </a:solidFill>
                <a:latin typeface="Poppins"/>
                <a:cs typeface="Poppins"/>
              </a:rPr>
              <a:t>CAPSTONE </a:t>
            </a:r>
          </a:p>
        </p:txBody>
      </p:sp>
      <p:sp>
        <p:nvSpPr>
          <p:cNvPr id="8" name="TextBox 7">
            <a:extLst>
              <a:ext uri="{FF2B5EF4-FFF2-40B4-BE49-F238E27FC236}">
                <a16:creationId xmlns:a16="http://schemas.microsoft.com/office/drawing/2014/main" id="{85DE2CFD-1135-2E55-31C9-54EE800621B9}"/>
              </a:ext>
            </a:extLst>
          </p:cNvPr>
          <p:cNvSpPr txBox="1"/>
          <p:nvPr/>
        </p:nvSpPr>
        <p:spPr>
          <a:xfrm>
            <a:off x="2162629" y="5765800"/>
            <a:ext cx="983342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800" b="0" i="0" u="none" strike="noStrike" baseline="0">
                <a:solidFill>
                  <a:srgbClr val="000000"/>
                </a:solidFill>
                <a:latin typeface="Poppins"/>
              </a:rPr>
              <a:t>Predicting Win Probability and Recommending the Next Best Action for Sales Deals</a:t>
            </a:r>
            <a:endParaRPr lang="en-US"/>
          </a:p>
          <a:p>
            <a:pPr algn="ctr"/>
            <a:endParaRPr lang="en-US"/>
          </a:p>
        </p:txBody>
      </p:sp>
      <p:sp>
        <p:nvSpPr>
          <p:cNvPr id="3" name="Title 2">
            <a:extLst>
              <a:ext uri="{FF2B5EF4-FFF2-40B4-BE49-F238E27FC236}">
                <a16:creationId xmlns:a16="http://schemas.microsoft.com/office/drawing/2014/main" id="{DCA74837-8B9E-4788-A017-1E39DF0A1A63}"/>
              </a:ext>
            </a:extLst>
          </p:cNvPr>
          <p:cNvSpPr>
            <a:spLocks noGrp="1"/>
          </p:cNvSpPr>
          <p:nvPr>
            <p:ph type="title"/>
          </p:nvPr>
        </p:nvSpPr>
        <p:spPr>
          <a:xfrm>
            <a:off x="604334" y="3051374"/>
            <a:ext cx="10352165" cy="1335750"/>
          </a:xfrm>
        </p:spPr>
        <p:txBody>
          <a:bodyPr wrap="square" lIns="0" tIns="0" rIns="0" bIns="0" rtlCol="0" anchor="t">
            <a:spAutoFit/>
          </a:bodyPr>
          <a:lstStyle/>
          <a:p>
            <a:r>
              <a:rPr lang="en-IN">
                <a:latin typeface="Poppins"/>
                <a:cs typeface="Poppins"/>
              </a:rPr>
              <a:t>AI Sales Deal Prediction &amp; Recommendation Agent</a:t>
            </a:r>
            <a:endParaRPr lang="en-US"/>
          </a:p>
        </p:txBody>
      </p:sp>
    </p:spTree>
    <p:extLst>
      <p:ext uri="{BB962C8B-B14F-4D97-AF65-F5344CB8AC3E}">
        <p14:creationId xmlns:p14="http://schemas.microsoft.com/office/powerpoint/2010/main" val="4095106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descr="Paper files on the table">
            <a:extLst>
              <a:ext uri="{FF2B5EF4-FFF2-40B4-BE49-F238E27FC236}">
                <a16:creationId xmlns:a16="http://schemas.microsoft.com/office/drawing/2014/main" id="{C9AB1275-DBC0-4E77-ABC0-40BB025B88AA}"/>
              </a:ext>
            </a:extLst>
          </p:cNvPr>
          <p:cNvPicPr>
            <a:picLocks noGrp="1" noChangeAspect="1" noChangeArrowheads="1"/>
          </p:cNvPicPr>
          <p:nvPr>
            <p:ph type="pic" sz="quarter" idx="4294967295"/>
          </p:nvPr>
        </p:nvPicPr>
        <p:blipFill>
          <a:blip r:embed="rId2">
            <a:extLst>
              <a:ext uri="{28A0092B-C50C-407E-A947-70E740481C1C}">
                <a14:useLocalDpi xmlns:a14="http://schemas.microsoft.com/office/drawing/2010/main" val="0"/>
              </a:ext>
            </a:extLst>
          </a:blip>
          <a:srcRect l="22848" r="22848"/>
          <a:stretch/>
        </p:blipFill>
        <p:spPr bwMode="auto">
          <a:xfrm>
            <a:off x="6228193" y="1116598"/>
            <a:ext cx="5963807" cy="5393375"/>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145E5D6-A2C0-4414-8EC6-7F5C2122BD21}"/>
              </a:ext>
            </a:extLst>
          </p:cNvPr>
          <p:cNvSpPr>
            <a:spLocks noGrp="1"/>
          </p:cNvSpPr>
          <p:nvPr>
            <p:ph type="title" idx="4294967295"/>
          </p:nvPr>
        </p:nvSpPr>
        <p:spPr>
          <a:xfrm>
            <a:off x="384629" y="263525"/>
            <a:ext cx="5831341" cy="514642"/>
          </a:xfrm>
          <a:prstGeom prst="rect">
            <a:avLst/>
          </a:prstGeom>
        </p:spPr>
        <p:txBody>
          <a:bodyPr/>
          <a:lstStyle/>
          <a:p>
            <a:r>
              <a:rPr lang="en-IN" sz="2800"/>
              <a:t>Agenda</a:t>
            </a:r>
          </a:p>
        </p:txBody>
      </p:sp>
      <p:sp>
        <p:nvSpPr>
          <p:cNvPr id="40" name="Text Placeholder 34">
            <a:extLst>
              <a:ext uri="{FF2B5EF4-FFF2-40B4-BE49-F238E27FC236}">
                <a16:creationId xmlns:a16="http://schemas.microsoft.com/office/drawing/2014/main" id="{89EED9AF-4019-40BF-941E-27411A74B672}"/>
              </a:ext>
            </a:extLst>
          </p:cNvPr>
          <p:cNvSpPr txBox="1">
            <a:spLocks/>
          </p:cNvSpPr>
          <p:nvPr/>
        </p:nvSpPr>
        <p:spPr>
          <a:xfrm>
            <a:off x="5489969" y="2737294"/>
            <a:ext cx="532429" cy="291618"/>
          </a:xfrm>
          <a:prstGeom prst="rect">
            <a:avLst/>
          </a:prstGeom>
          <a:noFill/>
        </p:spPr>
        <p:txBody>
          <a:bodyPr wrap="square" rtlCol="0">
            <a:spAutoFit/>
          </a:bodyPr>
          <a:lstStyle>
            <a:lvl1pPr marL="0" indent="0" algn="ctr" defTabSz="914400" rtl="0" eaLnBrk="1" latinLnBrk="0" hangingPunct="1">
              <a:lnSpc>
                <a:spcPct val="90000"/>
              </a:lnSpc>
              <a:spcBef>
                <a:spcPts val="1000"/>
              </a:spcBef>
              <a:buFont typeface="Arial" panose="020B0604020202020204" pitchFamily="34" charset="0"/>
              <a:buNone/>
              <a:defRPr lang="en-US" sz="1400" b="1" kern="1200" smtClean="0">
                <a:solidFill>
                  <a:srgbClr val="FE5000"/>
                </a:solidFill>
                <a:latin typeface="Poppins" panose="00000500000000000000" pitchFamily="50" charset="0"/>
                <a:ea typeface="+mn-ea"/>
                <a:cs typeface="Poppins" panose="00000500000000000000" pitchFamily="50"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IN"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a:p>
        </p:txBody>
      </p:sp>
      <p:sp>
        <p:nvSpPr>
          <p:cNvPr id="42" name="Text Placeholder 35">
            <a:extLst>
              <a:ext uri="{FF2B5EF4-FFF2-40B4-BE49-F238E27FC236}">
                <a16:creationId xmlns:a16="http://schemas.microsoft.com/office/drawing/2014/main" id="{50E04DA0-AD15-4F32-B419-4106EB091612}"/>
              </a:ext>
            </a:extLst>
          </p:cNvPr>
          <p:cNvSpPr txBox="1">
            <a:spLocks/>
          </p:cNvSpPr>
          <p:nvPr/>
        </p:nvSpPr>
        <p:spPr>
          <a:xfrm>
            <a:off x="5558853" y="2338791"/>
            <a:ext cx="394659" cy="900246"/>
          </a:xfrm>
          <a:prstGeom prst="rect">
            <a:avLst/>
          </a:prstGeom>
          <a:noFill/>
        </p:spPr>
        <p:txBody>
          <a:bodyPr wrap="none" rtlCol="0">
            <a:sp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lang="en-US" sz="1050" kern="1200" dirty="0" smtClean="0">
                <a:solidFill>
                  <a:schemeClr val="tx1">
                    <a:lumMod val="50000"/>
                    <a:lumOff val="50000"/>
                  </a:schemeClr>
                </a:solidFill>
                <a:latin typeface="Poppins" panose="00000500000000000000" pitchFamily="50" charset="0"/>
                <a:ea typeface="+mn-ea"/>
                <a:cs typeface="Poppins" panose="00000500000000000000" pitchFamily="5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a:p>
        </p:txBody>
      </p:sp>
      <p:sp>
        <p:nvSpPr>
          <p:cNvPr id="8" name="TextBox 7">
            <a:extLst>
              <a:ext uri="{FF2B5EF4-FFF2-40B4-BE49-F238E27FC236}">
                <a16:creationId xmlns:a16="http://schemas.microsoft.com/office/drawing/2014/main" id="{E010BB90-D6DB-6B11-305B-758DBA029883}"/>
              </a:ext>
            </a:extLst>
          </p:cNvPr>
          <p:cNvSpPr txBox="1"/>
          <p:nvPr/>
        </p:nvSpPr>
        <p:spPr>
          <a:xfrm>
            <a:off x="376548" y="778044"/>
            <a:ext cx="715093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Segoe UI"/>
              </a:rPr>
              <a:t>AI Sales Deal Prediction &amp; Recommendation Framework</a:t>
            </a:r>
            <a:endParaRPr lang="en-US" sz="1600">
              <a:cs typeface="Poppins"/>
            </a:endParaRPr>
          </a:p>
        </p:txBody>
      </p:sp>
      <p:sp>
        <p:nvSpPr>
          <p:cNvPr id="12" name="TextBox 11">
            <a:extLst>
              <a:ext uri="{FF2B5EF4-FFF2-40B4-BE49-F238E27FC236}">
                <a16:creationId xmlns:a16="http://schemas.microsoft.com/office/drawing/2014/main" id="{FB56064A-412B-39CF-5842-1B6B673117E9}"/>
              </a:ext>
            </a:extLst>
          </p:cNvPr>
          <p:cNvSpPr txBox="1"/>
          <p:nvPr/>
        </p:nvSpPr>
        <p:spPr>
          <a:xfrm>
            <a:off x="1259939" y="1923292"/>
            <a:ext cx="436407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accent1"/>
                </a:solidFill>
                <a:cs typeface="Poppins"/>
              </a:rPr>
              <a:t>BUSINESS CONTEXT</a:t>
            </a:r>
            <a:endParaRPr lang="en-US" sz="2000">
              <a:solidFill>
                <a:schemeClr val="accent1"/>
              </a:solidFill>
              <a:cs typeface="Poppins"/>
            </a:endParaRPr>
          </a:p>
          <a:p>
            <a:pPr marL="285750" indent="-285750">
              <a:buFont typeface="Arial"/>
              <a:buChar char="•"/>
            </a:pPr>
            <a:r>
              <a:rPr lang="en-US" sz="1400">
                <a:cs typeface="Segoe UI"/>
              </a:rPr>
              <a:t>Problem &amp; Objective</a:t>
            </a:r>
          </a:p>
          <a:p>
            <a:pPr marL="285750" indent="-285750">
              <a:buFont typeface="Arial"/>
              <a:buChar char="•"/>
            </a:pPr>
            <a:r>
              <a:rPr lang="en-US" sz="1400">
                <a:cs typeface="Segoe UI"/>
              </a:rPr>
              <a:t>Project Scope</a:t>
            </a:r>
          </a:p>
        </p:txBody>
      </p:sp>
      <p:sp>
        <p:nvSpPr>
          <p:cNvPr id="14" name="TextBox 13">
            <a:extLst>
              <a:ext uri="{FF2B5EF4-FFF2-40B4-BE49-F238E27FC236}">
                <a16:creationId xmlns:a16="http://schemas.microsoft.com/office/drawing/2014/main" id="{E4D51467-278C-8D7E-9CC9-EA019842EC07}"/>
              </a:ext>
            </a:extLst>
          </p:cNvPr>
          <p:cNvSpPr txBox="1"/>
          <p:nvPr/>
        </p:nvSpPr>
        <p:spPr>
          <a:xfrm>
            <a:off x="1267071" y="2907962"/>
            <a:ext cx="425944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accent1"/>
                </a:solidFill>
                <a:cs typeface="Poppins"/>
              </a:rPr>
              <a:t>DATA &amp; MODELING</a:t>
            </a:r>
            <a:endParaRPr lang="en-US" sz="2000">
              <a:solidFill>
                <a:schemeClr val="accent1"/>
              </a:solidFill>
              <a:cs typeface="Poppins"/>
            </a:endParaRPr>
          </a:p>
          <a:p>
            <a:pPr marL="285750" indent="-285750">
              <a:buFont typeface="Arial"/>
              <a:buChar char="•"/>
            </a:pPr>
            <a:r>
              <a:rPr lang="en-US" sz="1400">
                <a:cs typeface="Segoe UI"/>
              </a:rPr>
              <a:t>Data Preparation</a:t>
            </a:r>
          </a:p>
          <a:p>
            <a:pPr marL="285750" indent="-285750">
              <a:buFont typeface="Arial"/>
              <a:buChar char="•"/>
            </a:pPr>
            <a:r>
              <a:rPr lang="en-US" sz="1400">
                <a:cs typeface="Segoe UI"/>
              </a:rPr>
              <a:t>Model Development</a:t>
            </a:r>
          </a:p>
        </p:txBody>
      </p:sp>
      <p:sp>
        <p:nvSpPr>
          <p:cNvPr id="15" name="TextBox 14">
            <a:extLst>
              <a:ext uri="{FF2B5EF4-FFF2-40B4-BE49-F238E27FC236}">
                <a16:creationId xmlns:a16="http://schemas.microsoft.com/office/drawing/2014/main" id="{44761142-34F1-D890-AB9A-030515C0E951}"/>
              </a:ext>
            </a:extLst>
          </p:cNvPr>
          <p:cNvSpPr txBox="1"/>
          <p:nvPr/>
        </p:nvSpPr>
        <p:spPr>
          <a:xfrm>
            <a:off x="1259939" y="3892632"/>
            <a:ext cx="458453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accent1"/>
                </a:solidFill>
                <a:cs typeface="Poppins"/>
              </a:rPr>
              <a:t>PREDICTIONS</a:t>
            </a:r>
            <a:endParaRPr lang="en-US">
              <a:solidFill>
                <a:schemeClr val="accent1"/>
              </a:solidFill>
              <a:cs typeface="Poppins"/>
            </a:endParaRPr>
          </a:p>
          <a:p>
            <a:pPr marL="285750" indent="-285750">
              <a:buFont typeface="Arial"/>
              <a:buChar char="•"/>
            </a:pPr>
            <a:r>
              <a:rPr lang="en-US" sz="1400">
                <a:cs typeface="Segoe UI"/>
              </a:rPr>
              <a:t>Win Probability &amp; Expected Revenue</a:t>
            </a:r>
          </a:p>
          <a:p>
            <a:pPr marL="285750" indent="-285750">
              <a:buFont typeface="Arial"/>
              <a:buChar char="•"/>
            </a:pPr>
            <a:r>
              <a:rPr lang="en-US" sz="1400">
                <a:cs typeface="Segoe UI"/>
              </a:rPr>
              <a:t>Deal Recommendations</a:t>
            </a:r>
          </a:p>
        </p:txBody>
      </p:sp>
      <p:sp>
        <p:nvSpPr>
          <p:cNvPr id="16" name="TextBox 15">
            <a:extLst>
              <a:ext uri="{FF2B5EF4-FFF2-40B4-BE49-F238E27FC236}">
                <a16:creationId xmlns:a16="http://schemas.microsoft.com/office/drawing/2014/main" id="{F7257864-8707-AA51-D549-CE6F5185DD54}"/>
              </a:ext>
            </a:extLst>
          </p:cNvPr>
          <p:cNvSpPr txBox="1"/>
          <p:nvPr/>
        </p:nvSpPr>
        <p:spPr>
          <a:xfrm>
            <a:off x="1259939" y="4877302"/>
            <a:ext cx="389494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accent1"/>
                </a:solidFill>
                <a:cs typeface="Poppins"/>
              </a:rPr>
              <a:t>RESULTS &amp; NEXT STEPS</a:t>
            </a:r>
            <a:endParaRPr lang="en-US">
              <a:solidFill>
                <a:schemeClr val="accent1"/>
              </a:solidFill>
              <a:cs typeface="Poppins"/>
            </a:endParaRPr>
          </a:p>
          <a:p>
            <a:pPr marL="285750" indent="-285750">
              <a:buFont typeface="Arial"/>
              <a:buChar char="•"/>
            </a:pPr>
            <a:r>
              <a:rPr lang="en-US" sz="1400">
                <a:cs typeface="Segoe UI"/>
              </a:rPr>
              <a:t>Model Performance</a:t>
            </a:r>
          </a:p>
          <a:p>
            <a:pPr marL="285750" indent="-285750">
              <a:buFont typeface="Arial"/>
              <a:buChar char="•"/>
            </a:pPr>
            <a:r>
              <a:rPr lang="en-US" sz="1400">
                <a:cs typeface="Segoe UI"/>
              </a:rPr>
              <a:t>Dashboard Demo &amp; Key Insights</a:t>
            </a:r>
          </a:p>
        </p:txBody>
      </p:sp>
      <p:sp>
        <p:nvSpPr>
          <p:cNvPr id="18" name="Slide Number Placeholder 17">
            <a:extLst>
              <a:ext uri="{FF2B5EF4-FFF2-40B4-BE49-F238E27FC236}">
                <a16:creationId xmlns:a16="http://schemas.microsoft.com/office/drawing/2014/main" id="{19F06158-58D6-44AE-473F-206C822EC5BC}"/>
              </a:ext>
            </a:extLst>
          </p:cNvPr>
          <p:cNvSpPr>
            <a:spLocks noGrp="1"/>
          </p:cNvSpPr>
          <p:nvPr>
            <p:ph type="sldNum" sz="quarter" idx="4"/>
          </p:nvPr>
        </p:nvSpPr>
        <p:spPr/>
        <p:txBody>
          <a:bodyPr/>
          <a:lstStyle/>
          <a:p>
            <a:fld id="{FAF63893-4B0C-4F88-9650-53ECAF8C5052}" type="slidenum">
              <a:rPr lang="en-IN" smtClean="0"/>
              <a:pPr/>
              <a:t>2</a:t>
            </a:fld>
            <a:endParaRPr lang="en-US"/>
          </a:p>
        </p:txBody>
      </p:sp>
      <p:graphicFrame>
        <p:nvGraphicFramePr>
          <p:cNvPr id="3" name="Table 2">
            <a:extLst>
              <a:ext uri="{FF2B5EF4-FFF2-40B4-BE49-F238E27FC236}">
                <a16:creationId xmlns:a16="http://schemas.microsoft.com/office/drawing/2014/main" id="{CA69B58E-7C29-6E1F-E3BC-D5DA589CEFC2}"/>
              </a:ext>
            </a:extLst>
          </p:cNvPr>
          <p:cNvGraphicFramePr>
            <a:graphicFrameLocks noGrp="1"/>
          </p:cNvGraphicFramePr>
          <p:nvPr>
            <p:extLst>
              <p:ext uri="{D42A27DB-BD31-4B8C-83A1-F6EECF244321}">
                <p14:modId xmlns:p14="http://schemas.microsoft.com/office/powerpoint/2010/main" val="3033361280"/>
              </p:ext>
            </p:extLst>
          </p:nvPr>
        </p:nvGraphicFramePr>
        <p:xfrm>
          <a:off x="499747" y="1923292"/>
          <a:ext cx="652206" cy="3869249"/>
        </p:xfrm>
        <a:graphic>
          <a:graphicData uri="http://schemas.openxmlformats.org/drawingml/2006/table">
            <a:tbl>
              <a:tblPr firstRow="1" bandRow="1">
                <a:tableStyleId>{5C22544A-7EE6-4342-B048-85BDC9FD1C3A}</a:tableStyleId>
              </a:tblPr>
              <a:tblGrid>
                <a:gridCol w="652206">
                  <a:extLst>
                    <a:ext uri="{9D8B030D-6E8A-4147-A177-3AD203B41FA5}">
                      <a16:colId xmlns:a16="http://schemas.microsoft.com/office/drawing/2014/main" val="2665004039"/>
                    </a:ext>
                  </a:extLst>
                </a:gridCol>
              </a:tblGrid>
              <a:tr h="900341">
                <a:tc>
                  <a:txBody>
                    <a:bodyPr/>
                    <a:lstStyle/>
                    <a:p>
                      <a:pPr algn="ctr"/>
                      <a:r>
                        <a:rPr lang="en-US" sz="2000">
                          <a:solidFill>
                            <a:schemeClr val="accent1"/>
                          </a:solidFill>
                        </a:rPr>
                        <a:t>01</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34158857"/>
                  </a:ext>
                </a:extLst>
              </a:tr>
              <a:tr h="982134">
                <a:tc>
                  <a:txBody>
                    <a:bodyPr/>
                    <a:lstStyle/>
                    <a:p>
                      <a:pPr algn="ctr"/>
                      <a:r>
                        <a:rPr lang="en-US" sz="2000" b="1">
                          <a:solidFill>
                            <a:schemeClr val="accent1"/>
                          </a:solidFill>
                        </a:rPr>
                        <a:t>02</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3269874"/>
                  </a:ext>
                </a:extLst>
              </a:tr>
              <a:tr h="1007533">
                <a:tc>
                  <a:txBody>
                    <a:bodyPr/>
                    <a:lstStyle/>
                    <a:p>
                      <a:pPr algn="ctr"/>
                      <a:r>
                        <a:rPr lang="en-US" sz="2000" b="1">
                          <a:solidFill>
                            <a:schemeClr val="accent1"/>
                          </a:solidFill>
                        </a:rPr>
                        <a:t>03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61359798"/>
                  </a:ext>
                </a:extLst>
              </a:tr>
              <a:tr h="979241">
                <a:tc>
                  <a:txBody>
                    <a:bodyPr/>
                    <a:lstStyle/>
                    <a:p>
                      <a:pPr algn="ctr"/>
                      <a:r>
                        <a:rPr lang="en-US" sz="2000" b="1">
                          <a:solidFill>
                            <a:schemeClr val="accent1"/>
                          </a:solidFill>
                        </a:rPr>
                        <a:t>04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970622"/>
                  </a:ext>
                </a:extLst>
              </a:tr>
            </a:tbl>
          </a:graphicData>
        </a:graphic>
      </p:graphicFrame>
      <p:pic>
        <p:nvPicPr>
          <p:cNvPr id="11" name="Picture 10">
            <a:extLst>
              <a:ext uri="{FF2B5EF4-FFF2-40B4-BE49-F238E27FC236}">
                <a16:creationId xmlns:a16="http://schemas.microsoft.com/office/drawing/2014/main" id="{0A621267-4F3C-9712-F6D7-7FD5FC7487F3}"/>
              </a:ext>
            </a:extLst>
          </p:cNvPr>
          <p:cNvPicPr>
            <a:picLocks noChangeAspect="1"/>
          </p:cNvPicPr>
          <p:nvPr/>
        </p:nvPicPr>
        <p:blipFill>
          <a:blip r:embed="rId3"/>
          <a:stretch>
            <a:fillRect/>
          </a:stretch>
        </p:blipFill>
        <p:spPr>
          <a:xfrm>
            <a:off x="376548" y="2800644"/>
            <a:ext cx="5719452" cy="3014972"/>
          </a:xfrm>
          <a:prstGeom prst="rect">
            <a:avLst/>
          </a:prstGeom>
        </p:spPr>
      </p:pic>
    </p:spTree>
    <p:extLst>
      <p:ext uri="{BB962C8B-B14F-4D97-AF65-F5344CB8AC3E}">
        <p14:creationId xmlns:p14="http://schemas.microsoft.com/office/powerpoint/2010/main" val="2382690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817B8-F08A-0B7E-4D51-B1EAF338E7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498B2-AAE2-28CB-3819-57713D00D73A}"/>
              </a:ext>
            </a:extLst>
          </p:cNvPr>
          <p:cNvSpPr>
            <a:spLocks noGrp="1"/>
          </p:cNvSpPr>
          <p:nvPr>
            <p:ph type="title"/>
          </p:nvPr>
        </p:nvSpPr>
        <p:spPr/>
        <p:txBody>
          <a:bodyPr lIns="91440" tIns="45720" rIns="91440" bIns="45720" anchor="t"/>
          <a:lstStyle/>
          <a:p>
            <a:r>
              <a:rPr lang="en-US">
                <a:latin typeface="Poppins"/>
                <a:cs typeface="Poppins"/>
              </a:rPr>
              <a:t>B</a:t>
            </a:r>
            <a:r>
              <a:rPr>
                <a:latin typeface="Poppins"/>
                <a:cs typeface="Poppins"/>
              </a:rPr>
              <a:t>usiness Problem &amp; Approach</a:t>
            </a:r>
          </a:p>
        </p:txBody>
      </p:sp>
      <p:sp>
        <p:nvSpPr>
          <p:cNvPr id="6" name="Slide Number Placeholder 5">
            <a:extLst>
              <a:ext uri="{FF2B5EF4-FFF2-40B4-BE49-F238E27FC236}">
                <a16:creationId xmlns:a16="http://schemas.microsoft.com/office/drawing/2014/main" id="{964ADBCF-B57B-4BA4-A34A-182C6B54B34A}"/>
              </a:ext>
            </a:extLst>
          </p:cNvPr>
          <p:cNvSpPr>
            <a:spLocks noGrp="1"/>
          </p:cNvSpPr>
          <p:nvPr>
            <p:ph type="sldNum" sz="quarter" idx="4"/>
          </p:nvPr>
        </p:nvSpPr>
        <p:spPr/>
        <p:txBody>
          <a:bodyPr/>
          <a:lstStyle/>
          <a:p>
            <a:fld id="{FAF63893-4B0C-4F88-9650-53ECAF8C5052}" type="slidenum">
              <a:rPr lang="en-IN" smtClean="0"/>
              <a:pPr/>
              <a:t>3</a:t>
            </a:fld>
            <a:endParaRPr lang="en-US"/>
          </a:p>
        </p:txBody>
      </p:sp>
      <p:sp>
        <p:nvSpPr>
          <p:cNvPr id="8" name="Rounded Rectangle 7">
            <a:extLst>
              <a:ext uri="{FF2B5EF4-FFF2-40B4-BE49-F238E27FC236}">
                <a16:creationId xmlns:a16="http://schemas.microsoft.com/office/drawing/2014/main" id="{594A7816-E5D7-C0E2-B0E4-233CE5957059}"/>
              </a:ext>
            </a:extLst>
          </p:cNvPr>
          <p:cNvSpPr/>
          <p:nvPr/>
        </p:nvSpPr>
        <p:spPr>
          <a:xfrm>
            <a:off x="508897" y="1263913"/>
            <a:ext cx="3565000" cy="2100000"/>
          </a:xfrm>
          <a:prstGeom prst="roundRect">
            <a:avLst/>
          </a:prstGeom>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l"/>
            <a:r>
              <a:rPr lang="en-US" sz="1600" b="1">
                <a:solidFill>
                  <a:srgbClr val="FFFFFF"/>
                </a:solidFill>
              </a:rPr>
              <a:t>Chasing Losing Deals</a:t>
            </a:r>
          </a:p>
          <a:p>
            <a:pPr algn="l">
              <a:spcBef>
                <a:spcPts val="600"/>
              </a:spcBef>
            </a:pPr>
            <a:r>
              <a:rPr lang="en-US" sz="1400">
                <a:solidFill>
                  <a:srgbClr val="FFFFFF"/>
                </a:solidFill>
              </a:rPr>
              <a:t>Overestimating a deal's win chance wastes sales effort, discounting, and account time on opportunities unlikely to close</a:t>
            </a:r>
            <a:r>
              <a:rPr sz="1200">
                <a:solidFill>
                  <a:srgbClr val="FFFFFF"/>
                </a:solidFill>
              </a:rPr>
              <a:t>.</a:t>
            </a:r>
          </a:p>
        </p:txBody>
      </p:sp>
      <p:sp>
        <p:nvSpPr>
          <p:cNvPr id="10" name="Rounded Rectangle 9">
            <a:extLst>
              <a:ext uri="{FF2B5EF4-FFF2-40B4-BE49-F238E27FC236}">
                <a16:creationId xmlns:a16="http://schemas.microsoft.com/office/drawing/2014/main" id="{F4AD8478-4FD2-6CEE-F76D-1CB094C23379}"/>
              </a:ext>
            </a:extLst>
          </p:cNvPr>
          <p:cNvSpPr/>
          <p:nvPr/>
        </p:nvSpPr>
        <p:spPr>
          <a:xfrm>
            <a:off x="4371283" y="1263913"/>
            <a:ext cx="3565000" cy="2100000"/>
          </a:xfrm>
          <a:prstGeom prst="roundRect">
            <a:avLst/>
          </a:prstGeom>
          <a:ln/>
        </p:spPr>
        <p:style>
          <a:lnRef idx="1">
            <a:schemeClr val="accent3"/>
          </a:lnRef>
          <a:fillRef idx="3">
            <a:schemeClr val="accent3"/>
          </a:fillRef>
          <a:effectRef idx="2">
            <a:schemeClr val="accent3"/>
          </a:effectRef>
          <a:fontRef idx="minor">
            <a:schemeClr val="lt1"/>
          </a:fontRef>
        </p:style>
        <p:txBody>
          <a:bodyPr wrap="square" lIns="137160" tIns="91440" rIns="137160" bIns="91440" rtlCol="0" anchor="ctr"/>
          <a:lstStyle/>
          <a:p>
            <a:pPr algn="l"/>
            <a:r>
              <a:rPr lang="en-US" sz="1600" b="1">
                <a:solidFill>
                  <a:srgbClr val="FFFFFF"/>
                </a:solidFill>
              </a:rPr>
              <a:t>Missing Winnable Deals</a:t>
            </a:r>
          </a:p>
          <a:p>
            <a:pPr algn="l">
              <a:spcBef>
                <a:spcPts val="600"/>
              </a:spcBef>
            </a:pPr>
            <a:r>
              <a:rPr lang="en-US" sz="1400">
                <a:solidFill>
                  <a:srgbClr val="FFFFFF"/>
                </a:solidFill>
              </a:rPr>
              <a:t>Underestimating a deal's win chance can mean it gets deprioritized, under-resourced, or lost to a competitor unnecessarily.</a:t>
            </a:r>
          </a:p>
        </p:txBody>
      </p:sp>
      <p:sp>
        <p:nvSpPr>
          <p:cNvPr id="12" name="Rounded Rectangle 11">
            <a:extLst>
              <a:ext uri="{FF2B5EF4-FFF2-40B4-BE49-F238E27FC236}">
                <a16:creationId xmlns:a16="http://schemas.microsoft.com/office/drawing/2014/main" id="{EC5532E1-842A-4A4D-BE80-A4600316AAB2}"/>
              </a:ext>
            </a:extLst>
          </p:cNvPr>
          <p:cNvSpPr/>
          <p:nvPr/>
        </p:nvSpPr>
        <p:spPr>
          <a:xfrm>
            <a:off x="8233670" y="1263913"/>
            <a:ext cx="3565000" cy="2100000"/>
          </a:xfrm>
          <a:prstGeom prst="roundRect">
            <a:avLst/>
          </a:prstGeom>
          <a:ln/>
        </p:spPr>
        <p:style>
          <a:lnRef idx="1">
            <a:schemeClr val="accent2"/>
          </a:lnRef>
          <a:fillRef idx="3">
            <a:schemeClr val="accent2"/>
          </a:fillRef>
          <a:effectRef idx="2">
            <a:schemeClr val="accent2"/>
          </a:effectRef>
          <a:fontRef idx="minor">
            <a:schemeClr val="lt1"/>
          </a:fontRef>
        </p:style>
        <p:txBody>
          <a:bodyPr wrap="square" lIns="137160" tIns="91440" rIns="137160" bIns="91440" rtlCol="0" anchor="ctr"/>
          <a:lstStyle/>
          <a:p>
            <a:pPr algn="l"/>
            <a:r>
              <a:rPr lang="en-US" sz="1600" b="1">
                <a:solidFill>
                  <a:srgbClr val="FFFFFF"/>
                </a:solidFill>
              </a:rPr>
              <a:t>What the Model Delivers</a:t>
            </a:r>
          </a:p>
          <a:p>
            <a:pPr algn="l">
              <a:spcBef>
                <a:spcPts val="600"/>
              </a:spcBef>
            </a:pPr>
            <a:r>
              <a:rPr lang="en-US" sz="1400">
                <a:solidFill>
                  <a:srgbClr val="FFFFFF"/>
                </a:solidFill>
              </a:rPr>
              <a:t>A data-driven win probability score for each deal, its expected revenue, and an actionable recommendation.</a:t>
            </a:r>
          </a:p>
        </p:txBody>
      </p:sp>
      <p:sp>
        <p:nvSpPr>
          <p:cNvPr id="7" name="TextBox 6">
            <a:extLst>
              <a:ext uri="{FF2B5EF4-FFF2-40B4-BE49-F238E27FC236}">
                <a16:creationId xmlns:a16="http://schemas.microsoft.com/office/drawing/2014/main" id="{BDACE04B-31C3-E912-3F41-B4C56E8D1796}"/>
              </a:ext>
            </a:extLst>
          </p:cNvPr>
          <p:cNvSpPr txBox="1"/>
          <p:nvPr/>
        </p:nvSpPr>
        <p:spPr>
          <a:xfrm>
            <a:off x="376548" y="778044"/>
            <a:ext cx="1062512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Segoe UI"/>
              </a:rPr>
              <a:t>How likely is a given sales opportunity to close as a win, and what should the sales team do about it?</a:t>
            </a:r>
          </a:p>
        </p:txBody>
      </p:sp>
      <p:pic>
        <p:nvPicPr>
          <p:cNvPr id="4" name="Picture 3">
            <a:extLst>
              <a:ext uri="{FF2B5EF4-FFF2-40B4-BE49-F238E27FC236}">
                <a16:creationId xmlns:a16="http://schemas.microsoft.com/office/drawing/2014/main" id="{B97EB659-CAF4-3B23-2300-384A1F4F7D12}"/>
              </a:ext>
            </a:extLst>
          </p:cNvPr>
          <p:cNvPicPr>
            <a:picLocks noChangeAspect="1"/>
          </p:cNvPicPr>
          <p:nvPr/>
        </p:nvPicPr>
        <p:blipFill>
          <a:blip r:embed="rId3"/>
          <a:stretch>
            <a:fillRect/>
          </a:stretch>
        </p:blipFill>
        <p:spPr>
          <a:xfrm>
            <a:off x="304096" y="4197312"/>
            <a:ext cx="11414520" cy="1027190"/>
          </a:xfrm>
          <a:prstGeom prst="rect">
            <a:avLst/>
          </a:prstGeom>
        </p:spPr>
      </p:pic>
      <p:sp>
        <p:nvSpPr>
          <p:cNvPr id="11" name="TextBox 10">
            <a:extLst>
              <a:ext uri="{FF2B5EF4-FFF2-40B4-BE49-F238E27FC236}">
                <a16:creationId xmlns:a16="http://schemas.microsoft.com/office/drawing/2014/main" id="{5FDBC672-75A6-C227-E040-1F834EEFFD87}"/>
              </a:ext>
            </a:extLst>
          </p:cNvPr>
          <p:cNvSpPr txBox="1"/>
          <p:nvPr/>
        </p:nvSpPr>
        <p:spPr>
          <a:xfrm>
            <a:off x="388740" y="3511228"/>
            <a:ext cx="392935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mj-lt"/>
                <a:cs typeface="Segoe UI"/>
              </a:rPr>
              <a:t>AI Sales Deal Prediction Framework</a:t>
            </a:r>
            <a:endParaRPr lang="en-US" sz="1600">
              <a:latin typeface="+mj-lt"/>
              <a:cs typeface="Poppins"/>
            </a:endParaRPr>
          </a:p>
          <a:p>
            <a:pPr algn="l"/>
            <a:endParaRPr lang="en-US">
              <a:cs typeface="Poppins"/>
            </a:endParaRPr>
          </a:p>
        </p:txBody>
      </p:sp>
      <p:pic>
        <p:nvPicPr>
          <p:cNvPr id="15" name="Picture 14">
            <a:extLst>
              <a:ext uri="{FF2B5EF4-FFF2-40B4-BE49-F238E27FC236}">
                <a16:creationId xmlns:a16="http://schemas.microsoft.com/office/drawing/2014/main" id="{30CD5272-0101-C96D-11AF-733BD2411EBD}"/>
              </a:ext>
            </a:extLst>
          </p:cNvPr>
          <p:cNvPicPr>
            <a:picLocks noChangeAspect="1"/>
          </p:cNvPicPr>
          <p:nvPr/>
        </p:nvPicPr>
        <p:blipFill>
          <a:blip r:embed="rId4"/>
          <a:stretch>
            <a:fillRect/>
          </a:stretch>
        </p:blipFill>
        <p:spPr>
          <a:xfrm>
            <a:off x="11471130" y="4472781"/>
            <a:ext cx="394355" cy="476250"/>
          </a:xfrm>
          <a:prstGeom prst="rect">
            <a:avLst/>
          </a:prstGeom>
        </p:spPr>
      </p:pic>
      <p:pic>
        <p:nvPicPr>
          <p:cNvPr id="18" name="Picture 17">
            <a:extLst>
              <a:ext uri="{FF2B5EF4-FFF2-40B4-BE49-F238E27FC236}">
                <a16:creationId xmlns:a16="http://schemas.microsoft.com/office/drawing/2014/main" id="{EE046E46-2E59-8342-398D-A95D8B6E0C8F}"/>
              </a:ext>
            </a:extLst>
          </p:cNvPr>
          <p:cNvPicPr>
            <a:picLocks noChangeAspect="1"/>
          </p:cNvPicPr>
          <p:nvPr/>
        </p:nvPicPr>
        <p:blipFill>
          <a:blip r:embed="rId5"/>
          <a:stretch>
            <a:fillRect/>
          </a:stretch>
        </p:blipFill>
        <p:spPr>
          <a:xfrm>
            <a:off x="2532730" y="4666765"/>
            <a:ext cx="5167300" cy="118382"/>
          </a:xfrm>
          <a:prstGeom prst="rect">
            <a:avLst/>
          </a:prstGeom>
        </p:spPr>
      </p:pic>
      <p:sp>
        <p:nvSpPr>
          <p:cNvPr id="20" name="TextBox 19">
            <a:extLst>
              <a:ext uri="{FF2B5EF4-FFF2-40B4-BE49-F238E27FC236}">
                <a16:creationId xmlns:a16="http://schemas.microsoft.com/office/drawing/2014/main" id="{88C74D9B-FFAB-7664-0869-B7542E9B88E4}"/>
              </a:ext>
            </a:extLst>
          </p:cNvPr>
          <p:cNvSpPr txBox="1"/>
          <p:nvPr/>
        </p:nvSpPr>
        <p:spPr>
          <a:xfrm>
            <a:off x="1295449" y="4805734"/>
            <a:ext cx="159004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i="0">
                <a:latin typeface="+mj-lt"/>
                <a:ea typeface="Segoe UI"/>
                <a:cs typeface="Segoe UI"/>
              </a:rPr>
              <a:t>Raw CRM Data</a:t>
            </a:r>
          </a:p>
        </p:txBody>
      </p:sp>
      <p:sp>
        <p:nvSpPr>
          <p:cNvPr id="22" name="TextBox 21">
            <a:extLst>
              <a:ext uri="{FF2B5EF4-FFF2-40B4-BE49-F238E27FC236}">
                <a16:creationId xmlns:a16="http://schemas.microsoft.com/office/drawing/2014/main" id="{13015742-923E-45E0-2319-F6E68153CCE0}"/>
              </a:ext>
            </a:extLst>
          </p:cNvPr>
          <p:cNvSpPr txBox="1"/>
          <p:nvPr/>
        </p:nvSpPr>
        <p:spPr>
          <a:xfrm>
            <a:off x="2713723" y="4779923"/>
            <a:ext cx="143174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mj-lt"/>
                <a:cs typeface="Segoe UI"/>
              </a:rPr>
              <a:t>Cleaning</a:t>
            </a:r>
            <a:endParaRPr lang="en-US" sz="1600" b="1">
              <a:latin typeface="+mj-lt"/>
            </a:endParaRPr>
          </a:p>
        </p:txBody>
      </p:sp>
      <p:sp>
        <p:nvSpPr>
          <p:cNvPr id="24" name="TextBox 23">
            <a:extLst>
              <a:ext uri="{FF2B5EF4-FFF2-40B4-BE49-F238E27FC236}">
                <a16:creationId xmlns:a16="http://schemas.microsoft.com/office/drawing/2014/main" id="{E084423D-A2A8-610B-08DC-B29CCB17D81A}"/>
              </a:ext>
            </a:extLst>
          </p:cNvPr>
          <p:cNvSpPr txBox="1"/>
          <p:nvPr/>
        </p:nvSpPr>
        <p:spPr>
          <a:xfrm>
            <a:off x="4326457" y="4758750"/>
            <a:ext cx="159004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mj-lt"/>
                <a:cs typeface="Segoe UI"/>
              </a:rPr>
              <a:t>Feature Engineering</a:t>
            </a:r>
            <a:endParaRPr lang="en-US" sz="1600" b="1">
              <a:latin typeface="+mj-lt"/>
            </a:endParaRPr>
          </a:p>
        </p:txBody>
      </p:sp>
      <p:sp>
        <p:nvSpPr>
          <p:cNvPr id="26" name="TextBox 25">
            <a:extLst>
              <a:ext uri="{FF2B5EF4-FFF2-40B4-BE49-F238E27FC236}">
                <a16:creationId xmlns:a16="http://schemas.microsoft.com/office/drawing/2014/main" id="{49919BC2-272A-6267-958C-9A2023315E1C}"/>
              </a:ext>
            </a:extLst>
          </p:cNvPr>
          <p:cNvSpPr txBox="1"/>
          <p:nvPr/>
        </p:nvSpPr>
        <p:spPr>
          <a:xfrm>
            <a:off x="6180645" y="4779190"/>
            <a:ext cx="145052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mj-lt"/>
                <a:cs typeface="Segoe UI"/>
              </a:rPr>
              <a:t>Win Probability Model</a:t>
            </a:r>
            <a:endParaRPr lang="en-US" sz="1600" b="1">
              <a:latin typeface="+mj-lt"/>
            </a:endParaRPr>
          </a:p>
        </p:txBody>
      </p:sp>
      <p:sp>
        <p:nvSpPr>
          <p:cNvPr id="28" name="TextBox 27">
            <a:extLst>
              <a:ext uri="{FF2B5EF4-FFF2-40B4-BE49-F238E27FC236}">
                <a16:creationId xmlns:a16="http://schemas.microsoft.com/office/drawing/2014/main" id="{D2E20D2C-0DAF-A87F-D261-5B20486145A1}"/>
              </a:ext>
            </a:extLst>
          </p:cNvPr>
          <p:cNvSpPr txBox="1"/>
          <p:nvPr/>
        </p:nvSpPr>
        <p:spPr>
          <a:xfrm>
            <a:off x="7818488" y="4787690"/>
            <a:ext cx="172748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mj-lt"/>
                <a:cs typeface="Segoe UI"/>
              </a:rPr>
              <a:t>Expected Revenue</a:t>
            </a:r>
            <a:endParaRPr lang="en-US" sz="1600" b="1">
              <a:latin typeface="+mj-lt"/>
            </a:endParaRPr>
          </a:p>
        </p:txBody>
      </p:sp>
      <p:sp>
        <p:nvSpPr>
          <p:cNvPr id="30" name="TextBox 29">
            <a:extLst>
              <a:ext uri="{FF2B5EF4-FFF2-40B4-BE49-F238E27FC236}">
                <a16:creationId xmlns:a16="http://schemas.microsoft.com/office/drawing/2014/main" id="{D4FF8286-0265-B37C-969A-DE85B395763A}"/>
              </a:ext>
            </a:extLst>
          </p:cNvPr>
          <p:cNvSpPr txBox="1"/>
          <p:nvPr/>
        </p:nvSpPr>
        <p:spPr>
          <a:xfrm>
            <a:off x="9607288" y="4822263"/>
            <a:ext cx="191694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mj-lt"/>
                <a:cs typeface="Segoe UI"/>
              </a:rPr>
              <a:t>Recommended Action</a:t>
            </a:r>
            <a:endParaRPr lang="en-US" sz="1600" b="1">
              <a:latin typeface="+mj-lt"/>
            </a:endParaRPr>
          </a:p>
        </p:txBody>
      </p:sp>
      <p:pic>
        <p:nvPicPr>
          <p:cNvPr id="32" name="Picture 31">
            <a:extLst>
              <a:ext uri="{FF2B5EF4-FFF2-40B4-BE49-F238E27FC236}">
                <a16:creationId xmlns:a16="http://schemas.microsoft.com/office/drawing/2014/main" id="{1AFECC9A-F7C0-E303-30E4-5C8F6780B9B2}"/>
              </a:ext>
            </a:extLst>
          </p:cNvPr>
          <p:cNvPicPr>
            <a:picLocks noChangeAspect="1"/>
          </p:cNvPicPr>
          <p:nvPr/>
        </p:nvPicPr>
        <p:blipFill>
          <a:blip r:embed="rId6"/>
          <a:stretch>
            <a:fillRect/>
          </a:stretch>
        </p:blipFill>
        <p:spPr>
          <a:xfrm flipV="1">
            <a:off x="9525193" y="4664588"/>
            <a:ext cx="161831" cy="130408"/>
          </a:xfrm>
          <a:prstGeom prst="rect">
            <a:avLst/>
          </a:prstGeom>
        </p:spPr>
      </p:pic>
      <p:pic>
        <p:nvPicPr>
          <p:cNvPr id="34" name="Graphic 33">
            <a:extLst>
              <a:ext uri="{FF2B5EF4-FFF2-40B4-BE49-F238E27FC236}">
                <a16:creationId xmlns:a16="http://schemas.microsoft.com/office/drawing/2014/main" id="{B66D171A-1C78-276F-E1D2-C792E641E6E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79124" y="3936598"/>
            <a:ext cx="822690" cy="805544"/>
          </a:xfrm>
          <a:prstGeom prst="rect">
            <a:avLst/>
          </a:prstGeom>
        </p:spPr>
      </p:pic>
      <p:pic>
        <p:nvPicPr>
          <p:cNvPr id="36" name="Graphic 35">
            <a:extLst>
              <a:ext uri="{FF2B5EF4-FFF2-40B4-BE49-F238E27FC236}">
                <a16:creationId xmlns:a16="http://schemas.microsoft.com/office/drawing/2014/main" id="{E4283B1D-64CB-08DC-A277-2A1124558BB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09202" y="3976015"/>
            <a:ext cx="786922" cy="812800"/>
          </a:xfrm>
          <a:prstGeom prst="rect">
            <a:avLst/>
          </a:prstGeom>
        </p:spPr>
      </p:pic>
      <p:pic>
        <p:nvPicPr>
          <p:cNvPr id="38" name="Graphic 37">
            <a:extLst>
              <a:ext uri="{FF2B5EF4-FFF2-40B4-BE49-F238E27FC236}">
                <a16:creationId xmlns:a16="http://schemas.microsoft.com/office/drawing/2014/main" id="{64591241-3A5B-009F-83B7-54E1D5670F5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2340000">
            <a:off x="4810081" y="4048041"/>
            <a:ext cx="779768" cy="754743"/>
          </a:xfrm>
          <a:prstGeom prst="rect">
            <a:avLst/>
          </a:prstGeom>
        </p:spPr>
      </p:pic>
      <p:pic>
        <p:nvPicPr>
          <p:cNvPr id="40" name="Graphic 39">
            <a:extLst>
              <a:ext uri="{FF2B5EF4-FFF2-40B4-BE49-F238E27FC236}">
                <a16:creationId xmlns:a16="http://schemas.microsoft.com/office/drawing/2014/main" id="{8CB12AE4-1472-01CB-502E-A5EFFF53E91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72134" y="3927397"/>
            <a:ext cx="794075" cy="740229"/>
          </a:xfrm>
          <a:prstGeom prst="rect">
            <a:avLst/>
          </a:prstGeom>
        </p:spPr>
      </p:pic>
      <p:pic>
        <p:nvPicPr>
          <p:cNvPr id="42" name="Graphic 41">
            <a:extLst>
              <a:ext uri="{FF2B5EF4-FFF2-40B4-BE49-F238E27FC236}">
                <a16:creationId xmlns:a16="http://schemas.microsoft.com/office/drawing/2014/main" id="{5A1392C4-225F-85CA-6341-9598CFE25CD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209353" y="4026822"/>
            <a:ext cx="765460" cy="718458"/>
          </a:xfrm>
          <a:prstGeom prst="rect">
            <a:avLst/>
          </a:prstGeom>
        </p:spPr>
      </p:pic>
      <p:pic>
        <p:nvPicPr>
          <p:cNvPr id="44" name="Graphic 43" descr="Handshake outline">
            <a:extLst>
              <a:ext uri="{FF2B5EF4-FFF2-40B4-BE49-F238E27FC236}">
                <a16:creationId xmlns:a16="http://schemas.microsoft.com/office/drawing/2014/main" id="{295BD41D-16B9-3C3E-AEFF-49666FB3998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03544" y="4293621"/>
            <a:ext cx="822690" cy="834571"/>
          </a:xfrm>
          <a:prstGeom prst="rect">
            <a:avLst/>
          </a:prstGeom>
        </p:spPr>
      </p:pic>
      <p:pic>
        <p:nvPicPr>
          <p:cNvPr id="46" name="Graphic 45" descr="Mathematics outline">
            <a:extLst>
              <a:ext uri="{FF2B5EF4-FFF2-40B4-BE49-F238E27FC236}">
                <a16:creationId xmlns:a16="http://schemas.microsoft.com/office/drawing/2014/main" id="{B1C4E36A-8E0D-F2C6-286C-E714706D283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51574" y="4001893"/>
            <a:ext cx="751745" cy="762602"/>
          </a:xfrm>
          <a:prstGeom prst="rect">
            <a:avLst/>
          </a:prstGeom>
        </p:spPr>
      </p:pic>
      <p:sp>
        <p:nvSpPr>
          <p:cNvPr id="49" name="TextBox 48">
            <a:extLst>
              <a:ext uri="{FF2B5EF4-FFF2-40B4-BE49-F238E27FC236}">
                <a16:creationId xmlns:a16="http://schemas.microsoft.com/office/drawing/2014/main" id="{320C27DA-3D18-8402-F288-90DF82CA42A1}"/>
              </a:ext>
            </a:extLst>
          </p:cNvPr>
          <p:cNvSpPr txBox="1"/>
          <p:nvPr/>
        </p:nvSpPr>
        <p:spPr>
          <a:xfrm>
            <a:off x="376548" y="5650880"/>
            <a:ext cx="9960009" cy="584775"/>
          </a:xfrm>
          <a:prstGeom prst="rect">
            <a:avLst/>
          </a:prstGeom>
          <a:noFill/>
        </p:spPr>
        <p:txBody>
          <a:bodyPr wrap="square">
            <a:spAutoFit/>
          </a:bodyPr>
          <a:lstStyle/>
          <a:p>
            <a:pPr marL="285750" indent="-285750">
              <a:buFont typeface="Arial" panose="020B0604020202020204" pitchFamily="34" charset="0"/>
              <a:buChar char="•"/>
            </a:pPr>
            <a:r>
              <a:rPr lang="en-US" sz="1600">
                <a:cs typeface="Segoe UI"/>
              </a:rPr>
              <a:t>Model will predict the likelihood a sales opportunity will close as a win</a:t>
            </a:r>
          </a:p>
          <a:p>
            <a:pPr marL="285750" indent="-285750">
              <a:buFont typeface="Arial" panose="020B0604020202020204" pitchFamily="34" charset="0"/>
              <a:buChar char="•"/>
            </a:pPr>
            <a:r>
              <a:rPr lang="en-US" sz="1600">
                <a:cs typeface="Segoe UI"/>
              </a:rPr>
              <a:t>AI recommends the next best action using historical deal data and sales-process signals</a:t>
            </a:r>
            <a:endParaRPr lang="en-US" sz="1600">
              <a:cs typeface="Poppins"/>
            </a:endParaRPr>
          </a:p>
        </p:txBody>
      </p:sp>
      <mc:AlternateContent xmlns:mc="http://schemas.openxmlformats.org/markup-compatibility/2006">
        <mc:Choice xmlns:pslz="http://schemas.microsoft.com/office/powerpoint/2016/slidezoom" Requires="pslz">
          <p:graphicFrame>
            <p:nvGraphicFramePr>
              <p:cNvPr id="5" name="Slide Zoom 4">
                <a:extLst>
                  <a:ext uri="{FF2B5EF4-FFF2-40B4-BE49-F238E27FC236}">
                    <a16:creationId xmlns:a16="http://schemas.microsoft.com/office/drawing/2014/main" id="{F40CA4CA-CED7-BD74-3821-2AA16A8AC2DC}"/>
                  </a:ext>
                </a:extLst>
              </p:cNvPr>
              <p:cNvGraphicFramePr>
                <a:graphicFrameLocks noChangeAspect="1"/>
              </p:cNvGraphicFramePr>
              <p:nvPr>
                <p:extLst>
                  <p:ext uri="{D42A27DB-BD31-4B8C-83A1-F6EECF244321}">
                    <p14:modId xmlns:p14="http://schemas.microsoft.com/office/powerpoint/2010/main" val="3548257637"/>
                  </p:ext>
                </p:extLst>
              </p:nvPr>
            </p:nvGraphicFramePr>
            <p:xfrm>
              <a:off x="10883301" y="5819765"/>
              <a:ext cx="1175657" cy="661307"/>
            </p:xfrm>
            <a:graphic>
              <a:graphicData uri="http://schemas.microsoft.com/office/powerpoint/2016/slidezoom">
                <pslz:sldZm>
                  <pslz:sldZmObj sldId="268" cId="3430357071">
                    <pslz:zmPr id="{93AFB3FF-330C-4512-B5A3-7119CDB2F3EC}" returnToParent="0" transitionDur="1000">
                      <p166:blipFill xmlns:p166="http://schemas.microsoft.com/office/powerpoint/2016/6/main">
                        <a:blip r:embed="rId14"/>
                        <a:stretch>
                          <a:fillRect/>
                        </a:stretch>
                      </p166:blipFill>
                      <p166:spPr xmlns:p166="http://schemas.microsoft.com/office/powerpoint/2016/6/main">
                        <a:xfrm>
                          <a:off x="0" y="0"/>
                          <a:ext cx="1175657" cy="661307"/>
                        </a:xfrm>
                        <a:prstGeom prst="rect">
                          <a:avLst/>
                        </a:prstGeom>
                        <a:ln w="3175">
                          <a:solidFill>
                            <a:prstClr val="ltGray"/>
                          </a:solidFill>
                        </a:ln>
                      </p166:spPr>
                    </pslz:zmPr>
                  </pslz:sldZmObj>
                </pslz:sldZm>
              </a:graphicData>
            </a:graphic>
          </p:graphicFrame>
        </mc:Choice>
        <mc:Fallback>
          <p:pic>
            <p:nvPicPr>
              <p:cNvPr id="5" name="Slide Zoom 4">
                <a:hlinkClick r:id="rId15" action="ppaction://hlinksldjump"/>
                <a:extLst>
                  <a:ext uri="{FF2B5EF4-FFF2-40B4-BE49-F238E27FC236}">
                    <a16:creationId xmlns:a16="http://schemas.microsoft.com/office/drawing/2014/main" id="{F40CA4CA-CED7-BD74-3821-2AA16A8AC2DC}"/>
                  </a:ext>
                </a:extLst>
              </p:cNvPr>
              <p:cNvPicPr>
                <a:picLocks noGrp="1" noRot="1" noChangeAspect="1" noMove="1" noResize="1" noEditPoints="1" noAdjustHandles="1" noChangeArrowheads="1" noChangeShapeType="1"/>
              </p:cNvPicPr>
              <p:nvPr/>
            </p:nvPicPr>
            <p:blipFill>
              <a:blip r:embed="rId14"/>
              <a:stretch>
                <a:fillRect/>
              </a:stretch>
            </p:blipFill>
            <p:spPr>
              <a:xfrm>
                <a:off x="10883301" y="5819765"/>
                <a:ext cx="1175657" cy="661307"/>
              </a:xfrm>
              <a:prstGeom prst="rect">
                <a:avLst/>
              </a:prstGeom>
              <a:ln w="3175">
                <a:solidFill>
                  <a:prstClr val="ltGray"/>
                </a:solidFill>
              </a:ln>
            </p:spPr>
          </p:pic>
        </mc:Fallback>
      </mc:AlternateContent>
    </p:spTree>
    <p:extLst>
      <p:ext uri="{BB962C8B-B14F-4D97-AF65-F5344CB8AC3E}">
        <p14:creationId xmlns:p14="http://schemas.microsoft.com/office/powerpoint/2010/main" val="3624687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59CBF-1CED-53F4-DCC7-1BF271C446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707D7E-1E53-83D0-D9AD-49B16E8D41BD}"/>
              </a:ext>
            </a:extLst>
          </p:cNvPr>
          <p:cNvSpPr>
            <a:spLocks noGrp="1"/>
          </p:cNvSpPr>
          <p:nvPr>
            <p:ph type="sldNum" sz="quarter" idx="4"/>
          </p:nvPr>
        </p:nvSpPr>
        <p:spPr/>
        <p:txBody>
          <a:bodyPr/>
          <a:lstStyle/>
          <a:p>
            <a:fld id="{FAF63893-4B0C-4F88-9650-53ECAF8C5052}" type="slidenum">
              <a:rPr lang="en-IN" smtClean="0"/>
              <a:pPr/>
              <a:t>4</a:t>
            </a:fld>
            <a:endParaRPr lang="en-IN"/>
          </a:p>
        </p:txBody>
      </p:sp>
      <p:sp>
        <p:nvSpPr>
          <p:cNvPr id="13" name="Title 1">
            <a:extLst>
              <a:ext uri="{FF2B5EF4-FFF2-40B4-BE49-F238E27FC236}">
                <a16:creationId xmlns:a16="http://schemas.microsoft.com/office/drawing/2014/main" id="{6CBCFA7A-7F7A-C872-05B0-40E56074FF62}"/>
              </a:ext>
            </a:extLst>
          </p:cNvPr>
          <p:cNvSpPr txBox="1">
            <a:spLocks/>
          </p:cNvSpPr>
          <p:nvPr/>
        </p:nvSpPr>
        <p:spPr>
          <a:xfrm>
            <a:off x="316392" y="266371"/>
            <a:ext cx="10972800" cy="584775"/>
          </a:xfrm>
          <a:prstGeom prst="rect">
            <a:avLst/>
          </a:prstGeom>
        </p:spPr>
        <p:txBody>
          <a:bodyPr lIns="91440" tIns="45720" rIns="91440" bIns="45720" anchor="t"/>
          <a:lstStyle>
            <a:lvl1pPr algn="l" defTabSz="914400" rtl="0" eaLnBrk="1" latinLnBrk="0" hangingPunct="1">
              <a:lnSpc>
                <a:spcPct val="90000"/>
              </a:lnSpc>
              <a:spcBef>
                <a:spcPct val="0"/>
              </a:spcBef>
              <a:buNone/>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latin typeface="Poppins"/>
                <a:cs typeface="Poppins"/>
              </a:rPr>
              <a:t>Scope of the Model</a:t>
            </a:r>
          </a:p>
          <a:p>
            <a:endParaRPr lang="en-US"/>
          </a:p>
          <a:p>
            <a:endParaRPr lang="en-US"/>
          </a:p>
        </p:txBody>
      </p:sp>
      <p:sp>
        <p:nvSpPr>
          <p:cNvPr id="43" name="Rectangle: Rounded Corners 42">
            <a:extLst>
              <a:ext uri="{FF2B5EF4-FFF2-40B4-BE49-F238E27FC236}">
                <a16:creationId xmlns:a16="http://schemas.microsoft.com/office/drawing/2014/main" id="{4E4B1805-CCE4-DBDE-CCB1-F34014AC9943}"/>
              </a:ext>
            </a:extLst>
          </p:cNvPr>
          <p:cNvSpPr/>
          <p:nvPr/>
        </p:nvSpPr>
        <p:spPr>
          <a:xfrm>
            <a:off x="326570" y="963089"/>
            <a:ext cx="5475518" cy="621805"/>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000" b="1">
                <a:solidFill>
                  <a:schemeClr val="bg1"/>
                </a:solidFill>
                <a:cs typeface="Poppins"/>
              </a:rPr>
              <a:t>IN SCOPE</a:t>
            </a:r>
          </a:p>
        </p:txBody>
      </p:sp>
      <p:sp>
        <p:nvSpPr>
          <p:cNvPr id="45" name="Rectangle: Rounded Corners 44">
            <a:extLst>
              <a:ext uri="{FF2B5EF4-FFF2-40B4-BE49-F238E27FC236}">
                <a16:creationId xmlns:a16="http://schemas.microsoft.com/office/drawing/2014/main" id="{59F9C918-D9BF-B5FF-2DA6-3058E956BB84}"/>
              </a:ext>
            </a:extLst>
          </p:cNvPr>
          <p:cNvSpPr/>
          <p:nvPr/>
        </p:nvSpPr>
        <p:spPr>
          <a:xfrm>
            <a:off x="6389914" y="961932"/>
            <a:ext cx="5475516" cy="61850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a:solidFill>
                  <a:schemeClr val="bg1"/>
                </a:solidFill>
                <a:cs typeface="Poppins"/>
              </a:rPr>
              <a:t>OUT OF SCOPE</a:t>
            </a:r>
            <a:endParaRPr lang="en-US" sz="2000" b="1">
              <a:solidFill>
                <a:schemeClr val="bg1"/>
              </a:solidFill>
            </a:endParaRPr>
          </a:p>
        </p:txBody>
      </p:sp>
      <p:pic>
        <p:nvPicPr>
          <p:cNvPr id="47" name="Graphic 46" descr="Document with solid fill">
            <a:extLst>
              <a:ext uri="{FF2B5EF4-FFF2-40B4-BE49-F238E27FC236}">
                <a16:creationId xmlns:a16="http://schemas.microsoft.com/office/drawing/2014/main" id="{AFC22109-608C-0A08-93EF-1DF035ED88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6766" y="5445237"/>
            <a:ext cx="694046" cy="694046"/>
          </a:xfrm>
          <a:prstGeom prst="rect">
            <a:avLst/>
          </a:prstGeom>
        </p:spPr>
      </p:pic>
      <p:pic>
        <p:nvPicPr>
          <p:cNvPr id="49" name="Graphic 48" descr="Daily calendar outline">
            <a:extLst>
              <a:ext uri="{FF2B5EF4-FFF2-40B4-BE49-F238E27FC236}">
                <a16:creationId xmlns:a16="http://schemas.microsoft.com/office/drawing/2014/main" id="{1BC7A012-AD5E-FD1E-61FB-5C9C90B200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183" y="4241454"/>
            <a:ext cx="789057" cy="789057"/>
          </a:xfrm>
          <a:prstGeom prst="rect">
            <a:avLst/>
          </a:prstGeom>
        </p:spPr>
      </p:pic>
      <p:pic>
        <p:nvPicPr>
          <p:cNvPr id="51" name="Graphic 50" descr="Database outline">
            <a:extLst>
              <a:ext uri="{FF2B5EF4-FFF2-40B4-BE49-F238E27FC236}">
                <a16:creationId xmlns:a16="http://schemas.microsoft.com/office/drawing/2014/main" id="{455D655A-FA6A-850B-F347-10859A1BC5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6094" y="3110311"/>
            <a:ext cx="637378" cy="637378"/>
          </a:xfrm>
          <a:prstGeom prst="rect">
            <a:avLst/>
          </a:prstGeom>
        </p:spPr>
      </p:pic>
      <p:pic>
        <p:nvPicPr>
          <p:cNvPr id="53" name="Graphic 52" descr="Briefcase outline">
            <a:extLst>
              <a:ext uri="{FF2B5EF4-FFF2-40B4-BE49-F238E27FC236}">
                <a16:creationId xmlns:a16="http://schemas.microsoft.com/office/drawing/2014/main" id="{CB3AA69C-D9F6-E600-6529-6819CF9A370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4743" y="1838780"/>
            <a:ext cx="719613" cy="719613"/>
          </a:xfrm>
          <a:prstGeom prst="rect">
            <a:avLst/>
          </a:prstGeom>
        </p:spPr>
      </p:pic>
      <p:pic>
        <p:nvPicPr>
          <p:cNvPr id="63" name="Graphic 62" descr="Dollar with solid fill">
            <a:extLst>
              <a:ext uri="{FF2B5EF4-FFF2-40B4-BE49-F238E27FC236}">
                <a16:creationId xmlns:a16="http://schemas.microsoft.com/office/drawing/2014/main" id="{6645F9EF-046C-0CF9-DEC0-944152F246D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40202" y="4132867"/>
            <a:ext cx="914400" cy="914400"/>
          </a:xfrm>
          <a:prstGeom prst="rect">
            <a:avLst/>
          </a:prstGeom>
        </p:spPr>
      </p:pic>
      <p:pic>
        <p:nvPicPr>
          <p:cNvPr id="65" name="Graphic 64" descr="Lock outline">
            <a:extLst>
              <a:ext uri="{FF2B5EF4-FFF2-40B4-BE49-F238E27FC236}">
                <a16:creationId xmlns:a16="http://schemas.microsoft.com/office/drawing/2014/main" id="{0932AEAB-559D-27B2-545B-FB20BBA088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40202" y="5314254"/>
            <a:ext cx="914400" cy="914400"/>
          </a:xfrm>
          <a:prstGeom prst="rect">
            <a:avLst/>
          </a:prstGeom>
        </p:spPr>
      </p:pic>
      <p:pic>
        <p:nvPicPr>
          <p:cNvPr id="67" name="Graphic 66" descr="Handshake outline">
            <a:extLst>
              <a:ext uri="{FF2B5EF4-FFF2-40B4-BE49-F238E27FC236}">
                <a16:creationId xmlns:a16="http://schemas.microsoft.com/office/drawing/2014/main" id="{8183E0E3-6CBA-94D7-0142-B212D098A69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40202" y="2971800"/>
            <a:ext cx="914400" cy="914400"/>
          </a:xfrm>
          <a:prstGeom prst="rect">
            <a:avLst/>
          </a:prstGeom>
        </p:spPr>
      </p:pic>
      <p:pic>
        <p:nvPicPr>
          <p:cNvPr id="69" name="Graphic 68" descr="Plugged Unplugged with solid fill">
            <a:extLst>
              <a:ext uri="{FF2B5EF4-FFF2-40B4-BE49-F238E27FC236}">
                <a16:creationId xmlns:a16="http://schemas.microsoft.com/office/drawing/2014/main" id="{DE525741-2EE6-433A-902C-BCD55648294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591300" y="1741386"/>
            <a:ext cx="963302" cy="914400"/>
          </a:xfrm>
          <a:prstGeom prst="rect">
            <a:avLst/>
          </a:prstGeom>
        </p:spPr>
      </p:pic>
      <p:graphicFrame>
        <p:nvGraphicFramePr>
          <p:cNvPr id="35" name="Table 34">
            <a:extLst>
              <a:ext uri="{FF2B5EF4-FFF2-40B4-BE49-F238E27FC236}">
                <a16:creationId xmlns:a16="http://schemas.microsoft.com/office/drawing/2014/main" id="{2303D635-98B7-E84F-5B28-E5AE80B89BB5}"/>
              </a:ext>
            </a:extLst>
          </p:cNvPr>
          <p:cNvGraphicFramePr>
            <a:graphicFrameLocks noGrp="1"/>
          </p:cNvGraphicFramePr>
          <p:nvPr>
            <p:extLst>
              <p:ext uri="{D42A27DB-BD31-4B8C-83A1-F6EECF244321}">
                <p14:modId xmlns:p14="http://schemas.microsoft.com/office/powerpoint/2010/main" val="2455870296"/>
              </p:ext>
            </p:extLst>
          </p:nvPr>
        </p:nvGraphicFramePr>
        <p:xfrm>
          <a:off x="316392" y="1580438"/>
          <a:ext cx="5472928" cy="4787417"/>
        </p:xfrm>
        <a:graphic>
          <a:graphicData uri="http://schemas.openxmlformats.org/drawingml/2006/table">
            <a:tbl>
              <a:tblPr firstRow="1" bandRow="1">
                <a:tableStyleId>{5C22544A-7EE6-4342-B048-85BDC9FD1C3A}</a:tableStyleId>
              </a:tblPr>
              <a:tblGrid>
                <a:gridCol w="1364174">
                  <a:extLst>
                    <a:ext uri="{9D8B030D-6E8A-4147-A177-3AD203B41FA5}">
                      <a16:colId xmlns:a16="http://schemas.microsoft.com/office/drawing/2014/main" val="2351454007"/>
                    </a:ext>
                  </a:extLst>
                </a:gridCol>
                <a:gridCol w="4108754">
                  <a:extLst>
                    <a:ext uri="{9D8B030D-6E8A-4147-A177-3AD203B41FA5}">
                      <a16:colId xmlns:a16="http://schemas.microsoft.com/office/drawing/2014/main" val="3750111105"/>
                    </a:ext>
                  </a:extLst>
                </a:gridCol>
              </a:tblGrid>
              <a:tr h="1222649">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b="1">
                          <a:solidFill>
                            <a:schemeClr val="accent2"/>
                          </a:solidFill>
                          <a:cs typeface="Segoe UI"/>
                        </a:rPr>
                        <a:t>Unit of Analysis</a:t>
                      </a:r>
                      <a:endParaRPr lang="en-US">
                        <a:solidFill>
                          <a:schemeClr val="accent2"/>
                        </a:solidFill>
                      </a:endParaRPr>
                    </a:p>
                    <a:p>
                      <a:pPr algn="l"/>
                      <a:r>
                        <a:rPr lang="en-US" sz="1800" b="0">
                          <a:solidFill>
                            <a:schemeClr val="tx1"/>
                          </a:solidFill>
                          <a:cs typeface="Segoe UI"/>
                        </a:rPr>
                        <a:t>One Sales Opportunity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8210876"/>
                  </a:ext>
                </a:extLst>
              </a:tr>
              <a:tr h="1188256">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1">
                          <a:solidFill>
                            <a:schemeClr val="accent2"/>
                          </a:solidFill>
                          <a:cs typeface="Segoe UI"/>
                        </a:rPr>
                        <a:t>Coverage</a:t>
                      </a:r>
                      <a:endParaRPr lang="en-US">
                        <a:solidFill>
                          <a:schemeClr val="accent2"/>
                        </a:solidFill>
                        <a:cs typeface="Poppins"/>
                      </a:endParaRPr>
                    </a:p>
                    <a:p>
                      <a:r>
                        <a:rPr lang="en-US" sz="1800">
                          <a:cs typeface="Segoe UI"/>
                        </a:rPr>
                        <a:t>IBM Watson Sales Win-Loss Public Dataset</a:t>
                      </a:r>
                      <a:endParaRPr lang="en-US" sz="3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3394833"/>
                  </a:ext>
                </a:extLst>
              </a:tr>
              <a:tr h="1188256">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1">
                          <a:solidFill>
                            <a:schemeClr val="accent2"/>
                          </a:solidFill>
                          <a:cs typeface="Segoe UI"/>
                        </a:rPr>
                        <a:t>Prediction Point</a:t>
                      </a:r>
                      <a:endParaRPr lang="en-US">
                        <a:solidFill>
                          <a:schemeClr val="accent2"/>
                        </a:solidFill>
                      </a:endParaRPr>
                    </a:p>
                    <a:p>
                      <a:r>
                        <a:rPr lang="en-US" sz="1800">
                          <a:cs typeface="Segoe UI"/>
                        </a:rPr>
                        <a:t>At Current Sales Stage, Before the Deal Closes</a:t>
                      </a:r>
                      <a:endParaRPr lang="en-US" sz="3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0598834"/>
                  </a:ext>
                </a:extLst>
              </a:tr>
              <a:tr h="1188256">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1">
                          <a:solidFill>
                            <a:schemeClr val="accent2"/>
                          </a:solidFill>
                          <a:cs typeface="Segoe UI"/>
                        </a:rPr>
                        <a:t>Output</a:t>
                      </a:r>
                      <a:endParaRPr lang="en-US">
                        <a:solidFill>
                          <a:schemeClr val="accent2"/>
                        </a:solidFill>
                        <a:cs typeface="Poppins"/>
                      </a:endParaRPr>
                    </a:p>
                    <a:p>
                      <a:r>
                        <a:rPr lang="en-US" sz="1800">
                          <a:cs typeface="Segoe UI"/>
                        </a:rPr>
                        <a:t>Win Probability + Expected Revenue + Recommendation</a:t>
                      </a:r>
                      <a:endParaRPr lang="en-US" sz="3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5173632"/>
                  </a:ext>
                </a:extLst>
              </a:tr>
            </a:tbl>
          </a:graphicData>
        </a:graphic>
      </p:graphicFrame>
      <p:graphicFrame>
        <p:nvGraphicFramePr>
          <p:cNvPr id="46" name="Table 45">
            <a:extLst>
              <a:ext uri="{FF2B5EF4-FFF2-40B4-BE49-F238E27FC236}">
                <a16:creationId xmlns:a16="http://schemas.microsoft.com/office/drawing/2014/main" id="{95EBCFC5-E536-924E-F2D7-F520A244B391}"/>
              </a:ext>
            </a:extLst>
          </p:cNvPr>
          <p:cNvGraphicFramePr>
            <a:graphicFrameLocks noGrp="1"/>
          </p:cNvGraphicFramePr>
          <p:nvPr>
            <p:extLst>
              <p:ext uri="{D42A27DB-BD31-4B8C-83A1-F6EECF244321}">
                <p14:modId xmlns:p14="http://schemas.microsoft.com/office/powerpoint/2010/main" val="968946550"/>
              </p:ext>
            </p:extLst>
          </p:nvPr>
        </p:nvGraphicFramePr>
        <p:xfrm>
          <a:off x="6387323" y="1580438"/>
          <a:ext cx="5472928" cy="4788345"/>
        </p:xfrm>
        <a:graphic>
          <a:graphicData uri="http://schemas.openxmlformats.org/drawingml/2006/table">
            <a:tbl>
              <a:tblPr firstRow="1" bandRow="1">
                <a:tableStyleId>{5C22544A-7EE6-4342-B048-85BDC9FD1C3A}</a:tableStyleId>
              </a:tblPr>
              <a:tblGrid>
                <a:gridCol w="1364174">
                  <a:extLst>
                    <a:ext uri="{9D8B030D-6E8A-4147-A177-3AD203B41FA5}">
                      <a16:colId xmlns:a16="http://schemas.microsoft.com/office/drawing/2014/main" val="2351454007"/>
                    </a:ext>
                  </a:extLst>
                </a:gridCol>
                <a:gridCol w="4108754">
                  <a:extLst>
                    <a:ext uri="{9D8B030D-6E8A-4147-A177-3AD203B41FA5}">
                      <a16:colId xmlns:a16="http://schemas.microsoft.com/office/drawing/2014/main" val="3750111105"/>
                    </a:ext>
                  </a:extLst>
                </a:gridCol>
              </a:tblGrid>
              <a:tr h="1222649">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1">
                          <a:solidFill>
                            <a:schemeClr val="accent1"/>
                          </a:solidFill>
                        </a:rPr>
                        <a:t>Live CRM Integration</a:t>
                      </a:r>
                      <a:endParaRPr lang="en-US" sz="200" b="1">
                        <a:solidFill>
                          <a:schemeClr val="accent1"/>
                        </a:solidFill>
                      </a:endParaRPr>
                    </a:p>
                    <a:p>
                      <a:r>
                        <a:rPr lang="en-US" sz="1800" b="0">
                          <a:solidFill>
                            <a:schemeClr val="tx1"/>
                          </a:solidFill>
                          <a:cs typeface="Segoe UI"/>
                        </a:rPr>
                        <a:t>No live</a:t>
                      </a:r>
                      <a:r>
                        <a:rPr lang="en-US" sz="1400" b="0">
                          <a:solidFill>
                            <a:schemeClr val="tx1"/>
                          </a:solidFill>
                          <a:cs typeface="Segoe UI"/>
                        </a:rPr>
                        <a:t> </a:t>
                      </a:r>
                      <a:r>
                        <a:rPr lang="en-US" sz="1800" b="0">
                          <a:solidFill>
                            <a:schemeClr val="tx1"/>
                          </a:solidFill>
                          <a:cs typeface="Segoe UI"/>
                        </a:rPr>
                        <a:t>CRM connection for real-time scoring</a:t>
                      </a:r>
                      <a:endParaRPr lang="en-US" sz="2400" b="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8210876"/>
                  </a:ext>
                </a:extLst>
              </a:tr>
              <a:tr h="1188256">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1">
                          <a:solidFill>
                            <a:schemeClr val="accent1"/>
                          </a:solidFill>
                          <a:cs typeface="Segoe UI"/>
                        </a:rPr>
                        <a:t>Partner &amp; RFP Data</a:t>
                      </a:r>
                      <a:endParaRPr lang="en-US" sz="1800" b="1">
                        <a:solidFill>
                          <a:schemeClr val="accent1"/>
                        </a:solidFill>
                      </a:endParaRPr>
                    </a:p>
                    <a:p>
                      <a:r>
                        <a:rPr lang="en-US" sz="1800">
                          <a:solidFill>
                            <a:schemeClr val="tx1">
                              <a:lumMod val="95000"/>
                              <a:lumOff val="5000"/>
                            </a:schemeClr>
                          </a:solidFill>
                          <a:cs typeface="Segoe UI"/>
                        </a:rPr>
                        <a:t>Partner, practice area, and RFP fields are not in the public dataset</a:t>
                      </a:r>
                      <a:endParaRPr lang="en-US" sz="18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3394833"/>
                  </a:ext>
                </a:extLst>
              </a:tr>
              <a:tr h="1188256">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1">
                          <a:solidFill>
                            <a:schemeClr val="accent1"/>
                          </a:solidFill>
                          <a:cs typeface="Segoe UI"/>
                        </a:rPr>
                        <a:t>Pipeline Forecasting</a:t>
                      </a:r>
                      <a:endParaRPr lang="en-US" sz="1800">
                        <a:solidFill>
                          <a:schemeClr val="accent1"/>
                        </a:solidFill>
                      </a:endParaRPr>
                    </a:p>
                    <a:p>
                      <a:r>
                        <a:rPr lang="en-US" sz="1800">
                          <a:cs typeface="Segoe UI"/>
                        </a:rPr>
                        <a:t>Deal value is known at quote time; future pipeline value is not forecasted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0598834"/>
                  </a:ext>
                </a:extLst>
              </a:tr>
              <a:tr h="1188256">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1">
                          <a:solidFill>
                            <a:schemeClr val="accent1"/>
                          </a:solidFill>
                          <a:latin typeface="+mn-lt"/>
                          <a:cs typeface="Segoe UI"/>
                        </a:rPr>
                        <a:t>Tredence CRM Data</a:t>
                      </a:r>
                    </a:p>
                    <a:p>
                      <a:r>
                        <a:rPr lang="en-US" sz="1800">
                          <a:latin typeface="+mn-lt"/>
                          <a:cs typeface="Segoe UI"/>
                        </a:rPr>
                        <a:t>The model uses a public proxy dataset rather than Tredence CRM data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5173632"/>
                  </a:ext>
                </a:extLst>
              </a:tr>
            </a:tbl>
          </a:graphicData>
        </a:graphic>
      </p:graphicFrame>
      <p:pic>
        <p:nvPicPr>
          <p:cNvPr id="58" name="Picture 57">
            <a:extLst>
              <a:ext uri="{FF2B5EF4-FFF2-40B4-BE49-F238E27FC236}">
                <a16:creationId xmlns:a16="http://schemas.microsoft.com/office/drawing/2014/main" id="{D85200E2-56F8-89B0-E1AA-DBD59F18DB35}"/>
              </a:ext>
            </a:extLst>
          </p:cNvPr>
          <p:cNvPicPr>
            <a:picLocks noChangeAspect="1"/>
          </p:cNvPicPr>
          <p:nvPr/>
        </p:nvPicPr>
        <p:blipFill>
          <a:blip r:embed="rId10"/>
          <a:stretch>
            <a:fillRect/>
          </a:stretch>
        </p:blipFill>
        <p:spPr>
          <a:xfrm>
            <a:off x="6397500" y="2812279"/>
            <a:ext cx="5467930" cy="3555576"/>
          </a:xfrm>
          <a:prstGeom prst="rect">
            <a:avLst/>
          </a:prstGeom>
        </p:spPr>
      </p:pic>
      <p:pic>
        <p:nvPicPr>
          <p:cNvPr id="62" name="Picture 61">
            <a:extLst>
              <a:ext uri="{FF2B5EF4-FFF2-40B4-BE49-F238E27FC236}">
                <a16:creationId xmlns:a16="http://schemas.microsoft.com/office/drawing/2014/main" id="{68DC0F72-029B-2460-A161-C1AC81FAE302}"/>
              </a:ext>
            </a:extLst>
          </p:cNvPr>
          <p:cNvPicPr>
            <a:picLocks noChangeAspect="1"/>
          </p:cNvPicPr>
          <p:nvPr/>
        </p:nvPicPr>
        <p:blipFill>
          <a:blip r:embed="rId10"/>
          <a:stretch>
            <a:fillRect/>
          </a:stretch>
        </p:blipFill>
        <p:spPr>
          <a:xfrm>
            <a:off x="326569" y="2812279"/>
            <a:ext cx="5472928" cy="3555576"/>
          </a:xfrm>
          <a:prstGeom prst="rect">
            <a:avLst/>
          </a:prstGeom>
        </p:spPr>
      </p:pic>
    </p:spTree>
    <p:extLst>
      <p:ext uri="{BB962C8B-B14F-4D97-AF65-F5344CB8AC3E}">
        <p14:creationId xmlns:p14="http://schemas.microsoft.com/office/powerpoint/2010/main" val="630246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2BCE70-383B-0EE0-E9B9-BA4AAFB769C3}"/>
              </a:ext>
            </a:extLst>
          </p:cNvPr>
          <p:cNvSpPr>
            <a:spLocks noGrp="1"/>
          </p:cNvSpPr>
          <p:nvPr>
            <p:ph type="sldNum" sz="quarter" idx="4"/>
          </p:nvPr>
        </p:nvSpPr>
        <p:spPr/>
        <p:txBody>
          <a:bodyPr/>
          <a:lstStyle/>
          <a:p>
            <a:fld id="{FAF63893-4B0C-4F88-9650-53ECAF8C5052}" type="slidenum">
              <a:rPr lang="en-IN" smtClean="0"/>
              <a:pPr/>
              <a:t>5</a:t>
            </a:fld>
            <a:endParaRPr lang="en-US"/>
          </a:p>
        </p:txBody>
      </p:sp>
      <p:sp>
        <p:nvSpPr>
          <p:cNvPr id="5" name="Title 1">
            <a:extLst>
              <a:ext uri="{FF2B5EF4-FFF2-40B4-BE49-F238E27FC236}">
                <a16:creationId xmlns:a16="http://schemas.microsoft.com/office/drawing/2014/main" id="{F627EC76-A570-58C4-0129-2A89C87A6DF0}"/>
              </a:ext>
            </a:extLst>
          </p:cNvPr>
          <p:cNvSpPr>
            <a:spLocks noGrp="1"/>
          </p:cNvSpPr>
          <p:nvPr/>
        </p:nvSpPr>
        <p:spPr>
          <a:xfrm>
            <a:off x="316392" y="266371"/>
            <a:ext cx="10972800" cy="584775"/>
          </a:xfrm>
          <a:prstGeom prst="rect">
            <a:avLst/>
          </a:prstGeom>
        </p:spPr>
        <p:txBody>
          <a:bodyPr lIns="91440" tIns="45720" rIns="91440" bIns="45720" anchor="t"/>
          <a:lstStyle>
            <a:lvl1pPr algn="l" defTabSz="914400" rtl="0" eaLnBrk="1" latinLnBrk="0" hangingPunct="1">
              <a:lnSpc>
                <a:spcPct val="90000"/>
              </a:lnSpc>
              <a:spcBef>
                <a:spcPct val="0"/>
              </a:spcBef>
              <a:buNone/>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a:latin typeface="Poppins"/>
                <a:cs typeface="Poppins"/>
              </a:rPr>
              <a:t>Feature Engineering Formulas</a:t>
            </a:r>
          </a:p>
        </p:txBody>
      </p:sp>
      <p:sp>
        <p:nvSpPr>
          <p:cNvPr id="43" name="Rounded Rectangle 42"/>
          <p:cNvSpPr/>
          <p:nvPr/>
        </p:nvSpPr>
        <p:spPr>
          <a:xfrm>
            <a:off x="469021" y="4143549"/>
            <a:ext cx="5436480" cy="1063570"/>
          </a:xfrm>
          <a:prstGeom prst="roundRect">
            <a:avLst/>
          </a:prstGeom>
          <a:solidFill>
            <a:srgbClr val="7F7F7F"/>
          </a:solidFill>
          <a:ln>
            <a:noFill/>
          </a:ln>
        </p:spPr>
        <p:style>
          <a:lnRef idx="0">
            <a:scrgbClr r="0" g="0" b="0"/>
          </a:lnRef>
          <a:fillRef idx="0">
            <a:scrgbClr r="0" g="0" b="0"/>
          </a:fillRef>
          <a:effectRef idx="0">
            <a:scrgbClr r="0" g="0" b="0"/>
          </a:effectRef>
          <a:fontRef idx="minor">
            <a:schemeClr val="lt1"/>
          </a:fontRef>
        </p:style>
        <p:txBody>
          <a:bodyPr wrap="square" lIns="137160" tIns="91440" rIns="137160" bIns="91440" rtlCol="0" anchor="ctr"/>
          <a:lstStyle/>
          <a:p>
            <a:pPr algn="l"/>
            <a:r>
              <a:rPr sz="1200" b="1">
                <a:solidFill>
                  <a:srgbClr val="FFFFFF"/>
                </a:solidFill>
              </a:rPr>
              <a:t>Is Stalled   (dashboard only)</a:t>
            </a:r>
          </a:p>
          <a:p>
            <a:pPr algn="l">
              <a:spcBef>
                <a:spcPts val="600"/>
              </a:spcBef>
            </a:pPr>
            <a:r>
              <a:rPr sz="1000">
                <a:solidFill>
                  <a:srgbClr val="FFFFFF"/>
                </a:solidFill>
              </a:rPr>
              <a:t>Elapsed Days In Sales Stage &gt; 65  -  Deal has sat in its current stage too long</a:t>
            </a:r>
          </a:p>
        </p:txBody>
      </p:sp>
      <p:sp>
        <p:nvSpPr>
          <p:cNvPr id="44" name="Rounded Rectangle 43"/>
          <p:cNvSpPr/>
          <p:nvPr/>
        </p:nvSpPr>
        <p:spPr>
          <a:xfrm>
            <a:off x="469020" y="2910592"/>
            <a:ext cx="5436480" cy="1070128"/>
          </a:xfrm>
          <a:prstGeom prst="round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lIns="137160" tIns="91440" rIns="137160" bIns="91440" rtlCol="0" anchor="ctr"/>
          <a:lstStyle/>
          <a:p>
            <a:pPr algn="l"/>
            <a:r>
              <a:rPr sz="1200" b="1">
                <a:solidFill>
                  <a:srgbClr val="FFFFFF"/>
                </a:solidFill>
              </a:rPr>
              <a:t>Bounced A Lot   (dashboard only)</a:t>
            </a:r>
          </a:p>
          <a:p>
            <a:pPr algn="l">
              <a:spcBef>
                <a:spcPts val="600"/>
              </a:spcBef>
            </a:pPr>
            <a:r>
              <a:rPr sz="1000">
                <a:solidFill>
                  <a:srgbClr val="FFFFFF"/>
                </a:solidFill>
              </a:rPr>
              <a:t>Sales Stage Change Count &gt; 3  -  Deal has bounced between stages repeatedly</a:t>
            </a:r>
          </a:p>
        </p:txBody>
      </p:sp>
      <p:sp>
        <p:nvSpPr>
          <p:cNvPr id="45" name="Rounded Rectangle 44"/>
          <p:cNvSpPr/>
          <p:nvPr/>
        </p:nvSpPr>
        <p:spPr>
          <a:xfrm>
            <a:off x="6285580" y="2910592"/>
            <a:ext cx="5486120" cy="1070128"/>
          </a:xfrm>
          <a:prstGeom prst="round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lIns="137160" tIns="91440" rIns="137160" bIns="91440" rtlCol="0" anchor="ctr"/>
          <a:lstStyle/>
          <a:p>
            <a:pPr algn="l"/>
            <a:r>
              <a:rPr sz="1200" b="1">
                <a:solidFill>
                  <a:srgbClr val="FFFFFF"/>
                </a:solidFill>
              </a:rPr>
              <a:t>Is Existing Client   (dashboard only)</a:t>
            </a:r>
          </a:p>
          <a:p>
            <a:pPr algn="l">
              <a:spcBef>
                <a:spcPts val="600"/>
              </a:spcBef>
            </a:pPr>
            <a:r>
              <a:rPr sz="1000">
                <a:solidFill>
                  <a:srgbClr val="FFFFFF"/>
                </a:solidFill>
              </a:rPr>
              <a:t>Revenue From Client Past Two Years &gt; 0  -  Client has spent with us before</a:t>
            </a:r>
          </a:p>
        </p:txBody>
      </p:sp>
      <p:sp>
        <p:nvSpPr>
          <p:cNvPr id="46" name="Rounded Rectangle 45"/>
          <p:cNvSpPr/>
          <p:nvPr/>
        </p:nvSpPr>
        <p:spPr>
          <a:xfrm>
            <a:off x="6285580" y="4127169"/>
            <a:ext cx="5494672" cy="1063570"/>
          </a:xfrm>
          <a:prstGeom prst="round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lIns="137160" tIns="91440" rIns="137160" bIns="91440" rtlCol="0" anchor="ctr"/>
          <a:lstStyle/>
          <a:p>
            <a:pPr algn="l"/>
            <a:r>
              <a:rPr sz="1200" b="1">
                <a:solidFill>
                  <a:srgbClr val="FFFFFF"/>
                </a:solidFill>
              </a:rPr>
              <a:t>High Risk Deal   (dashboard only)</a:t>
            </a:r>
          </a:p>
          <a:p>
            <a:pPr algn="l">
              <a:spcBef>
                <a:spcPts val="600"/>
              </a:spcBef>
            </a:pPr>
            <a:r>
              <a:rPr sz="1000">
                <a:solidFill>
                  <a:srgbClr val="FFFFFF"/>
                </a:solidFill>
              </a:rPr>
              <a:t>Is Stalled AND Amount &gt; 75th percentile  -  Closes at only 16.3% vs 22.9% for others</a:t>
            </a:r>
          </a:p>
        </p:txBody>
      </p:sp>
      <p:sp>
        <p:nvSpPr>
          <p:cNvPr id="47" name="Rounded Rectangle 46"/>
          <p:cNvSpPr/>
          <p:nvPr/>
        </p:nvSpPr>
        <p:spPr>
          <a:xfrm>
            <a:off x="469715" y="5369949"/>
            <a:ext cx="11310537" cy="907580"/>
          </a:xfrm>
          <a:prstGeom prst="roundRect">
            <a:avLst/>
          </a:prstGeom>
          <a:solidFill>
            <a:srgbClr val="004E4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l"/>
            <a:r>
              <a:rPr sz="1200" b="1">
                <a:solidFill>
                  <a:srgbClr val="FFFFFF"/>
                </a:solidFill>
              </a:rPr>
              <a:t>Stage Bounce Rate   (MODEL INPUT)</a:t>
            </a:r>
          </a:p>
          <a:p>
            <a:pPr algn="l">
              <a:spcBef>
                <a:spcPts val="600"/>
              </a:spcBef>
            </a:pPr>
            <a:r>
              <a:rPr sz="1000">
                <a:solidFill>
                  <a:srgbClr val="FFFFFF"/>
                </a:solidFill>
              </a:rPr>
              <a:t>Stage Change Count / (Elapsed Days + 1)  -  The only engineered feature the model sees</a:t>
            </a:r>
          </a:p>
        </p:txBody>
      </p:sp>
      <p:sp>
        <p:nvSpPr>
          <p:cNvPr id="6" name="Rounded Rectangle 4">
            <a:extLst>
              <a:ext uri="{FF2B5EF4-FFF2-40B4-BE49-F238E27FC236}">
                <a16:creationId xmlns:a16="http://schemas.microsoft.com/office/drawing/2014/main" id="{BB24B65A-7369-7E01-DEB9-DE56D6A2E6D1}"/>
              </a:ext>
            </a:extLst>
          </p:cNvPr>
          <p:cNvSpPr/>
          <p:nvPr/>
        </p:nvSpPr>
        <p:spPr>
          <a:xfrm>
            <a:off x="469716" y="1825584"/>
            <a:ext cx="11301984" cy="934127"/>
          </a:xfrm>
          <a:prstGeom prst="roundRect">
            <a:avLst>
              <a:gd name="adj" fmla="val 3203"/>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7944516-F368-7F48-D349-C17012A1D3C6}"/>
              </a:ext>
            </a:extLst>
          </p:cNvPr>
          <p:cNvSpPr txBox="1"/>
          <p:nvPr/>
        </p:nvSpPr>
        <p:spPr>
          <a:xfrm>
            <a:off x="726873" y="1991202"/>
            <a:ext cx="5000000" cy="270764"/>
          </a:xfrm>
          <a:prstGeom prst="rect">
            <a:avLst/>
          </a:prstGeom>
          <a:noFill/>
        </p:spPr>
        <p:txBody>
          <a:bodyPr wrap="square" lIns="0" tIns="0" rIns="0" bIns="0" anchor="ctr">
            <a:noAutofit/>
          </a:bodyPr>
          <a:lstStyle/>
          <a:p>
            <a:pPr algn="l">
              <a:lnSpc>
                <a:spcPct val="100000"/>
              </a:lnSpc>
            </a:pPr>
            <a:r>
              <a:rPr sz="2000" b="1" i="0">
                <a:solidFill>
                  <a:srgbClr val="FFFFFF"/>
                </a:solidFill>
              </a:rPr>
              <a:t>WIN PROBABILITY</a:t>
            </a:r>
          </a:p>
        </p:txBody>
      </p:sp>
      <p:sp>
        <p:nvSpPr>
          <p:cNvPr id="13" name="TextBox 12">
            <a:extLst>
              <a:ext uri="{FF2B5EF4-FFF2-40B4-BE49-F238E27FC236}">
                <a16:creationId xmlns:a16="http://schemas.microsoft.com/office/drawing/2014/main" id="{A3561290-6402-8D8E-64BF-6DA11D988906}"/>
              </a:ext>
            </a:extLst>
          </p:cNvPr>
          <p:cNvSpPr txBox="1"/>
          <p:nvPr/>
        </p:nvSpPr>
        <p:spPr>
          <a:xfrm>
            <a:off x="726873" y="2321550"/>
            <a:ext cx="2500000" cy="236220"/>
          </a:xfrm>
          <a:prstGeom prst="rect">
            <a:avLst/>
          </a:prstGeom>
          <a:noFill/>
        </p:spPr>
        <p:txBody>
          <a:bodyPr wrap="square" lIns="0" tIns="0" rIns="0" bIns="0" anchor="ctr">
            <a:noAutofit/>
          </a:bodyPr>
          <a:lstStyle/>
          <a:p>
            <a:pPr algn="l">
              <a:lnSpc>
                <a:spcPct val="100000"/>
              </a:lnSpc>
            </a:pPr>
            <a:r>
              <a:rPr sz="1300" i="0">
                <a:solidFill>
                  <a:srgbClr val="FFFFFF"/>
                </a:solidFill>
                <a:latin typeface="+mj-lt"/>
              </a:rPr>
              <a:t>0% – 100%</a:t>
            </a:r>
          </a:p>
        </p:txBody>
      </p:sp>
      <p:sp>
        <p:nvSpPr>
          <p:cNvPr id="15" name="TextBox 14">
            <a:extLst>
              <a:ext uri="{FF2B5EF4-FFF2-40B4-BE49-F238E27FC236}">
                <a16:creationId xmlns:a16="http://schemas.microsoft.com/office/drawing/2014/main" id="{33975566-77C9-4C18-5B0E-04486B9D8F6B}"/>
              </a:ext>
            </a:extLst>
          </p:cNvPr>
          <p:cNvSpPr txBox="1"/>
          <p:nvPr/>
        </p:nvSpPr>
        <p:spPr>
          <a:xfrm>
            <a:off x="6285580" y="1980050"/>
            <a:ext cx="5200000" cy="241401"/>
          </a:xfrm>
          <a:prstGeom prst="rect">
            <a:avLst/>
          </a:prstGeom>
          <a:noFill/>
        </p:spPr>
        <p:txBody>
          <a:bodyPr wrap="square" lIns="0" tIns="0" rIns="0" bIns="0" anchor="ctr">
            <a:noAutofit/>
          </a:bodyPr>
          <a:lstStyle/>
          <a:p>
            <a:pPr algn="l">
              <a:lnSpc>
                <a:spcPct val="100000"/>
              </a:lnSpc>
            </a:pPr>
            <a:r>
              <a:rPr sz="1300" b="0" i="0">
                <a:solidFill>
                  <a:srgbClr val="FFFFFF"/>
                </a:solidFill>
              </a:rPr>
              <a:t>Likelihood this deal closes as a win</a:t>
            </a:r>
          </a:p>
        </p:txBody>
      </p:sp>
      <p:sp>
        <p:nvSpPr>
          <p:cNvPr id="17" name="TextBox 16">
            <a:extLst>
              <a:ext uri="{FF2B5EF4-FFF2-40B4-BE49-F238E27FC236}">
                <a16:creationId xmlns:a16="http://schemas.microsoft.com/office/drawing/2014/main" id="{EBD2F050-9820-946F-EDF8-E4A0E7D191BB}"/>
              </a:ext>
            </a:extLst>
          </p:cNvPr>
          <p:cNvSpPr txBox="1"/>
          <p:nvPr/>
        </p:nvSpPr>
        <p:spPr>
          <a:xfrm>
            <a:off x="6285580" y="2375117"/>
            <a:ext cx="5200000" cy="224129"/>
          </a:xfrm>
          <a:prstGeom prst="rect">
            <a:avLst/>
          </a:prstGeom>
          <a:noFill/>
        </p:spPr>
        <p:txBody>
          <a:bodyPr wrap="square" lIns="0" tIns="0" rIns="0" bIns="0" anchor="ctr">
            <a:noAutofit/>
          </a:bodyPr>
          <a:lstStyle/>
          <a:p>
            <a:pPr algn="l">
              <a:lnSpc>
                <a:spcPct val="100000"/>
              </a:lnSpc>
            </a:pPr>
            <a:r>
              <a:rPr sz="1300" b="0" i="1">
                <a:solidFill>
                  <a:srgbClr val="FFFFFF"/>
                </a:solidFill>
              </a:rPr>
              <a:t>Low / Moderate / Likely to close</a:t>
            </a:r>
          </a:p>
        </p:txBody>
      </p:sp>
      <p:sp>
        <p:nvSpPr>
          <p:cNvPr id="19" name="TextBox 18">
            <a:extLst>
              <a:ext uri="{FF2B5EF4-FFF2-40B4-BE49-F238E27FC236}">
                <a16:creationId xmlns:a16="http://schemas.microsoft.com/office/drawing/2014/main" id="{415B1D2B-8A00-F842-503D-334843F73FB5}"/>
              </a:ext>
            </a:extLst>
          </p:cNvPr>
          <p:cNvSpPr txBox="1"/>
          <p:nvPr/>
        </p:nvSpPr>
        <p:spPr>
          <a:xfrm>
            <a:off x="273323" y="745533"/>
            <a:ext cx="11479562" cy="830997"/>
          </a:xfrm>
          <a:prstGeom prst="rect">
            <a:avLst/>
          </a:prstGeom>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a:t>Nine features feed one LightGBM model that outputs a single headline number, including eight raw signals and one feature we engineered ourselves </a:t>
            </a:r>
          </a:p>
          <a:p>
            <a:pPr marL="285750" indent="-285750">
              <a:buFont typeface="Arial" panose="020B0604020202020204" pitchFamily="34" charset="0"/>
              <a:buChar char="•"/>
            </a:pPr>
            <a:r>
              <a:rPr lang="en-US" sz="1600"/>
              <a:t>Four more engineered signals are shown on the dashboard for context, but don't feed the model</a:t>
            </a:r>
          </a:p>
        </p:txBody>
      </p:sp>
      <p:sp>
        <p:nvSpPr>
          <p:cNvPr id="21" name="TextBox 20">
            <a:extLst>
              <a:ext uri="{FF2B5EF4-FFF2-40B4-BE49-F238E27FC236}">
                <a16:creationId xmlns:a16="http://schemas.microsoft.com/office/drawing/2014/main" id="{69E23374-1CDC-2C66-B184-857864AC88E9}"/>
              </a:ext>
            </a:extLst>
          </p:cNvPr>
          <p:cNvSpPr txBox="1"/>
          <p:nvPr/>
        </p:nvSpPr>
        <p:spPr>
          <a:xfrm>
            <a:off x="5243469" y="2984686"/>
            <a:ext cx="1900000" cy="236220"/>
          </a:xfrm>
          <a:prstGeom prst="rect">
            <a:avLst/>
          </a:prstGeom>
          <a:noFill/>
        </p:spPr>
        <p:txBody>
          <a:bodyPr wrap="square" lIns="0" tIns="0" rIns="0" bIns="0" anchor="ctr">
            <a:noAutofit/>
          </a:bodyPr>
          <a:lstStyle/>
          <a:p>
            <a:pPr algn="l">
              <a:lnSpc>
                <a:spcPct val="100000"/>
              </a:lnSpc>
            </a:pPr>
            <a:r>
              <a:rPr sz="1100" b="1" i="0">
                <a:solidFill>
                  <a:srgbClr val="FFFFFF"/>
                </a:solidFill>
                <a:latin typeface="Segoe UI"/>
              </a:rPr>
              <a:t>Yes / No</a:t>
            </a:r>
          </a:p>
        </p:txBody>
      </p:sp>
      <p:sp>
        <p:nvSpPr>
          <p:cNvPr id="23" name="TextBox 22">
            <a:extLst>
              <a:ext uri="{FF2B5EF4-FFF2-40B4-BE49-F238E27FC236}">
                <a16:creationId xmlns:a16="http://schemas.microsoft.com/office/drawing/2014/main" id="{19F90059-6AFD-B4CE-550B-245C1E38B88E}"/>
              </a:ext>
            </a:extLst>
          </p:cNvPr>
          <p:cNvSpPr txBox="1"/>
          <p:nvPr/>
        </p:nvSpPr>
        <p:spPr>
          <a:xfrm>
            <a:off x="10831761" y="4302753"/>
            <a:ext cx="723048" cy="233288"/>
          </a:xfrm>
          <a:prstGeom prst="rect">
            <a:avLst/>
          </a:prstGeom>
          <a:noFill/>
        </p:spPr>
        <p:txBody>
          <a:bodyPr wrap="square" lIns="0" tIns="0" rIns="0" bIns="0" anchor="ctr">
            <a:noAutofit/>
          </a:bodyPr>
          <a:lstStyle/>
          <a:p>
            <a:pPr algn="l">
              <a:lnSpc>
                <a:spcPct val="100000"/>
              </a:lnSpc>
            </a:pPr>
            <a:r>
              <a:rPr sz="1100" b="1" i="0">
                <a:solidFill>
                  <a:srgbClr val="FFFFFF"/>
                </a:solidFill>
                <a:latin typeface="Segoe UI"/>
              </a:rPr>
              <a:t>Yes / No</a:t>
            </a:r>
          </a:p>
        </p:txBody>
      </p:sp>
      <p:sp>
        <p:nvSpPr>
          <p:cNvPr id="25" name="TextBox 24">
            <a:extLst>
              <a:ext uri="{FF2B5EF4-FFF2-40B4-BE49-F238E27FC236}">
                <a16:creationId xmlns:a16="http://schemas.microsoft.com/office/drawing/2014/main" id="{CDB4573D-966B-0EE2-B712-340D10D5D272}"/>
              </a:ext>
            </a:extLst>
          </p:cNvPr>
          <p:cNvSpPr txBox="1"/>
          <p:nvPr/>
        </p:nvSpPr>
        <p:spPr>
          <a:xfrm>
            <a:off x="5224656" y="4299821"/>
            <a:ext cx="1900000" cy="236220"/>
          </a:xfrm>
          <a:prstGeom prst="rect">
            <a:avLst/>
          </a:prstGeom>
          <a:noFill/>
        </p:spPr>
        <p:txBody>
          <a:bodyPr wrap="square" lIns="0" tIns="0" rIns="0" bIns="0" anchor="ctr">
            <a:noAutofit/>
          </a:bodyPr>
          <a:lstStyle/>
          <a:p>
            <a:pPr algn="l">
              <a:lnSpc>
                <a:spcPct val="100000"/>
              </a:lnSpc>
            </a:pPr>
            <a:r>
              <a:rPr sz="1100" b="1" i="0">
                <a:solidFill>
                  <a:srgbClr val="FFFFFF"/>
                </a:solidFill>
                <a:latin typeface="Segoe UI"/>
              </a:rPr>
              <a:t>Yes / No</a:t>
            </a:r>
          </a:p>
        </p:txBody>
      </p:sp>
      <p:sp>
        <p:nvSpPr>
          <p:cNvPr id="27" name="TextBox 26">
            <a:extLst>
              <a:ext uri="{FF2B5EF4-FFF2-40B4-BE49-F238E27FC236}">
                <a16:creationId xmlns:a16="http://schemas.microsoft.com/office/drawing/2014/main" id="{E1590643-C40C-21F1-AC23-8BC1861E1441}"/>
              </a:ext>
            </a:extLst>
          </p:cNvPr>
          <p:cNvSpPr txBox="1"/>
          <p:nvPr/>
        </p:nvSpPr>
        <p:spPr>
          <a:xfrm>
            <a:off x="10821698" y="2999020"/>
            <a:ext cx="784205" cy="247017"/>
          </a:xfrm>
          <a:prstGeom prst="rect">
            <a:avLst/>
          </a:prstGeom>
          <a:noFill/>
        </p:spPr>
        <p:txBody>
          <a:bodyPr wrap="square" lIns="0" tIns="0" rIns="0" bIns="0" anchor="ctr">
            <a:noAutofit/>
          </a:bodyPr>
          <a:lstStyle/>
          <a:p>
            <a:pPr algn="l">
              <a:lnSpc>
                <a:spcPct val="100000"/>
              </a:lnSpc>
            </a:pPr>
            <a:r>
              <a:rPr sz="1100" b="1" i="0">
                <a:solidFill>
                  <a:srgbClr val="FFFFFF"/>
                </a:solidFill>
                <a:latin typeface="Segoe UI"/>
              </a:rPr>
              <a:t>Yes / No</a:t>
            </a:r>
          </a:p>
        </p:txBody>
      </p:sp>
      <p:sp>
        <p:nvSpPr>
          <p:cNvPr id="33" name="TextBox 32">
            <a:extLst>
              <a:ext uri="{FF2B5EF4-FFF2-40B4-BE49-F238E27FC236}">
                <a16:creationId xmlns:a16="http://schemas.microsoft.com/office/drawing/2014/main" id="{0C388084-A5AB-5D5D-3395-42B90A6F26B4}"/>
              </a:ext>
            </a:extLst>
          </p:cNvPr>
          <p:cNvSpPr txBox="1"/>
          <p:nvPr/>
        </p:nvSpPr>
        <p:spPr>
          <a:xfrm>
            <a:off x="10668376" y="5509848"/>
            <a:ext cx="1900000" cy="236220"/>
          </a:xfrm>
          <a:prstGeom prst="rect">
            <a:avLst/>
          </a:prstGeom>
          <a:noFill/>
        </p:spPr>
        <p:txBody>
          <a:bodyPr wrap="square" lIns="0" tIns="0" rIns="0" bIns="0" anchor="ctr">
            <a:noAutofit/>
          </a:bodyPr>
          <a:lstStyle/>
          <a:p>
            <a:pPr algn="l">
              <a:lnSpc>
                <a:spcPct val="100000"/>
              </a:lnSpc>
            </a:pPr>
            <a:r>
              <a:rPr sz="1100" b="1" i="0">
                <a:solidFill>
                  <a:srgbClr val="FFFFFF"/>
                </a:solidFill>
                <a:latin typeface="Segoe UI"/>
              </a:rPr>
              <a:t>0 –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480E83-9719-54F3-C036-1411E24B8F94}"/>
              </a:ext>
            </a:extLst>
          </p:cNvPr>
          <p:cNvSpPr>
            <a:spLocks noGrp="1"/>
          </p:cNvSpPr>
          <p:nvPr>
            <p:ph type="sldNum" sz="quarter" idx="4"/>
          </p:nvPr>
        </p:nvSpPr>
        <p:spPr/>
        <p:txBody>
          <a:bodyPr/>
          <a:lstStyle/>
          <a:p>
            <a:fld id="{FAF63893-4B0C-4F88-9650-53ECAF8C5052}" type="slidenum">
              <a:rPr lang="en-IN" smtClean="0"/>
              <a:pPr/>
              <a:t>6</a:t>
            </a:fld>
            <a:endParaRPr lang="en-US"/>
          </a:p>
        </p:txBody>
      </p:sp>
      <p:sp>
        <p:nvSpPr>
          <p:cNvPr id="61" name="TextBox 22">
            <a:extLst>
              <a:ext uri="{FF2B5EF4-FFF2-40B4-BE49-F238E27FC236}">
                <a16:creationId xmlns:a16="http://schemas.microsoft.com/office/drawing/2014/main" id="{FBD6D7D1-4319-4A3F-4807-E5F0ADA870E3}"/>
              </a:ext>
            </a:extLst>
          </p:cNvPr>
          <p:cNvSpPr txBox="1"/>
          <p:nvPr/>
        </p:nvSpPr>
        <p:spPr>
          <a:xfrm>
            <a:off x="7360920" y="2451354"/>
            <a:ext cx="5943600" cy="23622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sz="1050" b="1" i="0">
                <a:solidFill>
                  <a:srgbClr val="FFFFFF"/>
                </a:solidFill>
                <a:latin typeface="Segoe UI"/>
              </a:rPr>
              <a:t>RESULT (illustrative) — Deal #4001</a:t>
            </a:r>
          </a:p>
        </p:txBody>
      </p:sp>
      <p:graphicFrame>
        <p:nvGraphicFramePr>
          <p:cNvPr id="3" name="Table 2">
            <a:extLst>
              <a:ext uri="{FF2B5EF4-FFF2-40B4-BE49-F238E27FC236}">
                <a16:creationId xmlns:a16="http://schemas.microsoft.com/office/drawing/2014/main" id="{907AA977-CC59-A64C-BA65-569A17F148DC}"/>
              </a:ext>
            </a:extLst>
          </p:cNvPr>
          <p:cNvGraphicFramePr>
            <a:graphicFrameLocks noGrp="1"/>
          </p:cNvGraphicFramePr>
          <p:nvPr>
            <p:extLst>
              <p:ext uri="{D42A27DB-BD31-4B8C-83A1-F6EECF244321}">
                <p14:modId xmlns:p14="http://schemas.microsoft.com/office/powerpoint/2010/main" val="1731771023"/>
              </p:ext>
            </p:extLst>
          </p:nvPr>
        </p:nvGraphicFramePr>
        <p:xfrm>
          <a:off x="316394" y="1479263"/>
          <a:ext cx="11660173" cy="1097280"/>
        </p:xfrm>
        <a:graphic>
          <a:graphicData uri="http://schemas.openxmlformats.org/drawingml/2006/table">
            <a:tbl>
              <a:tblPr firstRow="1" bandRow="1">
                <a:tableStyleId>{5940675A-B579-460E-94D1-54222C63F5DA}</a:tableStyleId>
              </a:tblPr>
              <a:tblGrid>
                <a:gridCol w="1260556">
                  <a:extLst>
                    <a:ext uri="{9D8B030D-6E8A-4147-A177-3AD203B41FA5}">
                      <a16:colId xmlns:a16="http://schemas.microsoft.com/office/drawing/2014/main" val="4240971483"/>
                    </a:ext>
                  </a:extLst>
                </a:gridCol>
                <a:gridCol w="1260556">
                  <a:extLst>
                    <a:ext uri="{9D8B030D-6E8A-4147-A177-3AD203B41FA5}">
                      <a16:colId xmlns:a16="http://schemas.microsoft.com/office/drawing/2014/main" val="490921770"/>
                    </a:ext>
                  </a:extLst>
                </a:gridCol>
                <a:gridCol w="1173228">
                  <a:extLst>
                    <a:ext uri="{9D8B030D-6E8A-4147-A177-3AD203B41FA5}">
                      <a16:colId xmlns:a16="http://schemas.microsoft.com/office/drawing/2014/main" val="932384045"/>
                    </a:ext>
                  </a:extLst>
                </a:gridCol>
                <a:gridCol w="1248157">
                  <a:extLst>
                    <a:ext uri="{9D8B030D-6E8A-4147-A177-3AD203B41FA5}">
                      <a16:colId xmlns:a16="http://schemas.microsoft.com/office/drawing/2014/main" val="3607874096"/>
                    </a:ext>
                  </a:extLst>
                </a:gridCol>
                <a:gridCol w="1281220">
                  <a:extLst>
                    <a:ext uri="{9D8B030D-6E8A-4147-A177-3AD203B41FA5}">
                      <a16:colId xmlns:a16="http://schemas.microsoft.com/office/drawing/2014/main" val="4017772058"/>
                    </a:ext>
                  </a:extLst>
                </a:gridCol>
                <a:gridCol w="1182030">
                  <a:extLst>
                    <a:ext uri="{9D8B030D-6E8A-4147-A177-3AD203B41FA5}">
                      <a16:colId xmlns:a16="http://schemas.microsoft.com/office/drawing/2014/main" val="3487244615"/>
                    </a:ext>
                  </a:extLst>
                </a:gridCol>
                <a:gridCol w="1418142">
                  <a:extLst>
                    <a:ext uri="{9D8B030D-6E8A-4147-A177-3AD203B41FA5}">
                      <a16:colId xmlns:a16="http://schemas.microsoft.com/office/drawing/2014/main" val="786622762"/>
                    </a:ext>
                  </a:extLst>
                </a:gridCol>
                <a:gridCol w="1418142">
                  <a:extLst>
                    <a:ext uri="{9D8B030D-6E8A-4147-A177-3AD203B41FA5}">
                      <a16:colId xmlns:a16="http://schemas.microsoft.com/office/drawing/2014/main" val="1300696695"/>
                    </a:ext>
                  </a:extLst>
                </a:gridCol>
                <a:gridCol w="1418142">
                  <a:extLst>
                    <a:ext uri="{9D8B030D-6E8A-4147-A177-3AD203B41FA5}">
                      <a16:colId xmlns:a16="http://schemas.microsoft.com/office/drawing/2014/main" val="1647504526"/>
                    </a:ext>
                  </a:extLst>
                </a:gridCol>
              </a:tblGrid>
              <a:tr h="370840">
                <a:tc>
                  <a:txBody>
                    <a:bodyPr/>
                    <a:lstStyle/>
                    <a:p>
                      <a:pPr algn="ctr"/>
                      <a:r>
                        <a:rPr lang="en-US" sz="1200"/>
                        <a:t>Opportunity Number</a:t>
                      </a:r>
                    </a:p>
                  </a:txBody>
                  <a:tcPr anchor="ctr"/>
                </a:tc>
                <a:tc>
                  <a:txBody>
                    <a:bodyPr/>
                    <a:lstStyle/>
                    <a:p>
                      <a:pPr algn="ctr"/>
                      <a:r>
                        <a:rPr lang="en-US" sz="1200"/>
                        <a:t>Opportunity Amount USD</a:t>
                      </a:r>
                    </a:p>
                  </a:txBody>
                  <a:tcPr anchor="ctr"/>
                </a:tc>
                <a:tc>
                  <a:txBody>
                    <a:bodyPr/>
                    <a:lstStyle/>
                    <a:p>
                      <a:pPr algn="ctr"/>
                      <a:r>
                        <a:rPr lang="en-US" sz="1200"/>
                        <a:t>Elapsed Days In Sales Stage</a:t>
                      </a:r>
                    </a:p>
                  </a:txBody>
                  <a:tcPr anchor="ctr"/>
                </a:tc>
                <a:tc>
                  <a:txBody>
                    <a:bodyPr/>
                    <a:lstStyle/>
                    <a:p>
                      <a:pPr algn="ctr"/>
                      <a:r>
                        <a:rPr lang="en-US" sz="1200"/>
                        <a:t>Sales Stage Change Count</a:t>
                      </a:r>
                    </a:p>
                  </a:txBody>
                  <a:tcPr anchor="ctr"/>
                </a:tc>
                <a:tc>
                  <a:txBody>
                    <a:bodyPr/>
                    <a:lstStyle/>
                    <a:p>
                      <a:pPr algn="ctr"/>
                      <a:r>
                        <a:rPr lang="en-US" sz="1200"/>
                        <a:t>Revenue From Client Past Two Years</a:t>
                      </a:r>
                    </a:p>
                  </a:txBody>
                  <a:tcPr anchor="ctr"/>
                </a:tc>
                <a:tc>
                  <a:txBody>
                    <a:bodyPr/>
                    <a:lstStyle/>
                    <a:p>
                      <a:pPr algn="ctr"/>
                      <a:r>
                        <a:rPr lang="en-US" sz="1200"/>
                        <a:t>Route To Market</a:t>
                      </a:r>
                    </a:p>
                  </a:txBody>
                  <a:tcPr anchor="ctr"/>
                </a:tc>
                <a:tc>
                  <a:txBody>
                    <a:bodyPr/>
                    <a:lstStyle/>
                    <a:p>
                      <a:pPr algn="ctr"/>
                      <a:r>
                        <a:rPr lang="en-US" sz="1200"/>
                        <a:t>Supplies Subgroup</a:t>
                      </a:r>
                    </a:p>
                  </a:txBody>
                  <a:tcPr anchor="ctr"/>
                </a:tc>
                <a:tc>
                  <a:txBody>
                    <a:bodyPr/>
                    <a:lstStyle/>
                    <a:p>
                      <a:pPr algn="ctr"/>
                      <a:r>
                        <a:rPr lang="en-US" sz="1200"/>
                        <a:t>Client Size by Revenue</a:t>
                      </a:r>
                    </a:p>
                  </a:txBody>
                  <a:tcPr anchor="ctr"/>
                </a:tc>
                <a:tc>
                  <a:txBody>
                    <a:bodyPr/>
                    <a:lstStyle/>
                    <a:p>
                      <a:pPr algn="ctr"/>
                      <a:r>
                        <a:rPr lang="en-US" sz="1200"/>
                        <a:t>Competitor Type</a:t>
                      </a:r>
                    </a:p>
                  </a:txBody>
                  <a:tcPr anchor="ctr"/>
                </a:tc>
                <a:extLst>
                  <a:ext uri="{0D108BD9-81ED-4DB2-BD59-A6C34878D82A}">
                    <a16:rowId xmlns:a16="http://schemas.microsoft.com/office/drawing/2014/main" val="3315364848"/>
                  </a:ext>
                </a:extLst>
              </a:tr>
              <a:tr h="370840">
                <a:tc>
                  <a:txBody>
                    <a:bodyPr/>
                    <a:lstStyle/>
                    <a:p>
                      <a:pPr algn="ctr" fontAlgn="b">
                        <a:buNone/>
                      </a:pPr>
                      <a:r>
                        <a:rPr lang="en-US" sz="1200" b="0" kern="1200">
                          <a:solidFill>
                            <a:schemeClr val="tx1"/>
                          </a:solidFill>
                          <a:effectLst/>
                        </a:rPr>
                        <a:t>6683358</a:t>
                      </a:r>
                      <a:endParaRPr lang="en-US" sz="12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a:r>
                        <a:rPr lang="en-US" sz="1200" b="0" kern="1200">
                          <a:solidFill>
                            <a:schemeClr val="tx1"/>
                          </a:solidFill>
                          <a:effectLst/>
                        </a:rPr>
                        <a:t>$300,000</a:t>
                      </a:r>
                      <a:endParaRPr lang="en-US" sz="1200"/>
                    </a:p>
                  </a:txBody>
                  <a:tcPr anchor="ctr"/>
                </a:tc>
                <a:tc>
                  <a:txBody>
                    <a:bodyPr/>
                    <a:lstStyle/>
                    <a:p>
                      <a:pPr algn="ctr"/>
                      <a:r>
                        <a:rPr lang="en-US" sz="1200" b="0" kern="1200">
                          <a:solidFill>
                            <a:schemeClr val="tx1"/>
                          </a:solidFill>
                          <a:effectLst/>
                        </a:rPr>
                        <a:t>88</a:t>
                      </a:r>
                      <a:endParaRPr lang="en-US" sz="1200"/>
                    </a:p>
                  </a:txBody>
                  <a:tcPr anchor="ctr"/>
                </a:tc>
                <a:tc>
                  <a:txBody>
                    <a:bodyPr/>
                    <a:lstStyle/>
                    <a:p>
                      <a:pPr algn="ctr"/>
                      <a:r>
                        <a:rPr lang="en-US" sz="1200"/>
                        <a:t>2</a:t>
                      </a:r>
                    </a:p>
                  </a:txBody>
                  <a:tcPr anchor="ctr"/>
                </a:tc>
                <a:tc>
                  <a:txBody>
                    <a:bodyPr/>
                    <a:lstStyle/>
                    <a:p>
                      <a:pPr algn="ctr"/>
                      <a:r>
                        <a:rPr lang="en-US" sz="1200"/>
                        <a:t>0</a:t>
                      </a:r>
                    </a:p>
                  </a:txBody>
                  <a:tcPr anchor="ctr"/>
                </a:tc>
                <a:tc>
                  <a:txBody>
                    <a:bodyPr/>
                    <a:lstStyle/>
                    <a:p>
                      <a:pPr algn="ctr"/>
                      <a:r>
                        <a:rPr lang="en-US" sz="1200"/>
                        <a:t>Fields Sales</a:t>
                      </a:r>
                    </a:p>
                  </a:txBody>
                  <a:tcPr anchor="ctr"/>
                </a:tc>
                <a:tc>
                  <a:txBody>
                    <a:bodyPr/>
                    <a:lstStyle/>
                    <a:p>
                      <a:pPr algn="ctr"/>
                      <a:r>
                        <a:rPr lang="en-US" sz="1200" b="0" kern="1200">
                          <a:solidFill>
                            <a:schemeClr val="tx1"/>
                          </a:solidFill>
                          <a:effectLst/>
                        </a:rPr>
                        <a:t>Batteries &amp; Accessories</a:t>
                      </a:r>
                      <a:endParaRPr lang="en-US" sz="1200"/>
                    </a:p>
                  </a:txBody>
                  <a:tcPr anchor="ctr"/>
                </a:tc>
                <a:tc>
                  <a:txBody>
                    <a:bodyPr/>
                    <a:lstStyle/>
                    <a:p>
                      <a:pPr algn="ctr"/>
                      <a:r>
                        <a:rPr lang="en-US" sz="1200"/>
                        <a:t>1</a:t>
                      </a:r>
                    </a:p>
                  </a:txBody>
                  <a:tcPr anchor="ctr"/>
                </a:tc>
                <a:tc>
                  <a:txBody>
                    <a:bodyPr/>
                    <a:lstStyle/>
                    <a:p>
                      <a:pPr algn="ctr"/>
                      <a:r>
                        <a:rPr lang="en-US" sz="1200"/>
                        <a:t>Unknown</a:t>
                      </a:r>
                    </a:p>
                  </a:txBody>
                  <a:tcPr anchor="ctr"/>
                </a:tc>
                <a:extLst>
                  <a:ext uri="{0D108BD9-81ED-4DB2-BD59-A6C34878D82A}">
                    <a16:rowId xmlns:a16="http://schemas.microsoft.com/office/drawing/2014/main" val="4200242075"/>
                  </a:ext>
                </a:extLst>
              </a:tr>
            </a:tbl>
          </a:graphicData>
        </a:graphic>
      </p:graphicFrame>
      <p:sp>
        <p:nvSpPr>
          <p:cNvPr id="6" name="Rounded Rectangle 3">
            <a:extLst>
              <a:ext uri="{FF2B5EF4-FFF2-40B4-BE49-F238E27FC236}">
                <a16:creationId xmlns:a16="http://schemas.microsoft.com/office/drawing/2014/main" id="{791451DC-63BF-5CFD-DFD6-8EC23DAE384C}"/>
              </a:ext>
            </a:extLst>
          </p:cNvPr>
          <p:cNvSpPr/>
          <p:nvPr/>
        </p:nvSpPr>
        <p:spPr>
          <a:xfrm>
            <a:off x="316392" y="3085948"/>
            <a:ext cx="2123802" cy="2994007"/>
          </a:xfrm>
          <a:prstGeom prst="roundRect">
            <a:avLst>
              <a:gd name="adj" fmla="val 2083"/>
            </a:avLst>
          </a:prstGeom>
          <a:solidFill>
            <a:srgbClr val="FFFFFF"/>
          </a:solidFill>
          <a:ln w="1651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8" name="Rounded Rectangle 4">
            <a:extLst>
              <a:ext uri="{FF2B5EF4-FFF2-40B4-BE49-F238E27FC236}">
                <a16:creationId xmlns:a16="http://schemas.microsoft.com/office/drawing/2014/main" id="{FBE0F61E-D561-605D-2AFA-CCEBEC16382E}"/>
              </a:ext>
            </a:extLst>
          </p:cNvPr>
          <p:cNvSpPr/>
          <p:nvPr/>
        </p:nvSpPr>
        <p:spPr>
          <a:xfrm>
            <a:off x="316392" y="3085948"/>
            <a:ext cx="2123802" cy="616325"/>
          </a:xfrm>
          <a:prstGeom prst="roundRect">
            <a:avLst>
              <a:gd name="adj" fmla="val 6666"/>
            </a:avLst>
          </a:prstGeom>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0" name="TextBox 6">
            <a:extLst>
              <a:ext uri="{FF2B5EF4-FFF2-40B4-BE49-F238E27FC236}">
                <a16:creationId xmlns:a16="http://schemas.microsoft.com/office/drawing/2014/main" id="{3B02554E-C2A2-8757-B2DE-B5D7FC1BF49D}"/>
              </a:ext>
            </a:extLst>
          </p:cNvPr>
          <p:cNvSpPr txBox="1"/>
          <p:nvPr/>
        </p:nvSpPr>
        <p:spPr>
          <a:xfrm>
            <a:off x="316392" y="3295742"/>
            <a:ext cx="2123802" cy="277063"/>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b="1">
                <a:solidFill>
                  <a:srgbClr val="FFFFFF"/>
                </a:solidFill>
              </a:rPr>
              <a:t>SIGNALS</a:t>
            </a:r>
            <a:endParaRPr sz="1600" b="1" i="0">
              <a:solidFill>
                <a:srgbClr val="FFFFFF"/>
              </a:solidFill>
            </a:endParaRPr>
          </a:p>
        </p:txBody>
      </p:sp>
      <p:sp>
        <p:nvSpPr>
          <p:cNvPr id="43" name="Rounded Rectangle 3">
            <a:extLst>
              <a:ext uri="{FF2B5EF4-FFF2-40B4-BE49-F238E27FC236}">
                <a16:creationId xmlns:a16="http://schemas.microsoft.com/office/drawing/2014/main" id="{79D2DA6F-E034-85F1-CA10-AA8039B48313}"/>
              </a:ext>
            </a:extLst>
          </p:cNvPr>
          <p:cNvSpPr/>
          <p:nvPr/>
        </p:nvSpPr>
        <p:spPr>
          <a:xfrm>
            <a:off x="2636307" y="3094274"/>
            <a:ext cx="2123802" cy="2985682"/>
          </a:xfrm>
          <a:prstGeom prst="roundRect">
            <a:avLst>
              <a:gd name="adj" fmla="val 2083"/>
            </a:avLst>
          </a:prstGeom>
          <a:solidFill>
            <a:srgbClr val="FFFFFF"/>
          </a:solidFill>
          <a:ln w="1651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45" name="Rounded Rectangle 4">
            <a:extLst>
              <a:ext uri="{FF2B5EF4-FFF2-40B4-BE49-F238E27FC236}">
                <a16:creationId xmlns:a16="http://schemas.microsoft.com/office/drawing/2014/main" id="{29EF9B29-B980-BF9E-1E81-D7D4CB619238}"/>
              </a:ext>
            </a:extLst>
          </p:cNvPr>
          <p:cNvSpPr/>
          <p:nvPr/>
        </p:nvSpPr>
        <p:spPr>
          <a:xfrm>
            <a:off x="2636307" y="3094273"/>
            <a:ext cx="2123802" cy="616325"/>
          </a:xfrm>
          <a:prstGeom prst="roundRect">
            <a:avLst>
              <a:gd name="adj" fmla="val 6666"/>
            </a:avLst>
          </a:prstGeom>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47" name="TextBox 6">
            <a:extLst>
              <a:ext uri="{FF2B5EF4-FFF2-40B4-BE49-F238E27FC236}">
                <a16:creationId xmlns:a16="http://schemas.microsoft.com/office/drawing/2014/main" id="{444F0F2D-E0BC-5997-51D3-70EA2DCF2A6B}"/>
              </a:ext>
            </a:extLst>
          </p:cNvPr>
          <p:cNvSpPr txBox="1"/>
          <p:nvPr/>
        </p:nvSpPr>
        <p:spPr>
          <a:xfrm>
            <a:off x="2636307" y="3295742"/>
            <a:ext cx="2123802" cy="277063"/>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b="1" i="0">
                <a:solidFill>
                  <a:srgbClr val="FFFFFF"/>
                </a:solidFill>
              </a:rPr>
              <a:t>MODEL</a:t>
            </a:r>
            <a:endParaRPr sz="1600" b="1" i="0">
              <a:solidFill>
                <a:srgbClr val="FFFFFF"/>
              </a:solidFill>
            </a:endParaRPr>
          </a:p>
        </p:txBody>
      </p:sp>
      <p:sp>
        <p:nvSpPr>
          <p:cNvPr id="49" name="Rounded Rectangle 3">
            <a:extLst>
              <a:ext uri="{FF2B5EF4-FFF2-40B4-BE49-F238E27FC236}">
                <a16:creationId xmlns:a16="http://schemas.microsoft.com/office/drawing/2014/main" id="{081F416E-498B-F056-56CA-E1BF60841A49}"/>
              </a:ext>
            </a:extLst>
          </p:cNvPr>
          <p:cNvSpPr/>
          <p:nvPr/>
        </p:nvSpPr>
        <p:spPr>
          <a:xfrm>
            <a:off x="4961619" y="3102598"/>
            <a:ext cx="2203975" cy="2977357"/>
          </a:xfrm>
          <a:prstGeom prst="roundRect">
            <a:avLst>
              <a:gd name="adj" fmla="val 2083"/>
            </a:avLst>
          </a:prstGeom>
          <a:solidFill>
            <a:srgbClr val="FFFFFF"/>
          </a:solidFill>
          <a:ln w="1651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51" name="Rounded Rectangle 4">
            <a:extLst>
              <a:ext uri="{FF2B5EF4-FFF2-40B4-BE49-F238E27FC236}">
                <a16:creationId xmlns:a16="http://schemas.microsoft.com/office/drawing/2014/main" id="{3EEAE27F-390F-3930-9767-F31783E3E534}"/>
              </a:ext>
            </a:extLst>
          </p:cNvPr>
          <p:cNvSpPr/>
          <p:nvPr/>
        </p:nvSpPr>
        <p:spPr>
          <a:xfrm>
            <a:off x="4961619" y="3102598"/>
            <a:ext cx="2203975" cy="608000"/>
          </a:xfrm>
          <a:prstGeom prst="roundRect">
            <a:avLst>
              <a:gd name="adj" fmla="val 6666"/>
            </a:avLst>
          </a:prstGeom>
          <a:ln/>
        </p:spPr>
        <p:style>
          <a:lnRef idx="1">
            <a:schemeClr val="accent3"/>
          </a:lnRef>
          <a:fillRef idx="3">
            <a:schemeClr val="accent3"/>
          </a:fillRef>
          <a:effectRef idx="2">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53" name="TextBox 6">
            <a:extLst>
              <a:ext uri="{FF2B5EF4-FFF2-40B4-BE49-F238E27FC236}">
                <a16:creationId xmlns:a16="http://schemas.microsoft.com/office/drawing/2014/main" id="{D58E4D5A-4460-0257-D3F9-15E931FD7CA4}"/>
              </a:ext>
            </a:extLst>
          </p:cNvPr>
          <p:cNvSpPr txBox="1"/>
          <p:nvPr/>
        </p:nvSpPr>
        <p:spPr>
          <a:xfrm>
            <a:off x="4961619" y="3331063"/>
            <a:ext cx="2203975" cy="20642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b="1" i="0">
                <a:solidFill>
                  <a:srgbClr val="FFFFFF"/>
                </a:solidFill>
              </a:rPr>
              <a:t>EXPECTED REVENUE</a:t>
            </a:r>
            <a:endParaRPr sz="1600" b="1" i="0">
              <a:solidFill>
                <a:srgbClr val="FFFFFF"/>
              </a:solidFill>
            </a:endParaRPr>
          </a:p>
        </p:txBody>
      </p:sp>
      <p:sp>
        <p:nvSpPr>
          <p:cNvPr id="55" name="Rounded Rectangle 3">
            <a:extLst>
              <a:ext uri="{FF2B5EF4-FFF2-40B4-BE49-F238E27FC236}">
                <a16:creationId xmlns:a16="http://schemas.microsoft.com/office/drawing/2014/main" id="{C10ECBB1-07CA-B513-01AC-57C35A589647}"/>
              </a:ext>
            </a:extLst>
          </p:cNvPr>
          <p:cNvSpPr/>
          <p:nvPr/>
        </p:nvSpPr>
        <p:spPr>
          <a:xfrm>
            <a:off x="7367107" y="3094274"/>
            <a:ext cx="2203975" cy="2985682"/>
          </a:xfrm>
          <a:prstGeom prst="roundRect">
            <a:avLst>
              <a:gd name="adj" fmla="val 2083"/>
            </a:avLst>
          </a:prstGeom>
          <a:solidFill>
            <a:srgbClr val="FFFFFF"/>
          </a:solidFill>
          <a:ln w="1651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57" name="Rounded Rectangle 4">
            <a:extLst>
              <a:ext uri="{FF2B5EF4-FFF2-40B4-BE49-F238E27FC236}">
                <a16:creationId xmlns:a16="http://schemas.microsoft.com/office/drawing/2014/main" id="{D18276F2-5BB2-B362-CB20-B3D1D318B77D}"/>
              </a:ext>
            </a:extLst>
          </p:cNvPr>
          <p:cNvSpPr/>
          <p:nvPr/>
        </p:nvSpPr>
        <p:spPr>
          <a:xfrm>
            <a:off x="7367107" y="3094273"/>
            <a:ext cx="2203975" cy="608000"/>
          </a:xfrm>
          <a:prstGeom prst="roundRect">
            <a:avLst>
              <a:gd name="adj" fmla="val 6666"/>
            </a:avLst>
          </a:prstGeom>
          <a:ln/>
        </p:spPr>
        <p:style>
          <a:lnRef idx="1">
            <a:schemeClr val="accent2"/>
          </a:lnRef>
          <a:fillRef idx="3">
            <a:schemeClr val="accent2"/>
          </a:fillRef>
          <a:effectRef idx="2">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59" name="TextBox 6">
            <a:extLst>
              <a:ext uri="{FF2B5EF4-FFF2-40B4-BE49-F238E27FC236}">
                <a16:creationId xmlns:a16="http://schemas.microsoft.com/office/drawing/2014/main" id="{B1EAA9B3-E8BE-F8D0-B8DA-1508CE33FD55}"/>
              </a:ext>
            </a:extLst>
          </p:cNvPr>
          <p:cNvSpPr txBox="1"/>
          <p:nvPr/>
        </p:nvSpPr>
        <p:spPr>
          <a:xfrm>
            <a:off x="7367107" y="3331063"/>
            <a:ext cx="2203975" cy="20642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b="1" i="0">
                <a:solidFill>
                  <a:srgbClr val="FFFFFF"/>
                </a:solidFill>
                <a:latin typeface="Poppins "/>
              </a:rPr>
              <a:t>ACTION</a:t>
            </a:r>
            <a:endParaRPr sz="1600" b="1" i="0">
              <a:solidFill>
                <a:srgbClr val="FFFFFF"/>
              </a:solidFill>
              <a:latin typeface="Poppins "/>
            </a:endParaRPr>
          </a:p>
        </p:txBody>
      </p:sp>
      <p:sp>
        <p:nvSpPr>
          <p:cNvPr id="62" name="Rounded Rectangle 3">
            <a:extLst>
              <a:ext uri="{FF2B5EF4-FFF2-40B4-BE49-F238E27FC236}">
                <a16:creationId xmlns:a16="http://schemas.microsoft.com/office/drawing/2014/main" id="{32EC81DF-E31F-B811-86DB-3ADC3F6DBD41}"/>
              </a:ext>
            </a:extLst>
          </p:cNvPr>
          <p:cNvSpPr/>
          <p:nvPr/>
        </p:nvSpPr>
        <p:spPr>
          <a:xfrm>
            <a:off x="9772592" y="3094274"/>
            <a:ext cx="2203975" cy="2985682"/>
          </a:xfrm>
          <a:prstGeom prst="roundRect">
            <a:avLst>
              <a:gd name="adj" fmla="val 2083"/>
            </a:avLst>
          </a:prstGeom>
          <a:solidFill>
            <a:srgbClr val="FFFFFF"/>
          </a:solidFill>
          <a:ln w="1651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64" name="Rounded Rectangle 4">
            <a:extLst>
              <a:ext uri="{FF2B5EF4-FFF2-40B4-BE49-F238E27FC236}">
                <a16:creationId xmlns:a16="http://schemas.microsoft.com/office/drawing/2014/main" id="{6E13B760-4EDE-1D31-3546-81CA637E3D40}"/>
              </a:ext>
            </a:extLst>
          </p:cNvPr>
          <p:cNvSpPr/>
          <p:nvPr/>
        </p:nvSpPr>
        <p:spPr>
          <a:xfrm>
            <a:off x="9772592" y="3094273"/>
            <a:ext cx="2203975" cy="608000"/>
          </a:xfrm>
          <a:prstGeom prst="roundRect">
            <a:avLst>
              <a:gd name="adj" fmla="val 6666"/>
            </a:avLst>
          </a:prstGeom>
          <a:ln/>
        </p:spPr>
        <p:style>
          <a:lnRef idx="1">
            <a:schemeClr val="accent2"/>
          </a:lnRef>
          <a:fillRef idx="3">
            <a:schemeClr val="accent2"/>
          </a:fillRef>
          <a:effectRef idx="2">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66" name="TextBox 6">
            <a:extLst>
              <a:ext uri="{FF2B5EF4-FFF2-40B4-BE49-F238E27FC236}">
                <a16:creationId xmlns:a16="http://schemas.microsoft.com/office/drawing/2014/main" id="{1983FC94-D421-FB24-5635-6274DB2CDAFD}"/>
              </a:ext>
            </a:extLst>
          </p:cNvPr>
          <p:cNvSpPr txBox="1"/>
          <p:nvPr/>
        </p:nvSpPr>
        <p:spPr>
          <a:xfrm>
            <a:off x="9772592" y="3295742"/>
            <a:ext cx="2203975" cy="26720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b="1" i="0">
                <a:solidFill>
                  <a:srgbClr val="FFFFFF"/>
                </a:solidFill>
              </a:rPr>
              <a:t>REVEAL</a:t>
            </a:r>
            <a:endParaRPr sz="1600" b="1" i="0">
              <a:solidFill>
                <a:srgbClr val="FFFFFF"/>
              </a:solidFill>
            </a:endParaRPr>
          </a:p>
        </p:txBody>
      </p:sp>
      <p:graphicFrame>
        <p:nvGraphicFramePr>
          <p:cNvPr id="68" name="Table 67">
            <a:extLst>
              <a:ext uri="{FF2B5EF4-FFF2-40B4-BE49-F238E27FC236}">
                <a16:creationId xmlns:a16="http://schemas.microsoft.com/office/drawing/2014/main" id="{02B48A52-3B66-D950-320B-F9B23EE62243}"/>
              </a:ext>
            </a:extLst>
          </p:cNvPr>
          <p:cNvGraphicFramePr>
            <a:graphicFrameLocks noGrp="1"/>
          </p:cNvGraphicFramePr>
          <p:nvPr>
            <p:extLst>
              <p:ext uri="{D42A27DB-BD31-4B8C-83A1-F6EECF244321}">
                <p14:modId xmlns:p14="http://schemas.microsoft.com/office/powerpoint/2010/main" val="1730198808"/>
              </p:ext>
            </p:extLst>
          </p:nvPr>
        </p:nvGraphicFramePr>
        <p:xfrm>
          <a:off x="413657" y="3782598"/>
          <a:ext cx="1922546" cy="2166130"/>
        </p:xfrm>
        <a:graphic>
          <a:graphicData uri="http://schemas.openxmlformats.org/drawingml/2006/table">
            <a:tbl>
              <a:tblPr firstRow="1" bandRow="1">
                <a:tableStyleId>{2D5ABB26-0587-4C30-8999-92F81FD0307C}</a:tableStyleId>
              </a:tblPr>
              <a:tblGrid>
                <a:gridCol w="961273">
                  <a:extLst>
                    <a:ext uri="{9D8B030D-6E8A-4147-A177-3AD203B41FA5}">
                      <a16:colId xmlns:a16="http://schemas.microsoft.com/office/drawing/2014/main" val="3271600332"/>
                    </a:ext>
                  </a:extLst>
                </a:gridCol>
                <a:gridCol w="961273">
                  <a:extLst>
                    <a:ext uri="{9D8B030D-6E8A-4147-A177-3AD203B41FA5}">
                      <a16:colId xmlns:a16="http://schemas.microsoft.com/office/drawing/2014/main" val="1673475791"/>
                    </a:ext>
                  </a:extLst>
                </a:gridCol>
              </a:tblGrid>
              <a:tr h="311489">
                <a:tc>
                  <a:txBody>
                    <a:bodyPr/>
                    <a:lstStyle/>
                    <a:p>
                      <a:r>
                        <a:rPr lang="en-US" sz="1200"/>
                        <a:t>Stalled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83968"/>
                  </a:ext>
                </a:extLst>
              </a:tr>
              <a:tr h="323811">
                <a:tc>
                  <a:txBody>
                    <a:bodyPr/>
                    <a:lstStyle/>
                    <a:p>
                      <a:r>
                        <a:rPr lang="en-US" sz="1200"/>
                        <a:t>Bounced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3380617"/>
                  </a:ext>
                </a:extLst>
              </a:tr>
              <a:tr h="506169">
                <a:tc>
                  <a:txBody>
                    <a:bodyPr/>
                    <a:lstStyle/>
                    <a:p>
                      <a:r>
                        <a:rPr lang="en-US" sz="1200"/>
                        <a:t>Existing Client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3313363"/>
                  </a:ext>
                </a:extLst>
              </a:tr>
              <a:tr h="323811">
                <a:tc>
                  <a:txBody>
                    <a:bodyPr/>
                    <a:lstStyle/>
                    <a:p>
                      <a:r>
                        <a:rPr lang="en-US" sz="1200"/>
                        <a:t>High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0463121"/>
                  </a:ext>
                </a:extLst>
              </a:tr>
              <a:tr h="700850">
                <a:tc>
                  <a:txBody>
                    <a:bodyPr/>
                    <a:lstStyle/>
                    <a:p>
                      <a:r>
                        <a:rPr lang="en-US" sz="1200"/>
                        <a:t>Stage Bounce 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a:t>0.0225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136587"/>
                  </a:ext>
                </a:extLst>
              </a:tr>
            </a:tbl>
          </a:graphicData>
        </a:graphic>
      </p:graphicFrame>
      <p:sp>
        <p:nvSpPr>
          <p:cNvPr id="70" name="TextBox 69">
            <a:extLst>
              <a:ext uri="{FF2B5EF4-FFF2-40B4-BE49-F238E27FC236}">
                <a16:creationId xmlns:a16="http://schemas.microsoft.com/office/drawing/2014/main" id="{696BC91A-4802-C36F-4809-67625D776D75}"/>
              </a:ext>
            </a:extLst>
          </p:cNvPr>
          <p:cNvSpPr txBox="1"/>
          <p:nvPr/>
        </p:nvSpPr>
        <p:spPr>
          <a:xfrm>
            <a:off x="2636302" y="3753719"/>
            <a:ext cx="2123801" cy="584775"/>
          </a:xfrm>
          <a:prstGeom prst="rect">
            <a:avLst/>
          </a:prstGeom>
          <a:noFill/>
        </p:spPr>
        <p:txBody>
          <a:bodyPr wrap="square" rtlCol="0">
            <a:spAutoFit/>
          </a:bodyPr>
          <a:lstStyle/>
          <a:p>
            <a:r>
              <a:rPr lang="en-US" sz="1600"/>
              <a:t>Predicted Win Probability: </a:t>
            </a:r>
            <a:r>
              <a:rPr lang="en-US" sz="1600">
                <a:solidFill>
                  <a:schemeClr val="accent6">
                    <a:lumMod val="75000"/>
                  </a:schemeClr>
                </a:solidFill>
              </a:rPr>
              <a:t>0.8%</a:t>
            </a:r>
          </a:p>
        </p:txBody>
      </p:sp>
      <p:sp>
        <p:nvSpPr>
          <p:cNvPr id="71" name="TextBox 70">
            <a:extLst>
              <a:ext uri="{FF2B5EF4-FFF2-40B4-BE49-F238E27FC236}">
                <a16:creationId xmlns:a16="http://schemas.microsoft.com/office/drawing/2014/main" id="{3C69B559-E797-7E6F-97BE-59932E5F1C60}"/>
              </a:ext>
            </a:extLst>
          </p:cNvPr>
          <p:cNvSpPr txBox="1"/>
          <p:nvPr/>
        </p:nvSpPr>
        <p:spPr>
          <a:xfrm>
            <a:off x="4961619" y="3746343"/>
            <a:ext cx="2203975" cy="1815882"/>
          </a:xfrm>
          <a:prstGeom prst="rect">
            <a:avLst/>
          </a:prstGeom>
          <a:noFill/>
        </p:spPr>
        <p:txBody>
          <a:bodyPr wrap="square" rtlCol="0">
            <a:spAutoFit/>
          </a:bodyPr>
          <a:lstStyle/>
          <a:p>
            <a:r>
              <a:rPr lang="en-US" sz="1600"/>
              <a:t>Expected Revenue:</a:t>
            </a:r>
          </a:p>
          <a:p>
            <a:r>
              <a:rPr lang="en-US" sz="1600"/>
              <a:t>$300,000 (</a:t>
            </a:r>
            <a:r>
              <a:rPr lang="en-US" sz="1600">
                <a:solidFill>
                  <a:schemeClr val="accent1">
                    <a:lumMod val="75000"/>
                  </a:schemeClr>
                </a:solidFill>
              </a:rPr>
              <a:t>Opportunity Amount USD</a:t>
            </a:r>
            <a:r>
              <a:rPr lang="en-US" sz="1600"/>
              <a:t>) × 0.8% (</a:t>
            </a:r>
            <a:r>
              <a:rPr lang="en-US" sz="1600">
                <a:solidFill>
                  <a:schemeClr val="accent1">
                    <a:lumMod val="75000"/>
                  </a:schemeClr>
                </a:solidFill>
              </a:rPr>
              <a:t>Win Probability</a:t>
            </a:r>
            <a:r>
              <a:rPr lang="en-US" sz="1600"/>
              <a:t>) = </a:t>
            </a:r>
            <a:r>
              <a:rPr lang="en-US" sz="1600" b="1"/>
              <a:t>$2,263</a:t>
            </a:r>
            <a:endParaRPr lang="en-US" sz="1200"/>
          </a:p>
        </p:txBody>
      </p:sp>
      <p:sp>
        <p:nvSpPr>
          <p:cNvPr id="72" name="TextBox 71">
            <a:extLst>
              <a:ext uri="{FF2B5EF4-FFF2-40B4-BE49-F238E27FC236}">
                <a16:creationId xmlns:a16="http://schemas.microsoft.com/office/drawing/2014/main" id="{F06D290E-218F-3CE2-C943-EA075A28F1F7}"/>
              </a:ext>
            </a:extLst>
          </p:cNvPr>
          <p:cNvSpPr txBox="1"/>
          <p:nvPr/>
        </p:nvSpPr>
        <p:spPr>
          <a:xfrm>
            <a:off x="7367103" y="3746343"/>
            <a:ext cx="2203975" cy="1323439"/>
          </a:xfrm>
          <a:prstGeom prst="rect">
            <a:avLst/>
          </a:prstGeom>
          <a:noFill/>
        </p:spPr>
        <p:txBody>
          <a:bodyPr wrap="square" rtlCol="0">
            <a:spAutoFit/>
          </a:bodyPr>
          <a:lstStyle/>
          <a:p>
            <a:r>
              <a:rPr lang="en-US" sz="1600"/>
              <a:t>AI Recommendation: </a:t>
            </a:r>
            <a:r>
              <a:rPr lang="en-US" sz="1600">
                <a:solidFill>
                  <a:schemeClr val="accent1">
                    <a:lumMod val="75000"/>
                  </a:schemeClr>
                </a:solidFill>
              </a:rPr>
              <a:t>Escalate to sales manager within 48 hours</a:t>
            </a:r>
          </a:p>
        </p:txBody>
      </p:sp>
      <p:sp>
        <p:nvSpPr>
          <p:cNvPr id="73" name="TextBox 72">
            <a:extLst>
              <a:ext uri="{FF2B5EF4-FFF2-40B4-BE49-F238E27FC236}">
                <a16:creationId xmlns:a16="http://schemas.microsoft.com/office/drawing/2014/main" id="{8EA47E13-7308-F023-E0C1-667477EABF91}"/>
              </a:ext>
            </a:extLst>
          </p:cNvPr>
          <p:cNvSpPr txBox="1"/>
          <p:nvPr/>
        </p:nvSpPr>
        <p:spPr>
          <a:xfrm>
            <a:off x="9772587" y="3753719"/>
            <a:ext cx="2203980" cy="1077218"/>
          </a:xfrm>
          <a:prstGeom prst="rect">
            <a:avLst/>
          </a:prstGeom>
          <a:noFill/>
        </p:spPr>
        <p:txBody>
          <a:bodyPr wrap="square" rtlCol="0">
            <a:spAutoFit/>
          </a:bodyPr>
          <a:lstStyle/>
          <a:p>
            <a:r>
              <a:rPr lang="en-US" sz="1600">
                <a:solidFill>
                  <a:srgbClr val="FF0000"/>
                </a:solidFill>
              </a:rPr>
              <a:t>LOST</a:t>
            </a:r>
          </a:p>
          <a:p>
            <a:r>
              <a:rPr lang="en-US" sz="1600"/>
              <a:t>Model called it right, before we ever knew</a:t>
            </a:r>
          </a:p>
        </p:txBody>
      </p:sp>
      <p:sp>
        <p:nvSpPr>
          <p:cNvPr id="11" name="Title 1">
            <a:extLst>
              <a:ext uri="{FF2B5EF4-FFF2-40B4-BE49-F238E27FC236}">
                <a16:creationId xmlns:a16="http://schemas.microsoft.com/office/drawing/2014/main" id="{BDD6E24D-0536-B622-5BFB-B33973AC28A1}"/>
              </a:ext>
            </a:extLst>
          </p:cNvPr>
          <p:cNvSpPr>
            <a:spLocks noGrp="1"/>
          </p:cNvSpPr>
          <p:nvPr>
            <p:ph type="title"/>
          </p:nvPr>
        </p:nvSpPr>
        <p:spPr>
          <a:xfrm>
            <a:off x="316392" y="266371"/>
            <a:ext cx="10972800" cy="584775"/>
          </a:xfrm>
        </p:spPr>
        <p:txBody>
          <a:bodyPr/>
          <a:lstStyle/>
          <a:p>
            <a:r>
              <a:rPr lang="en-US"/>
              <a:t>Worked Example</a:t>
            </a:r>
            <a:endParaRPr/>
          </a:p>
        </p:txBody>
      </p:sp>
      <p:sp>
        <p:nvSpPr>
          <p:cNvPr id="14" name="TextBox 13">
            <a:extLst>
              <a:ext uri="{FF2B5EF4-FFF2-40B4-BE49-F238E27FC236}">
                <a16:creationId xmlns:a16="http://schemas.microsoft.com/office/drawing/2014/main" id="{13A4A8ED-2E12-AF75-34D2-5D7918ECF0DE}"/>
              </a:ext>
            </a:extLst>
          </p:cNvPr>
          <p:cNvSpPr txBox="1"/>
          <p:nvPr/>
        </p:nvSpPr>
        <p:spPr>
          <a:xfrm>
            <a:off x="376548" y="778044"/>
            <a:ext cx="1147956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One real deal from our test set, showing from raw facts to the model's prediction</a:t>
            </a:r>
          </a:p>
        </p:txBody>
      </p:sp>
      <mc:AlternateContent xmlns:mc="http://schemas.openxmlformats.org/markup-compatibility/2006">
        <mc:Choice xmlns:pslz="http://schemas.microsoft.com/office/powerpoint/2016/slidezoom" Requires="pslz">
          <p:graphicFrame>
            <p:nvGraphicFramePr>
              <p:cNvPr id="15" name="Slide Zoom 14">
                <a:extLst>
                  <a:ext uri="{FF2B5EF4-FFF2-40B4-BE49-F238E27FC236}">
                    <a16:creationId xmlns:a16="http://schemas.microsoft.com/office/drawing/2014/main" id="{78992201-C6BA-B11A-D429-B26077F94289}"/>
                  </a:ext>
                </a:extLst>
              </p:cNvPr>
              <p:cNvGraphicFramePr>
                <a:graphicFrameLocks noChangeAspect="1"/>
              </p:cNvGraphicFramePr>
              <p:nvPr>
                <p:extLst>
                  <p:ext uri="{D42A27DB-BD31-4B8C-83A1-F6EECF244321}">
                    <p14:modId xmlns:p14="http://schemas.microsoft.com/office/powerpoint/2010/main" val="2265042246"/>
                  </p:ext>
                </p:extLst>
              </p:nvPr>
            </p:nvGraphicFramePr>
            <p:xfrm>
              <a:off x="11138916" y="624632"/>
              <a:ext cx="1053084" cy="592360"/>
            </p:xfrm>
            <a:graphic>
              <a:graphicData uri="http://schemas.microsoft.com/office/powerpoint/2016/slidezoom">
                <pslz:sldZm>
                  <pslz:sldZmObj sldId="2147483644" cId="0">
                    <pslz:zmPr id="{4E2894FD-4B69-4142-B861-0947E225C769}" returnToParent="0" transitionDur="1000">
                      <p166:blipFill xmlns:p166="http://schemas.microsoft.com/office/powerpoint/2016/6/main">
                        <a:blip r:embed="rId3"/>
                        <a:stretch>
                          <a:fillRect/>
                        </a:stretch>
                      </p166:blipFill>
                      <p166:spPr xmlns:p166="http://schemas.microsoft.com/office/powerpoint/2016/6/main">
                        <a:xfrm>
                          <a:off x="0" y="0"/>
                          <a:ext cx="1053084" cy="592360"/>
                        </a:xfrm>
                        <a:prstGeom prst="rect">
                          <a:avLst/>
                        </a:prstGeom>
                        <a:ln w="3175">
                          <a:solidFill>
                            <a:prstClr val="ltGray"/>
                          </a:solidFill>
                        </a:ln>
                      </p166:spPr>
                    </pslz:zmPr>
                  </pslz:sldZmObj>
                </pslz:sldZm>
              </a:graphicData>
            </a:graphic>
          </p:graphicFrame>
        </mc:Choice>
        <mc:Fallback>
          <p:pic>
            <p:nvPicPr>
              <p:cNvPr id="15" name="Slide Zoom 14">
                <a:hlinkClick r:id="rId4" action="ppaction://hlinksldjump"/>
                <a:extLst>
                  <a:ext uri="{FF2B5EF4-FFF2-40B4-BE49-F238E27FC236}">
                    <a16:creationId xmlns:a16="http://schemas.microsoft.com/office/drawing/2014/main" id="{78992201-C6BA-B11A-D429-B26077F94289}"/>
                  </a:ext>
                </a:extLst>
              </p:cNvPr>
              <p:cNvPicPr>
                <a:picLocks noGrp="1" noRot="1" noChangeAspect="1" noMove="1" noResize="1" noEditPoints="1" noAdjustHandles="1" noChangeArrowheads="1" noChangeShapeType="1"/>
              </p:cNvPicPr>
              <p:nvPr/>
            </p:nvPicPr>
            <p:blipFill>
              <a:blip r:embed="rId3"/>
              <a:stretch>
                <a:fillRect/>
              </a:stretch>
            </p:blipFill>
            <p:spPr>
              <a:xfrm>
                <a:off x="11138916" y="624632"/>
                <a:ext cx="1053084" cy="592360"/>
              </a:xfrm>
              <a:prstGeom prst="rect">
                <a:avLst/>
              </a:prstGeom>
              <a:ln w="3175">
                <a:solidFill>
                  <a:prstClr val="ltGray"/>
                </a:solidFill>
              </a:ln>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7E6FC-8E1E-D8D0-3F8A-9F89E21E89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6B0BC-1BA2-7700-32B0-92883279D3E1}"/>
              </a:ext>
            </a:extLst>
          </p:cNvPr>
          <p:cNvSpPr>
            <a:spLocks noGrp="1"/>
          </p:cNvSpPr>
          <p:nvPr>
            <p:ph type="title"/>
          </p:nvPr>
        </p:nvSpPr>
        <p:spPr/>
        <p:txBody>
          <a:bodyPr/>
          <a:lstStyle/>
          <a:p>
            <a:r>
              <a:t>Initial Findings</a:t>
            </a:r>
          </a:p>
        </p:txBody>
      </p:sp>
      <p:sp>
        <p:nvSpPr>
          <p:cNvPr id="4" name="Slide Number Placeholder 3">
            <a:extLst>
              <a:ext uri="{FF2B5EF4-FFF2-40B4-BE49-F238E27FC236}">
                <a16:creationId xmlns:a16="http://schemas.microsoft.com/office/drawing/2014/main" id="{EEEC3820-3C5E-718A-ABDF-961363974FE3}"/>
              </a:ext>
            </a:extLst>
          </p:cNvPr>
          <p:cNvSpPr>
            <a:spLocks noGrp="1"/>
          </p:cNvSpPr>
          <p:nvPr>
            <p:ph type="sldNum" sz="quarter" idx="4"/>
          </p:nvPr>
        </p:nvSpPr>
        <p:spPr/>
        <p:txBody>
          <a:bodyPr/>
          <a:lstStyle/>
          <a:p>
            <a:fld id="{FAF63893-4B0C-4F88-9650-53ECAF8C5052}" type="slidenum">
              <a:rPr lang="en-IN" smtClean="0"/>
              <a:pPr/>
              <a:t>7</a:t>
            </a:fld>
            <a:endParaRPr lang="en-US"/>
          </a:p>
        </p:txBody>
      </p:sp>
      <p:graphicFrame>
        <p:nvGraphicFramePr>
          <p:cNvPr id="3" name="Table 2">
            <a:extLst>
              <a:ext uri="{FF2B5EF4-FFF2-40B4-BE49-F238E27FC236}">
                <a16:creationId xmlns:a16="http://schemas.microsoft.com/office/drawing/2014/main" id="{65C821D5-98DF-B4C3-456D-1ACB53664A46}"/>
              </a:ext>
            </a:extLst>
          </p:cNvPr>
          <p:cNvGraphicFramePr>
            <a:graphicFrameLocks noGrp="1"/>
          </p:cNvGraphicFramePr>
          <p:nvPr>
            <p:extLst>
              <p:ext uri="{D42A27DB-BD31-4B8C-83A1-F6EECF244321}">
                <p14:modId xmlns:p14="http://schemas.microsoft.com/office/powerpoint/2010/main" val="415164659"/>
              </p:ext>
            </p:extLst>
          </p:nvPr>
        </p:nvGraphicFramePr>
        <p:xfrm>
          <a:off x="6286499" y="4767541"/>
          <a:ext cx="5437416" cy="1549374"/>
        </p:xfrm>
        <a:graphic>
          <a:graphicData uri="http://schemas.openxmlformats.org/drawingml/2006/table">
            <a:tbl>
              <a:tblPr firstRow="1" bandRow="1">
                <a:tableStyleId>{5C22544A-7EE6-4342-B048-85BDC9FD1C3A}</a:tableStyleId>
              </a:tblPr>
              <a:tblGrid>
                <a:gridCol w="1812472">
                  <a:extLst>
                    <a:ext uri="{9D8B030D-6E8A-4147-A177-3AD203B41FA5}">
                      <a16:colId xmlns:a16="http://schemas.microsoft.com/office/drawing/2014/main" val="2595927770"/>
                    </a:ext>
                  </a:extLst>
                </a:gridCol>
                <a:gridCol w="1812472">
                  <a:extLst>
                    <a:ext uri="{9D8B030D-6E8A-4147-A177-3AD203B41FA5}">
                      <a16:colId xmlns:a16="http://schemas.microsoft.com/office/drawing/2014/main" val="1677778835"/>
                    </a:ext>
                  </a:extLst>
                </a:gridCol>
                <a:gridCol w="1812472">
                  <a:extLst>
                    <a:ext uri="{9D8B030D-6E8A-4147-A177-3AD203B41FA5}">
                      <a16:colId xmlns:a16="http://schemas.microsoft.com/office/drawing/2014/main" val="1697299295"/>
                    </a:ext>
                  </a:extLst>
                </a:gridCol>
              </a:tblGrid>
              <a:tr h="295119">
                <a:tc>
                  <a:txBody>
                    <a:bodyPr/>
                    <a:lstStyle/>
                    <a:p>
                      <a:r>
                        <a:rPr lang="en-US" sz="1200"/>
                        <a:t>Models</a:t>
                      </a:r>
                    </a:p>
                  </a:txBody>
                  <a:tcPr/>
                </a:tc>
                <a:tc>
                  <a:txBody>
                    <a:bodyPr/>
                    <a:lstStyle/>
                    <a:p>
                      <a:r>
                        <a:rPr lang="en-US" sz="1200"/>
                        <a:t>AUC</a:t>
                      </a:r>
                    </a:p>
                  </a:txBody>
                  <a:tcPr/>
                </a:tc>
                <a:tc>
                  <a:txBody>
                    <a:bodyPr/>
                    <a:lstStyle/>
                    <a:p>
                      <a:r>
                        <a:rPr lang="en-US" sz="1200"/>
                        <a:t>Accuracy</a:t>
                      </a:r>
                    </a:p>
                  </a:txBody>
                  <a:tcPr/>
                </a:tc>
                <a:extLst>
                  <a:ext uri="{0D108BD9-81ED-4DB2-BD59-A6C34878D82A}">
                    <a16:rowId xmlns:a16="http://schemas.microsoft.com/office/drawing/2014/main" val="3825246874"/>
                  </a:ext>
                </a:extLst>
              </a:tr>
              <a:tr h="295119">
                <a:tc>
                  <a:txBody>
                    <a:bodyPr/>
                    <a:lstStyle/>
                    <a:p>
                      <a:r>
                        <a:rPr lang="en-US" sz="1200"/>
                        <a:t>LightGBM</a:t>
                      </a:r>
                    </a:p>
                  </a:txBody>
                  <a:tcPr>
                    <a:solidFill>
                      <a:schemeClr val="bg2"/>
                    </a:solidFill>
                  </a:tcPr>
                </a:tc>
                <a:tc>
                  <a:txBody>
                    <a:bodyPr/>
                    <a:lstStyle/>
                    <a:p>
                      <a:r>
                        <a:rPr lang="en-US" sz="1200"/>
                        <a:t>0.903</a:t>
                      </a:r>
                    </a:p>
                  </a:txBody>
                  <a:tcPr>
                    <a:solidFill>
                      <a:schemeClr val="bg2"/>
                    </a:solidFill>
                  </a:tcPr>
                </a:tc>
                <a:tc>
                  <a:txBody>
                    <a:bodyPr/>
                    <a:lstStyle/>
                    <a:p>
                      <a:r>
                        <a:rPr lang="en-US" sz="1200"/>
                        <a:t>86.4%</a:t>
                      </a:r>
                    </a:p>
                  </a:txBody>
                  <a:tcPr>
                    <a:solidFill>
                      <a:schemeClr val="bg2"/>
                    </a:solidFill>
                  </a:tcPr>
                </a:tc>
                <a:extLst>
                  <a:ext uri="{0D108BD9-81ED-4DB2-BD59-A6C34878D82A}">
                    <a16:rowId xmlns:a16="http://schemas.microsoft.com/office/drawing/2014/main" val="2913758279"/>
                  </a:ext>
                </a:extLst>
              </a:tr>
              <a:tr h="479568">
                <a:tc>
                  <a:txBody>
                    <a:bodyPr/>
                    <a:lstStyle/>
                    <a:p>
                      <a:r>
                        <a:rPr lang="en-US" sz="1200"/>
                        <a:t>Random Forest</a:t>
                      </a:r>
                    </a:p>
                  </a:txBody>
                  <a:tcPr>
                    <a:solidFill>
                      <a:schemeClr val="bg2"/>
                    </a:solidFill>
                  </a:tcPr>
                </a:tc>
                <a:tc>
                  <a:txBody>
                    <a:bodyPr/>
                    <a:lstStyle/>
                    <a:p>
                      <a:r>
                        <a:rPr lang="en-US" sz="1200"/>
                        <a:t>0.872</a:t>
                      </a:r>
                    </a:p>
                  </a:txBody>
                  <a:tcPr>
                    <a:solidFill>
                      <a:schemeClr val="bg2"/>
                    </a:solidFill>
                  </a:tcPr>
                </a:tc>
                <a:tc>
                  <a:txBody>
                    <a:bodyPr/>
                    <a:lstStyle/>
                    <a:p>
                      <a:r>
                        <a:rPr lang="en-US" sz="1200"/>
                        <a:t>85.0%</a:t>
                      </a:r>
                    </a:p>
                  </a:txBody>
                  <a:tcPr>
                    <a:solidFill>
                      <a:schemeClr val="bg2"/>
                    </a:solidFill>
                  </a:tcPr>
                </a:tc>
                <a:extLst>
                  <a:ext uri="{0D108BD9-81ED-4DB2-BD59-A6C34878D82A}">
                    <a16:rowId xmlns:a16="http://schemas.microsoft.com/office/drawing/2014/main" val="2791688320"/>
                  </a:ext>
                </a:extLst>
              </a:tr>
              <a:tr h="479568">
                <a:tc>
                  <a:txBody>
                    <a:bodyPr/>
                    <a:lstStyle/>
                    <a:p>
                      <a:r>
                        <a:rPr lang="en-US" sz="1200"/>
                        <a:t>Logistic Regression</a:t>
                      </a:r>
                    </a:p>
                  </a:txBody>
                  <a:tcPr>
                    <a:solidFill>
                      <a:schemeClr val="bg2"/>
                    </a:solidFill>
                  </a:tcPr>
                </a:tc>
                <a:tc>
                  <a:txBody>
                    <a:bodyPr/>
                    <a:lstStyle/>
                    <a:p>
                      <a:r>
                        <a:rPr lang="en-US" sz="1200"/>
                        <a:t>0.724</a:t>
                      </a:r>
                    </a:p>
                  </a:txBody>
                  <a:tcPr>
                    <a:solidFill>
                      <a:schemeClr val="bg2"/>
                    </a:solidFill>
                  </a:tcPr>
                </a:tc>
                <a:tc>
                  <a:txBody>
                    <a:bodyPr/>
                    <a:lstStyle/>
                    <a:p>
                      <a:r>
                        <a:rPr lang="en-US" sz="1200"/>
                        <a:t>78.7%</a:t>
                      </a:r>
                    </a:p>
                  </a:txBody>
                  <a:tcPr>
                    <a:solidFill>
                      <a:schemeClr val="bg2"/>
                    </a:solidFill>
                  </a:tcPr>
                </a:tc>
                <a:extLst>
                  <a:ext uri="{0D108BD9-81ED-4DB2-BD59-A6C34878D82A}">
                    <a16:rowId xmlns:a16="http://schemas.microsoft.com/office/drawing/2014/main" val="624560036"/>
                  </a:ext>
                </a:extLst>
              </a:tr>
            </a:tbl>
          </a:graphicData>
        </a:graphic>
      </p:graphicFrame>
      <p:graphicFrame>
        <p:nvGraphicFramePr>
          <p:cNvPr id="21" name="Chart 20">
            <a:extLst>
              <a:ext uri="{FF2B5EF4-FFF2-40B4-BE49-F238E27FC236}">
                <a16:creationId xmlns:a16="http://schemas.microsoft.com/office/drawing/2014/main" id="{2DB41350-247D-3611-9E17-BDA2085190CD}"/>
              </a:ext>
            </a:extLst>
          </p:cNvPr>
          <p:cNvGraphicFramePr>
            <a:graphicFrameLocks/>
          </p:cNvGraphicFramePr>
          <p:nvPr>
            <p:extLst>
              <p:ext uri="{D42A27DB-BD31-4B8C-83A1-F6EECF244321}">
                <p14:modId xmlns:p14="http://schemas.microsoft.com/office/powerpoint/2010/main" val="115067411"/>
              </p:ext>
            </p:extLst>
          </p:nvPr>
        </p:nvGraphicFramePr>
        <p:xfrm>
          <a:off x="316392" y="1518442"/>
          <a:ext cx="11407523" cy="3093476"/>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0B76CA87-95D0-7B98-10F6-03E9BBA59C54}"/>
              </a:ext>
            </a:extLst>
          </p:cNvPr>
          <p:cNvSpPr txBox="1"/>
          <p:nvPr/>
        </p:nvSpPr>
        <p:spPr>
          <a:xfrm>
            <a:off x="376548" y="778044"/>
            <a:ext cx="1147956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a:t>What the data showed us before we even built the recommendation engine</a:t>
            </a:r>
          </a:p>
          <a:p>
            <a:pPr marL="285750" indent="-285750">
              <a:buFont typeface="Arial" panose="020B0604020202020204" pitchFamily="34" charset="0"/>
              <a:buChar char="•"/>
            </a:pPr>
            <a:r>
              <a:rPr lang="en-US" sz="1600"/>
              <a:t>Deal amount and time stuck in a stage matters the most, whereas everything else plays a smaller role</a:t>
            </a:r>
          </a:p>
        </p:txBody>
      </p:sp>
      <p:sp>
        <p:nvSpPr>
          <p:cNvPr id="23" name="TextBox 22">
            <a:extLst>
              <a:ext uri="{FF2B5EF4-FFF2-40B4-BE49-F238E27FC236}">
                <a16:creationId xmlns:a16="http://schemas.microsoft.com/office/drawing/2014/main" id="{F21CF26A-47B9-BA23-6844-4D1886EFEA76}"/>
              </a:ext>
            </a:extLst>
          </p:cNvPr>
          <p:cNvSpPr txBox="1"/>
          <p:nvPr/>
        </p:nvSpPr>
        <p:spPr>
          <a:xfrm>
            <a:off x="973566" y="5432219"/>
            <a:ext cx="1148071" cy="369332"/>
          </a:xfrm>
          <a:prstGeom prst="rect">
            <a:avLst/>
          </a:prstGeom>
          <a:noFill/>
        </p:spPr>
        <p:txBody>
          <a:bodyPr wrap="none" rtlCol="0">
            <a:spAutoFit/>
          </a:bodyPr>
          <a:lstStyle/>
          <a:p>
            <a:r>
              <a:rPr lang="en-US" b="1"/>
              <a:t>Outputs</a:t>
            </a:r>
          </a:p>
        </p:txBody>
      </p:sp>
      <p:sp>
        <p:nvSpPr>
          <p:cNvPr id="25" name="TextBox 24">
            <a:extLst>
              <a:ext uri="{FF2B5EF4-FFF2-40B4-BE49-F238E27FC236}">
                <a16:creationId xmlns:a16="http://schemas.microsoft.com/office/drawing/2014/main" id="{3BB91FB5-1792-96DF-74C4-8F4EA9809B16}"/>
              </a:ext>
            </a:extLst>
          </p:cNvPr>
          <p:cNvSpPr txBox="1"/>
          <p:nvPr/>
        </p:nvSpPr>
        <p:spPr>
          <a:xfrm>
            <a:off x="3139086" y="5172896"/>
            <a:ext cx="2287806" cy="369332"/>
          </a:xfrm>
          <a:prstGeom prst="rect">
            <a:avLst/>
          </a:prstGeom>
          <a:noFill/>
        </p:spPr>
        <p:txBody>
          <a:bodyPr wrap="none" rtlCol="0">
            <a:spAutoFit/>
          </a:bodyPr>
          <a:lstStyle/>
          <a:p>
            <a:r>
              <a:rPr lang="en-US"/>
              <a:t>Expected Revenue</a:t>
            </a:r>
          </a:p>
        </p:txBody>
      </p:sp>
      <p:sp>
        <p:nvSpPr>
          <p:cNvPr id="27" name="TextBox 26">
            <a:extLst>
              <a:ext uri="{FF2B5EF4-FFF2-40B4-BE49-F238E27FC236}">
                <a16:creationId xmlns:a16="http://schemas.microsoft.com/office/drawing/2014/main" id="{5CA532D9-8F02-7D0D-4E0A-FA4970BF1F0E}"/>
              </a:ext>
            </a:extLst>
          </p:cNvPr>
          <p:cNvSpPr txBox="1"/>
          <p:nvPr/>
        </p:nvSpPr>
        <p:spPr>
          <a:xfrm>
            <a:off x="3139086" y="5733874"/>
            <a:ext cx="1890261" cy="369332"/>
          </a:xfrm>
          <a:prstGeom prst="rect">
            <a:avLst/>
          </a:prstGeom>
          <a:noFill/>
        </p:spPr>
        <p:txBody>
          <a:bodyPr wrap="none" rtlCol="0">
            <a:spAutoFit/>
          </a:bodyPr>
          <a:lstStyle/>
          <a:p>
            <a:r>
              <a:rPr lang="en-US"/>
              <a:t>Win Probability</a:t>
            </a:r>
          </a:p>
        </p:txBody>
      </p:sp>
      <p:cxnSp>
        <p:nvCxnSpPr>
          <p:cNvPr id="29" name="Straight Arrow Connector 28">
            <a:extLst>
              <a:ext uri="{FF2B5EF4-FFF2-40B4-BE49-F238E27FC236}">
                <a16:creationId xmlns:a16="http://schemas.microsoft.com/office/drawing/2014/main" id="{59FC3DE1-A1B2-5966-255C-2D64E10EFEAE}"/>
              </a:ext>
            </a:extLst>
          </p:cNvPr>
          <p:cNvCxnSpPr>
            <a:cxnSpLocks/>
            <a:endCxn id="25" idx="1"/>
          </p:cNvCxnSpPr>
          <p:nvPr/>
        </p:nvCxnSpPr>
        <p:spPr>
          <a:xfrm flipV="1">
            <a:off x="2121637" y="5357562"/>
            <a:ext cx="1017449" cy="18466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95CF540F-3018-A4EF-8D4E-FE5A46A10216}"/>
              </a:ext>
            </a:extLst>
          </p:cNvPr>
          <p:cNvCxnSpPr>
            <a:cxnSpLocks/>
            <a:endCxn id="27" idx="1"/>
          </p:cNvCxnSpPr>
          <p:nvPr/>
        </p:nvCxnSpPr>
        <p:spPr>
          <a:xfrm>
            <a:off x="2121637" y="5691541"/>
            <a:ext cx="1017449" cy="22699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4402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Accuracy &amp; Validation</a:t>
            </a:r>
          </a:p>
        </p:txBody>
      </p:sp>
      <p:sp>
        <p:nvSpPr>
          <p:cNvPr id="4" name="Slide Number Placeholder 3">
            <a:extLst>
              <a:ext uri="{FF2B5EF4-FFF2-40B4-BE49-F238E27FC236}">
                <a16:creationId xmlns:a16="http://schemas.microsoft.com/office/drawing/2014/main" id="{D77E2559-4B98-E86E-5DE6-6451DFCC63EE}"/>
              </a:ext>
            </a:extLst>
          </p:cNvPr>
          <p:cNvSpPr>
            <a:spLocks noGrp="1"/>
          </p:cNvSpPr>
          <p:nvPr>
            <p:ph type="sldNum" sz="quarter" idx="4"/>
          </p:nvPr>
        </p:nvSpPr>
        <p:spPr/>
        <p:txBody>
          <a:bodyPr/>
          <a:lstStyle/>
          <a:p>
            <a:fld id="{FAF63893-4B0C-4F88-9650-53ECAF8C5052}" type="slidenum">
              <a:rPr lang="en-IN" smtClean="0"/>
              <a:pPr/>
              <a:t>8</a:t>
            </a:fld>
            <a:endParaRPr lang="en-US"/>
          </a:p>
        </p:txBody>
      </p:sp>
      <p:sp>
        <p:nvSpPr>
          <p:cNvPr id="6" name="Rounded Rectangle 5"/>
          <p:cNvSpPr/>
          <p:nvPr/>
        </p:nvSpPr>
        <p:spPr>
          <a:xfrm>
            <a:off x="426001" y="1370152"/>
            <a:ext cx="2894481" cy="1372566"/>
          </a:xfrm>
          <a:prstGeom prst="roundRect">
            <a:avLst/>
          </a:prstGeom>
          <a:solidFill>
            <a:srgbClr val="004E4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r>
              <a:rPr lang="en-US" sz="2000" b="1">
                <a:solidFill>
                  <a:srgbClr val="FFFFFF"/>
                </a:solidFill>
                <a:latin typeface="Poppins"/>
              </a:rPr>
              <a:t>Accuracy</a:t>
            </a:r>
          </a:p>
          <a:p>
            <a:pPr algn="ctr">
              <a:spcBef>
                <a:spcPts val="600"/>
              </a:spcBef>
            </a:pPr>
            <a:r>
              <a:rPr lang="en-US">
                <a:solidFill>
                  <a:srgbClr val="FFFFFF"/>
                </a:solidFill>
              </a:rPr>
              <a:t>86.4</a:t>
            </a:r>
            <a:r>
              <a:rPr>
                <a:solidFill>
                  <a:srgbClr val="FFFFFF"/>
                </a:solidFill>
              </a:rPr>
              <a:t> %</a:t>
            </a:r>
            <a:endParaRPr lang="en-US">
              <a:solidFill>
                <a:srgbClr val="FFFFFF"/>
              </a:solidFill>
            </a:endParaRPr>
          </a:p>
        </p:txBody>
      </p:sp>
      <p:sp>
        <p:nvSpPr>
          <p:cNvPr id="7" name="Rounded Rectangle 6"/>
          <p:cNvSpPr/>
          <p:nvPr/>
        </p:nvSpPr>
        <p:spPr>
          <a:xfrm>
            <a:off x="4648758" y="1370152"/>
            <a:ext cx="2894481" cy="1372566"/>
          </a:xfrm>
          <a:prstGeom prst="roundRect">
            <a:avLst/>
          </a:prstGeom>
          <a:solidFill>
            <a:srgbClr val="004E4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r>
              <a:rPr sz="2000" b="1">
                <a:solidFill>
                  <a:srgbClr val="FFFFFF"/>
                </a:solidFill>
                <a:latin typeface="Poppins"/>
              </a:rPr>
              <a:t>AUC-ROC</a:t>
            </a:r>
          </a:p>
          <a:p>
            <a:pPr algn="ctr">
              <a:spcBef>
                <a:spcPts val="600"/>
              </a:spcBef>
            </a:pPr>
            <a:r>
              <a:rPr lang="en-US">
                <a:solidFill>
                  <a:srgbClr val="FFFFFF"/>
                </a:solidFill>
              </a:rPr>
              <a:t>0.903</a:t>
            </a:r>
          </a:p>
        </p:txBody>
      </p:sp>
      <p:sp>
        <p:nvSpPr>
          <p:cNvPr id="8" name="Rounded Rectangle 7"/>
          <p:cNvSpPr/>
          <p:nvPr/>
        </p:nvSpPr>
        <p:spPr>
          <a:xfrm>
            <a:off x="8871518" y="1370153"/>
            <a:ext cx="2894481" cy="1372565"/>
          </a:xfrm>
          <a:prstGeom prst="roundRect">
            <a:avLst/>
          </a:prstGeom>
          <a:solidFill>
            <a:srgbClr val="004E4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r>
              <a:rPr sz="2000" b="1">
                <a:solidFill>
                  <a:srgbClr val="FFFFFF"/>
                </a:solidFill>
                <a:latin typeface="Poppins"/>
              </a:rPr>
              <a:t>Precision / Recall</a:t>
            </a:r>
          </a:p>
          <a:p>
            <a:pPr algn="ctr">
              <a:spcBef>
                <a:spcPts val="600"/>
              </a:spcBef>
            </a:pPr>
            <a:r>
              <a:rPr lang="en-US">
                <a:solidFill>
                  <a:srgbClr val="FFFFFF"/>
                </a:solidFill>
              </a:rPr>
              <a:t>77.9% / 55.5%</a:t>
            </a:r>
          </a:p>
        </p:txBody>
      </p:sp>
      <p:graphicFrame>
        <p:nvGraphicFramePr>
          <p:cNvPr id="10" name="Chart 9">
            <a:extLst>
              <a:ext uri="{FF2B5EF4-FFF2-40B4-BE49-F238E27FC236}">
                <a16:creationId xmlns:a16="http://schemas.microsoft.com/office/drawing/2014/main" id="{D5A5550B-2A40-F3EB-1156-F8B04A776820}"/>
              </a:ext>
            </a:extLst>
          </p:cNvPr>
          <p:cNvGraphicFramePr>
            <a:graphicFrameLocks/>
          </p:cNvGraphicFramePr>
          <p:nvPr>
            <p:extLst>
              <p:ext uri="{D42A27DB-BD31-4B8C-83A1-F6EECF244321}">
                <p14:modId xmlns:p14="http://schemas.microsoft.com/office/powerpoint/2010/main" val="3749891559"/>
              </p:ext>
            </p:extLst>
          </p:nvPr>
        </p:nvGraphicFramePr>
        <p:xfrm>
          <a:off x="426000" y="3283678"/>
          <a:ext cx="2372504" cy="24732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B6D1ABB2-F24A-2435-7086-8D5DFB7A1B9A}"/>
              </a:ext>
            </a:extLst>
          </p:cNvPr>
          <p:cNvGraphicFramePr>
            <a:graphicFrameLocks/>
          </p:cNvGraphicFramePr>
          <p:nvPr>
            <p:extLst>
              <p:ext uri="{D42A27DB-BD31-4B8C-83A1-F6EECF244321}">
                <p14:modId xmlns:p14="http://schemas.microsoft.com/office/powerpoint/2010/main" val="4000596144"/>
              </p:ext>
            </p:extLst>
          </p:nvPr>
        </p:nvGraphicFramePr>
        <p:xfrm>
          <a:off x="3415166" y="3336971"/>
          <a:ext cx="2372504" cy="241995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F9271752-F26D-ED14-B46B-F2C528AEE72D}"/>
              </a:ext>
            </a:extLst>
          </p:cNvPr>
          <p:cNvGraphicFramePr>
            <a:graphicFrameLocks/>
          </p:cNvGraphicFramePr>
          <p:nvPr>
            <p:extLst>
              <p:ext uri="{D42A27DB-BD31-4B8C-83A1-F6EECF244321}">
                <p14:modId xmlns:p14="http://schemas.microsoft.com/office/powerpoint/2010/main" val="2630553550"/>
              </p:ext>
            </p:extLst>
          </p:nvPr>
        </p:nvGraphicFramePr>
        <p:xfrm>
          <a:off x="6404332" y="3336971"/>
          <a:ext cx="2372502" cy="241995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Chart 12">
            <a:extLst>
              <a:ext uri="{FF2B5EF4-FFF2-40B4-BE49-F238E27FC236}">
                <a16:creationId xmlns:a16="http://schemas.microsoft.com/office/drawing/2014/main" id="{314E3A71-8E92-70D3-7B4F-86979A85772B}"/>
              </a:ext>
            </a:extLst>
          </p:cNvPr>
          <p:cNvGraphicFramePr>
            <a:graphicFrameLocks/>
          </p:cNvGraphicFramePr>
          <p:nvPr>
            <p:extLst>
              <p:ext uri="{D42A27DB-BD31-4B8C-83A1-F6EECF244321}">
                <p14:modId xmlns:p14="http://schemas.microsoft.com/office/powerpoint/2010/main" val="183164083"/>
              </p:ext>
            </p:extLst>
          </p:nvPr>
        </p:nvGraphicFramePr>
        <p:xfrm>
          <a:off x="9393497" y="3336971"/>
          <a:ext cx="2372502" cy="2419950"/>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0809290F-7A24-3BD9-BB62-AACC1EF9D361}"/>
              </a:ext>
            </a:extLst>
          </p:cNvPr>
          <p:cNvSpPr txBox="1"/>
          <p:nvPr/>
        </p:nvSpPr>
        <p:spPr>
          <a:xfrm>
            <a:off x="426001" y="2945125"/>
            <a:ext cx="9209315" cy="338554"/>
          </a:xfrm>
          <a:prstGeom prst="rect">
            <a:avLst/>
          </a:prstGeom>
          <a:noFill/>
        </p:spPr>
        <p:txBody>
          <a:bodyPr wrap="square" rtlCol="0">
            <a:spAutoFit/>
          </a:bodyPr>
          <a:lstStyle/>
          <a:p>
            <a:r>
              <a:rPr lang="en-US" sz="1600"/>
              <a:t>Every deal in the test set falls into one of these 4 outcomes:</a:t>
            </a:r>
          </a:p>
        </p:txBody>
      </p:sp>
      <p:sp>
        <p:nvSpPr>
          <p:cNvPr id="16" name="Rectangle: Rounded Corners 15">
            <a:extLst>
              <a:ext uri="{FF2B5EF4-FFF2-40B4-BE49-F238E27FC236}">
                <a16:creationId xmlns:a16="http://schemas.microsoft.com/office/drawing/2014/main" id="{A059D512-1542-9CFE-8CFC-EA4C32C23930}"/>
              </a:ext>
            </a:extLst>
          </p:cNvPr>
          <p:cNvSpPr/>
          <p:nvPr/>
        </p:nvSpPr>
        <p:spPr>
          <a:xfrm>
            <a:off x="426001" y="5769504"/>
            <a:ext cx="11339998" cy="620904"/>
          </a:xfrm>
          <a:prstGeom prst="roundRect">
            <a:avLst/>
          </a:prstGeom>
          <a:solidFill>
            <a:schemeClr val="bg2"/>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r>
              <a:rPr lang="en-US" sz="1400"/>
              <a:t>The model was right about 86.4% of the time overall. It occasionally misses a real win (10.1% of deals) and occasionally raises a false alarm on a deal that was going to be lost (3.6% of deals)</a:t>
            </a:r>
          </a:p>
        </p:txBody>
      </p:sp>
      <p:sp>
        <p:nvSpPr>
          <p:cNvPr id="5" name="TextBox 4">
            <a:extLst>
              <a:ext uri="{FF2B5EF4-FFF2-40B4-BE49-F238E27FC236}">
                <a16:creationId xmlns:a16="http://schemas.microsoft.com/office/drawing/2014/main" id="{F8D7982A-8DC5-B6FB-497D-11FF4C0E30BE}"/>
              </a:ext>
            </a:extLst>
          </p:cNvPr>
          <p:cNvSpPr txBox="1"/>
          <p:nvPr/>
        </p:nvSpPr>
        <p:spPr>
          <a:xfrm>
            <a:off x="376548" y="778044"/>
            <a:ext cx="1147956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Tested on 15,594 deals the model never saw during training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392" y="2394653"/>
            <a:ext cx="10972800" cy="455725"/>
          </a:xfrm>
        </p:spPr>
        <p:txBody>
          <a:bodyPr/>
          <a:lstStyle/>
          <a:p>
            <a:r>
              <a:t>Business value</a:t>
            </a:r>
            <a:r>
              <a:rPr lang="en-US"/>
              <a:t> &amp; Recommended use cases: </a:t>
            </a:r>
            <a:endParaRPr/>
          </a:p>
        </p:txBody>
      </p:sp>
      <p:sp>
        <p:nvSpPr>
          <p:cNvPr id="4" name="Slide Number Placeholder 3">
            <a:extLst>
              <a:ext uri="{FF2B5EF4-FFF2-40B4-BE49-F238E27FC236}">
                <a16:creationId xmlns:a16="http://schemas.microsoft.com/office/drawing/2014/main" id="{E333B8CC-4D23-8CD9-6B5D-9F0D5D2225EC}"/>
              </a:ext>
            </a:extLst>
          </p:cNvPr>
          <p:cNvSpPr>
            <a:spLocks noGrp="1"/>
          </p:cNvSpPr>
          <p:nvPr>
            <p:ph type="sldNum" sz="quarter" idx="4"/>
          </p:nvPr>
        </p:nvSpPr>
        <p:spPr/>
        <p:txBody>
          <a:bodyPr/>
          <a:lstStyle/>
          <a:p>
            <a:fld id="{FAF63893-4B0C-4F88-9650-53ECAF8C5052}" type="slidenum">
              <a:rPr lang="en-IN" smtClean="0"/>
              <a:pPr/>
              <a:t>9</a:t>
            </a:fld>
            <a:endParaRPr lang="en-US"/>
          </a:p>
        </p:txBody>
      </p:sp>
      <p:sp>
        <p:nvSpPr>
          <p:cNvPr id="3" name="Rectangle 2">
            <a:extLst>
              <a:ext uri="{FF2B5EF4-FFF2-40B4-BE49-F238E27FC236}">
                <a16:creationId xmlns:a16="http://schemas.microsoft.com/office/drawing/2014/main" id="{FB59E05F-DE72-F449-840C-3E1B52563920}"/>
              </a:ext>
            </a:extLst>
          </p:cNvPr>
          <p:cNvSpPr/>
          <p:nvPr/>
        </p:nvSpPr>
        <p:spPr>
          <a:xfrm>
            <a:off x="426663" y="3073073"/>
            <a:ext cx="2154665" cy="10756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1200" b="1"/>
              <a:t>Prevents a $1.18B forecasting error</a:t>
            </a:r>
            <a:r>
              <a:rPr lang="en-US" sz="1200"/>
              <a:t> — naive total says $1.44B, honest number is $261M.</a:t>
            </a:r>
          </a:p>
        </p:txBody>
      </p:sp>
      <p:sp>
        <p:nvSpPr>
          <p:cNvPr id="30" name="Rectangle 29">
            <a:extLst>
              <a:ext uri="{FF2B5EF4-FFF2-40B4-BE49-F238E27FC236}">
                <a16:creationId xmlns:a16="http://schemas.microsoft.com/office/drawing/2014/main" id="{6DE532B7-9845-BAC2-EE7F-14B1B1A6C115}"/>
              </a:ext>
            </a:extLst>
          </p:cNvPr>
          <p:cNvSpPr/>
          <p:nvPr/>
        </p:nvSpPr>
        <p:spPr>
          <a:xfrm>
            <a:off x="9610672" y="3073073"/>
            <a:ext cx="2154665" cy="10756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1200"/>
              <a:t>Leadership should plan quarterly targets around the $261M expected revenue figure, not the $1.44B naive total</a:t>
            </a:r>
          </a:p>
        </p:txBody>
      </p:sp>
      <p:sp>
        <p:nvSpPr>
          <p:cNvPr id="32" name="Rectangle 31">
            <a:extLst>
              <a:ext uri="{FF2B5EF4-FFF2-40B4-BE49-F238E27FC236}">
                <a16:creationId xmlns:a16="http://schemas.microsoft.com/office/drawing/2014/main" id="{5E4F4FE9-7AD3-34F5-CF0A-92F7CFA5A01B}"/>
              </a:ext>
            </a:extLst>
          </p:cNvPr>
          <p:cNvSpPr/>
          <p:nvPr/>
        </p:nvSpPr>
        <p:spPr>
          <a:xfrm>
            <a:off x="7314669" y="3073074"/>
            <a:ext cx="2154665" cy="107562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1200"/>
              <a:t>Any deal flagged as stalled or high-risk should trigger a mandatory manager check-in within 48 hours</a:t>
            </a:r>
          </a:p>
        </p:txBody>
      </p:sp>
      <p:sp>
        <p:nvSpPr>
          <p:cNvPr id="35" name="Rectangle 34">
            <a:extLst>
              <a:ext uri="{FF2B5EF4-FFF2-40B4-BE49-F238E27FC236}">
                <a16:creationId xmlns:a16="http://schemas.microsoft.com/office/drawing/2014/main" id="{5005C4E3-C76D-31BA-24B9-D7790E2C953F}"/>
              </a:ext>
            </a:extLst>
          </p:cNvPr>
          <p:cNvSpPr/>
          <p:nvPr/>
        </p:nvSpPr>
        <p:spPr>
          <a:xfrm>
            <a:off x="5018667" y="3073076"/>
            <a:ext cx="2154665" cy="10756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1200" b="1"/>
              <a:t>Catches problems early enough to still act on them</a:t>
            </a:r>
            <a:r>
              <a:rPr lang="en-US" sz="1200"/>
              <a:t> — flags risk while a deal can still be saved, not after it's already lost.</a:t>
            </a:r>
          </a:p>
        </p:txBody>
      </p:sp>
      <p:sp>
        <p:nvSpPr>
          <p:cNvPr id="38" name="Rectangle 37">
            <a:extLst>
              <a:ext uri="{FF2B5EF4-FFF2-40B4-BE49-F238E27FC236}">
                <a16:creationId xmlns:a16="http://schemas.microsoft.com/office/drawing/2014/main" id="{669A57B9-E5C5-404A-6748-B4383263F689}"/>
              </a:ext>
            </a:extLst>
          </p:cNvPr>
          <p:cNvSpPr/>
          <p:nvPr/>
        </p:nvSpPr>
        <p:spPr>
          <a:xfrm>
            <a:off x="2722665" y="3073075"/>
            <a:ext cx="2154665" cy="1075625"/>
          </a:xfrm>
          <a:prstGeom prst="rect">
            <a:avLst/>
          </a:prstGeom>
          <a:solidFill>
            <a:srgbClr val="FE5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b="1"/>
              <a:t>Saves $2.5M in wasted sales effort</a:t>
            </a:r>
            <a:r>
              <a:rPr lang="en-US" sz="1200"/>
              <a:t> ; stops reps chasing 2,500 deals that are already lost.</a:t>
            </a:r>
          </a:p>
        </p:txBody>
      </p:sp>
      <p:sp>
        <p:nvSpPr>
          <p:cNvPr id="39" name="Title 1">
            <a:extLst>
              <a:ext uri="{FF2B5EF4-FFF2-40B4-BE49-F238E27FC236}">
                <a16:creationId xmlns:a16="http://schemas.microsoft.com/office/drawing/2014/main" id="{C21DE2B8-CFBF-2061-14EC-CF7EEBC97E89}"/>
              </a:ext>
            </a:extLst>
          </p:cNvPr>
          <p:cNvSpPr txBox="1">
            <a:spLocks/>
          </p:cNvSpPr>
          <p:nvPr/>
        </p:nvSpPr>
        <p:spPr>
          <a:xfrm>
            <a:off x="316392" y="266372"/>
            <a:ext cx="10972800" cy="442240"/>
          </a:xfrm>
          <a:prstGeom prst="rect">
            <a:avLst/>
          </a:prstGeom>
        </p:spPr>
        <p:txBody>
          <a:bodyPr/>
          <a:lstStyle>
            <a:lvl1pPr algn="l" defTabSz="914400" rtl="0" eaLnBrk="1" latinLnBrk="0" hangingPunct="1">
              <a:lnSpc>
                <a:spcPct val="90000"/>
              </a:lnSpc>
              <a:spcBef>
                <a:spcPct val="0"/>
              </a:spcBef>
              <a:buNone/>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Assumptions, Exclusions, &amp; Limitations</a:t>
            </a:r>
          </a:p>
        </p:txBody>
      </p:sp>
      <p:sp>
        <p:nvSpPr>
          <p:cNvPr id="41" name="TextBox 20">
            <a:extLst>
              <a:ext uri="{FF2B5EF4-FFF2-40B4-BE49-F238E27FC236}">
                <a16:creationId xmlns:a16="http://schemas.microsoft.com/office/drawing/2014/main" id="{F35A58EA-D57E-F07F-9DCC-A12AAB1BB6C4}"/>
              </a:ext>
            </a:extLst>
          </p:cNvPr>
          <p:cNvSpPr txBox="1"/>
          <p:nvPr/>
        </p:nvSpPr>
        <p:spPr>
          <a:xfrm>
            <a:off x="4312537" y="1140461"/>
            <a:ext cx="3503457" cy="362241"/>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b="1" i="0">
                <a:solidFill>
                  <a:srgbClr val="FFFFFF"/>
                </a:solidFill>
                <a:latin typeface="+mj-lt"/>
              </a:rPr>
              <a:t>EXCLUSIONS</a:t>
            </a:r>
          </a:p>
        </p:txBody>
      </p:sp>
      <p:sp>
        <p:nvSpPr>
          <p:cNvPr id="43" name="TextBox 27">
            <a:extLst>
              <a:ext uri="{FF2B5EF4-FFF2-40B4-BE49-F238E27FC236}">
                <a16:creationId xmlns:a16="http://schemas.microsoft.com/office/drawing/2014/main" id="{D7F594F3-A8BD-3E05-14F9-1D213D1247AF}"/>
              </a:ext>
            </a:extLst>
          </p:cNvPr>
          <p:cNvSpPr txBox="1"/>
          <p:nvPr/>
        </p:nvSpPr>
        <p:spPr>
          <a:xfrm>
            <a:off x="8046337" y="1140461"/>
            <a:ext cx="3562458" cy="362241"/>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b="1" i="0">
                <a:solidFill>
                  <a:srgbClr val="FFFFFF"/>
                </a:solidFill>
                <a:latin typeface="+mj-lt"/>
              </a:rPr>
              <a:t>LIMITATIONS</a:t>
            </a:r>
          </a:p>
        </p:txBody>
      </p:sp>
      <p:sp>
        <p:nvSpPr>
          <p:cNvPr id="46" name="Rectangle 45">
            <a:extLst>
              <a:ext uri="{FF2B5EF4-FFF2-40B4-BE49-F238E27FC236}">
                <a16:creationId xmlns:a16="http://schemas.microsoft.com/office/drawing/2014/main" id="{261CD3AB-A3F7-7DF7-290D-2B92DAFEBC01}"/>
              </a:ext>
            </a:extLst>
          </p:cNvPr>
          <p:cNvSpPr/>
          <p:nvPr/>
        </p:nvSpPr>
        <p:spPr>
          <a:xfrm>
            <a:off x="426663" y="1001708"/>
            <a:ext cx="3492572" cy="1099848"/>
          </a:xfrm>
          <a:prstGeom prst="rect">
            <a:avLst/>
          </a:prstGeom>
          <a:ln>
            <a:solidFill>
              <a:schemeClr val="accent3"/>
            </a:solidFill>
          </a:ln>
        </p:spPr>
        <p:style>
          <a:lnRef idx="2">
            <a:schemeClr val="accent3"/>
          </a:lnRef>
          <a:fillRef idx="1">
            <a:schemeClr val="lt1"/>
          </a:fillRef>
          <a:effectRef idx="0">
            <a:schemeClr val="accent3"/>
          </a:effectRef>
          <a:fontRef idx="minor">
            <a:schemeClr val="dk1"/>
          </a:fontRef>
        </p:style>
        <p:txBody>
          <a:bodyPr rtlCol="0" anchor="ctr"/>
          <a:lstStyle/>
          <a:p>
            <a:r>
              <a:rPr lang="en-US" sz="1200"/>
              <a:t>Future Behaves like the past and it won’t catch sudden market shifts until retrained</a:t>
            </a:r>
          </a:p>
          <a:p>
            <a:pPr algn="ctr"/>
            <a:r>
              <a:rPr lang="en-US" sz="1200"/>
              <a:t> </a:t>
            </a:r>
          </a:p>
        </p:txBody>
      </p:sp>
      <p:sp>
        <p:nvSpPr>
          <p:cNvPr id="47" name="Rectangle 46">
            <a:extLst>
              <a:ext uri="{FF2B5EF4-FFF2-40B4-BE49-F238E27FC236}">
                <a16:creationId xmlns:a16="http://schemas.microsoft.com/office/drawing/2014/main" id="{AAA8CF65-E976-3CF6-C526-3E4040C465EC}"/>
              </a:ext>
            </a:extLst>
          </p:cNvPr>
          <p:cNvSpPr/>
          <p:nvPr/>
        </p:nvSpPr>
        <p:spPr>
          <a:xfrm>
            <a:off x="4349714" y="1018150"/>
            <a:ext cx="3492572" cy="1066964"/>
          </a:xfrm>
          <a:prstGeom prst="rect">
            <a:avLst/>
          </a:prstGeom>
          <a:ln>
            <a:solidFill>
              <a:schemeClr val="accent3"/>
            </a:solidFill>
          </a:ln>
        </p:spPr>
        <p:style>
          <a:lnRef idx="2">
            <a:schemeClr val="accent5"/>
          </a:lnRef>
          <a:fillRef idx="1">
            <a:schemeClr val="lt1"/>
          </a:fillRef>
          <a:effectRef idx="0">
            <a:schemeClr val="accent5"/>
          </a:effectRef>
          <a:fontRef idx="minor">
            <a:schemeClr val="dk1"/>
          </a:fontRef>
        </p:style>
        <p:txBody>
          <a:bodyPr rtlCol="0" anchor="ctr"/>
          <a:lstStyle/>
          <a:p>
            <a:r>
              <a:rPr lang="en-US" sz="1200"/>
              <a:t>Only 1 of 5 new signals helps the model, and Real Tredence details (RFP, team) are not in this data </a:t>
            </a:r>
            <a:endParaRPr lang="en-US" sz="1200" b="1"/>
          </a:p>
        </p:txBody>
      </p:sp>
      <p:sp>
        <p:nvSpPr>
          <p:cNvPr id="48" name="Rectangle 47">
            <a:extLst>
              <a:ext uri="{FF2B5EF4-FFF2-40B4-BE49-F238E27FC236}">
                <a16:creationId xmlns:a16="http://schemas.microsoft.com/office/drawing/2014/main" id="{21FD6D2C-DA3C-5735-365A-677612DCC511}"/>
              </a:ext>
            </a:extLst>
          </p:cNvPr>
          <p:cNvSpPr/>
          <p:nvPr/>
        </p:nvSpPr>
        <p:spPr>
          <a:xfrm>
            <a:off x="8276253" y="1018149"/>
            <a:ext cx="3492572" cy="1066965"/>
          </a:xfrm>
          <a:prstGeom prst="rect">
            <a:avLst/>
          </a:prstGeom>
          <a:ln>
            <a:solidFill>
              <a:schemeClr val="accent3"/>
            </a:solidFill>
          </a:ln>
        </p:spPr>
        <p:style>
          <a:lnRef idx="2">
            <a:schemeClr val="accent4"/>
          </a:lnRef>
          <a:fillRef idx="1">
            <a:schemeClr val="lt1"/>
          </a:fillRef>
          <a:effectRef idx="0">
            <a:schemeClr val="accent4"/>
          </a:effectRef>
          <a:fontRef idx="minor">
            <a:schemeClr val="dk1"/>
          </a:fontRef>
        </p:style>
        <p:txBody>
          <a:bodyPr rtlCol="0" anchor="ctr"/>
          <a:lstStyle/>
          <a:p>
            <a:r>
              <a:rPr lang="en-US" sz="1200"/>
              <a:t>Trained on public data (not Tredence's own deals) and no automatic connection to a live CRM, so someone must manually add new deals</a:t>
            </a:r>
          </a:p>
        </p:txBody>
      </p:sp>
      <p:sp>
        <p:nvSpPr>
          <p:cNvPr id="49" name="TextBox 48">
            <a:extLst>
              <a:ext uri="{FF2B5EF4-FFF2-40B4-BE49-F238E27FC236}">
                <a16:creationId xmlns:a16="http://schemas.microsoft.com/office/drawing/2014/main" id="{8F008C44-AA6D-15DC-5FCC-B5C3F36E78A3}"/>
              </a:ext>
            </a:extLst>
          </p:cNvPr>
          <p:cNvSpPr txBox="1"/>
          <p:nvPr/>
        </p:nvSpPr>
        <p:spPr>
          <a:xfrm>
            <a:off x="316392" y="4371388"/>
            <a:ext cx="6314172" cy="523220"/>
          </a:xfrm>
          <a:prstGeom prst="rect">
            <a:avLst/>
          </a:prstGeom>
          <a:noFill/>
        </p:spPr>
        <p:txBody>
          <a:bodyPr wrap="square">
            <a:spAutoFit/>
          </a:bodyPr>
          <a:lstStyle/>
          <a:p>
            <a:r>
              <a:rPr lang="en-US" sz="2800" b="1"/>
              <a:t>Next Steps:</a:t>
            </a:r>
          </a:p>
        </p:txBody>
      </p:sp>
      <p:sp>
        <p:nvSpPr>
          <p:cNvPr id="50" name="Rectangle 49">
            <a:extLst>
              <a:ext uri="{FF2B5EF4-FFF2-40B4-BE49-F238E27FC236}">
                <a16:creationId xmlns:a16="http://schemas.microsoft.com/office/drawing/2014/main" id="{2481ABE4-C5D3-F3D4-183B-AE79CD46AD46}"/>
              </a:ext>
            </a:extLst>
          </p:cNvPr>
          <p:cNvSpPr/>
          <p:nvPr/>
        </p:nvSpPr>
        <p:spPr>
          <a:xfrm>
            <a:off x="426663" y="5117303"/>
            <a:ext cx="3202261" cy="1075625"/>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400"/>
              <a:t>Retrain on Tredence's real historical deal data, once available, instead of the public dataset</a:t>
            </a:r>
          </a:p>
        </p:txBody>
      </p:sp>
      <p:sp>
        <p:nvSpPr>
          <p:cNvPr id="51" name="Rectangle 50">
            <a:extLst>
              <a:ext uri="{FF2B5EF4-FFF2-40B4-BE49-F238E27FC236}">
                <a16:creationId xmlns:a16="http://schemas.microsoft.com/office/drawing/2014/main" id="{0EE200F3-8200-8A89-CA7F-676330F3CBF9}"/>
              </a:ext>
            </a:extLst>
          </p:cNvPr>
          <p:cNvSpPr/>
          <p:nvPr/>
        </p:nvSpPr>
        <p:spPr>
          <a:xfrm>
            <a:off x="4403323" y="5117302"/>
            <a:ext cx="3333024" cy="1075625"/>
          </a:xfrm>
          <a:prstGeom prst="rect">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400"/>
              <a:t>Connect to a live CRM feed instead of saved files, so it updates automatically as deals move</a:t>
            </a:r>
          </a:p>
        </p:txBody>
      </p:sp>
      <p:sp>
        <p:nvSpPr>
          <p:cNvPr id="52" name="Rectangle 51">
            <a:extLst>
              <a:ext uri="{FF2B5EF4-FFF2-40B4-BE49-F238E27FC236}">
                <a16:creationId xmlns:a16="http://schemas.microsoft.com/office/drawing/2014/main" id="{0696CDB3-5067-8031-AA58-939BA1BA9149}"/>
              </a:ext>
            </a:extLst>
          </p:cNvPr>
          <p:cNvSpPr/>
          <p:nvPr/>
        </p:nvSpPr>
        <p:spPr>
          <a:xfrm>
            <a:off x="8510746" y="5117302"/>
            <a:ext cx="3254591" cy="1075625"/>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400"/>
              <a:t>Expand the rule engine with input from real sales managers on what "urgent" should mean in practice</a:t>
            </a:r>
          </a:p>
        </p:txBody>
      </p:sp>
      <p:cxnSp>
        <p:nvCxnSpPr>
          <p:cNvPr id="53" name="Straight Arrow Connector 52">
            <a:extLst>
              <a:ext uri="{FF2B5EF4-FFF2-40B4-BE49-F238E27FC236}">
                <a16:creationId xmlns:a16="http://schemas.microsoft.com/office/drawing/2014/main" id="{0F4F801D-E171-3C6A-B378-C5E275497A33}"/>
              </a:ext>
            </a:extLst>
          </p:cNvPr>
          <p:cNvCxnSpPr>
            <a:cxnSpLocks/>
            <a:stCxn id="50" idx="3"/>
            <a:endCxn id="51" idx="1"/>
          </p:cNvCxnSpPr>
          <p:nvPr/>
        </p:nvCxnSpPr>
        <p:spPr>
          <a:xfrm flipV="1">
            <a:off x="3628924" y="5655115"/>
            <a:ext cx="774399"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89E842CF-6CF1-165B-E3F5-CF81AFA87EE5}"/>
              </a:ext>
            </a:extLst>
          </p:cNvPr>
          <p:cNvCxnSpPr>
            <a:cxnSpLocks/>
            <a:stCxn id="51" idx="3"/>
            <a:endCxn id="52" idx="1"/>
          </p:cNvCxnSpPr>
          <p:nvPr/>
        </p:nvCxnSpPr>
        <p:spPr>
          <a:xfrm>
            <a:off x="7736347" y="5655115"/>
            <a:ext cx="7743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6065F-CD1D-EE1B-1077-A8F19CB2F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C6346-BA4D-BA92-C44E-AEEC53D79C97}"/>
              </a:ext>
            </a:extLst>
          </p:cNvPr>
          <p:cNvSpPr>
            <a:spLocks noGrp="1"/>
          </p:cNvSpPr>
          <p:nvPr>
            <p:ph type="title"/>
          </p:nvPr>
        </p:nvSpPr>
        <p:spPr/>
        <p:txBody>
          <a:bodyPr/>
          <a:lstStyle/>
          <a:p>
            <a:r>
              <a:t>Live Demo</a:t>
            </a:r>
          </a:p>
        </p:txBody>
      </p:sp>
      <p:sp>
        <p:nvSpPr>
          <p:cNvPr id="4" name="Slide Number Placeholder 3">
            <a:extLst>
              <a:ext uri="{FF2B5EF4-FFF2-40B4-BE49-F238E27FC236}">
                <a16:creationId xmlns:a16="http://schemas.microsoft.com/office/drawing/2014/main" id="{875E5380-0276-E6C9-32DA-5716F9CF86BA}"/>
              </a:ext>
            </a:extLst>
          </p:cNvPr>
          <p:cNvSpPr>
            <a:spLocks noGrp="1"/>
          </p:cNvSpPr>
          <p:nvPr>
            <p:ph type="sldNum" sz="quarter" idx="4"/>
          </p:nvPr>
        </p:nvSpPr>
        <p:spPr/>
        <p:txBody>
          <a:bodyPr/>
          <a:lstStyle/>
          <a:p>
            <a:fld id="{FAF63893-4B0C-4F88-9650-53ECAF8C5052}" type="slidenum">
              <a:rPr lang="en-IN" smtClean="0"/>
              <a:pPr/>
              <a:t>10</a:t>
            </a:fld>
            <a:endParaRPr lang="en-US"/>
          </a:p>
        </p:txBody>
      </p:sp>
      <p:pic>
        <p:nvPicPr>
          <p:cNvPr id="6" name="Picture 5">
            <a:extLst>
              <a:ext uri="{FF2B5EF4-FFF2-40B4-BE49-F238E27FC236}">
                <a16:creationId xmlns:a16="http://schemas.microsoft.com/office/drawing/2014/main" id="{8F051E7B-E306-4D04-2944-5581CCF6DF7D}"/>
              </a:ext>
            </a:extLst>
          </p:cNvPr>
          <p:cNvPicPr>
            <a:picLocks noChangeAspect="1"/>
          </p:cNvPicPr>
          <p:nvPr/>
        </p:nvPicPr>
        <p:blipFill>
          <a:blip r:embed="rId2"/>
          <a:stretch>
            <a:fillRect/>
          </a:stretch>
        </p:blipFill>
        <p:spPr>
          <a:xfrm>
            <a:off x="316392" y="753705"/>
            <a:ext cx="11559216" cy="5516465"/>
          </a:xfrm>
          <a:prstGeom prst="rect">
            <a:avLst/>
          </a:prstGeom>
        </p:spPr>
      </p:pic>
      <p:sp>
        <p:nvSpPr>
          <p:cNvPr id="8" name="TextBox 7">
            <a:extLst>
              <a:ext uri="{FF2B5EF4-FFF2-40B4-BE49-F238E27FC236}">
                <a16:creationId xmlns:a16="http://schemas.microsoft.com/office/drawing/2014/main" id="{3D399E9E-FB6B-8CF0-A930-34489DB639EE}"/>
              </a:ext>
            </a:extLst>
          </p:cNvPr>
          <p:cNvSpPr txBox="1"/>
          <p:nvPr/>
        </p:nvSpPr>
        <p:spPr>
          <a:xfrm>
            <a:off x="10145487" y="6270170"/>
            <a:ext cx="1807028" cy="276999"/>
          </a:xfrm>
          <a:prstGeom prst="rect">
            <a:avLst/>
          </a:prstGeom>
          <a:noFill/>
        </p:spPr>
        <p:txBody>
          <a:bodyPr wrap="square">
            <a:spAutoFit/>
          </a:bodyPr>
          <a:lstStyle/>
          <a:p>
            <a:r>
              <a:rPr lang="en-US" sz="1200">
                <a:hlinkClick r:id="rId3"/>
              </a:rPr>
              <a:t>AI Sales Deal Agent</a:t>
            </a:r>
            <a:endParaRPr lang="en-US" sz="1200"/>
          </a:p>
        </p:txBody>
      </p:sp>
    </p:spTree>
    <p:extLst>
      <p:ext uri="{BB962C8B-B14F-4D97-AF65-F5344CB8AC3E}">
        <p14:creationId xmlns:p14="http://schemas.microsoft.com/office/powerpoint/2010/main" val="3800409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327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7CB794-E37E-069C-DD02-9D5738CD3F57}"/>
              </a:ext>
            </a:extLst>
          </p:cNvPr>
          <p:cNvSpPr>
            <a:spLocks noGrp="1"/>
          </p:cNvSpPr>
          <p:nvPr>
            <p:ph type="sldNum" sz="quarter" idx="4"/>
          </p:nvPr>
        </p:nvSpPr>
        <p:spPr/>
        <p:txBody>
          <a:bodyPr/>
          <a:lstStyle/>
          <a:p>
            <a:fld id="{FAF63893-4B0C-4F88-9650-53ECAF8C5052}" type="slidenum">
              <a:rPr lang="en-IN" smtClean="0"/>
              <a:pPr/>
              <a:t>12</a:t>
            </a:fld>
            <a:endParaRPr lang="en-US"/>
          </a:p>
        </p:txBody>
      </p:sp>
      <p:graphicFrame>
        <p:nvGraphicFramePr>
          <p:cNvPr id="3" name="Table 2">
            <a:extLst>
              <a:ext uri="{FF2B5EF4-FFF2-40B4-BE49-F238E27FC236}">
                <a16:creationId xmlns:a16="http://schemas.microsoft.com/office/drawing/2014/main" id="{43B9DC73-1BA7-C619-F72C-9C34F8D237B5}"/>
              </a:ext>
            </a:extLst>
          </p:cNvPr>
          <p:cNvGraphicFramePr>
            <a:graphicFrameLocks noGrp="1"/>
          </p:cNvGraphicFramePr>
          <p:nvPr>
            <p:extLst>
              <p:ext uri="{D42A27DB-BD31-4B8C-83A1-F6EECF244321}">
                <p14:modId xmlns:p14="http://schemas.microsoft.com/office/powerpoint/2010/main" val="475955056"/>
              </p:ext>
            </p:extLst>
          </p:nvPr>
        </p:nvGraphicFramePr>
        <p:xfrm>
          <a:off x="207535" y="917409"/>
          <a:ext cx="11523405" cy="5355572"/>
        </p:xfrm>
        <a:graphic>
          <a:graphicData uri="http://schemas.openxmlformats.org/drawingml/2006/table">
            <a:tbl>
              <a:tblPr firstRow="1" bandRow="1">
                <a:tableStyleId>{6E25E649-3F16-4E02-A733-19D2CDBF48F0}</a:tableStyleId>
              </a:tblPr>
              <a:tblGrid>
                <a:gridCol w="2151529">
                  <a:extLst>
                    <a:ext uri="{9D8B030D-6E8A-4147-A177-3AD203B41FA5}">
                      <a16:colId xmlns:a16="http://schemas.microsoft.com/office/drawing/2014/main" val="459240986"/>
                    </a:ext>
                  </a:extLst>
                </a:gridCol>
                <a:gridCol w="4345117">
                  <a:extLst>
                    <a:ext uri="{9D8B030D-6E8A-4147-A177-3AD203B41FA5}">
                      <a16:colId xmlns:a16="http://schemas.microsoft.com/office/drawing/2014/main" val="3294952209"/>
                    </a:ext>
                  </a:extLst>
                </a:gridCol>
                <a:gridCol w="5026759">
                  <a:extLst>
                    <a:ext uri="{9D8B030D-6E8A-4147-A177-3AD203B41FA5}">
                      <a16:colId xmlns:a16="http://schemas.microsoft.com/office/drawing/2014/main" val="2241933484"/>
                    </a:ext>
                  </a:extLst>
                </a:gridCol>
              </a:tblGrid>
              <a:tr h="529228">
                <a:tc>
                  <a:txBody>
                    <a:bodyPr/>
                    <a:lstStyle/>
                    <a:p>
                      <a:pPr algn="ct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t>Rules (The decision maker)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400"/>
                        <a:t>AI / </a:t>
                      </a:r>
                      <a:r>
                        <a:rPr lang="en-US" sz="1400" err="1"/>
                        <a:t>Groq</a:t>
                      </a:r>
                      <a:r>
                        <a:rPr lang="en-US" sz="1400"/>
                        <a:t>  (The narrator)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3852858"/>
                  </a:ext>
                </a:extLst>
              </a:tr>
              <a:tr h="453716">
                <a:tc>
                  <a:txBody>
                    <a:bodyPr/>
                    <a:lstStyle/>
                    <a:p>
                      <a:pPr algn="ctr"/>
                      <a:r>
                        <a:rPr lang="en-US" sz="1100" b="1" kern="1200">
                          <a:solidFill>
                            <a:schemeClr val="dk1"/>
                          </a:solidFill>
                          <a:effectLst/>
                        </a:rPr>
                        <a:t>Job</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0" kern="1200">
                          <a:solidFill>
                            <a:schemeClr val="dk1"/>
                          </a:solidFill>
                          <a:effectLst/>
                        </a:rPr>
                        <a:t>Decides which of 6 categories a deal falls into</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0" kern="1200">
                          <a:solidFill>
                            <a:schemeClr val="dk1"/>
                          </a:solidFill>
                          <a:effectLst/>
                        </a:rPr>
                        <a:t>Turns that category into a natural sentence a person would read</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218330"/>
                  </a:ext>
                </a:extLst>
              </a:tr>
              <a:tr h="396745">
                <a:tc>
                  <a:txBody>
                    <a:bodyPr/>
                    <a:lstStyle/>
                    <a:p>
                      <a:pPr algn="ctr"/>
                      <a:r>
                        <a:rPr lang="en-US" sz="1100" b="1" kern="1200">
                          <a:solidFill>
                            <a:schemeClr val="dk1"/>
                          </a:solidFill>
                          <a:effectLst/>
                        </a:rPr>
                        <a:t>Looks at</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100" b="0">
                          <a:solidFill>
                            <a:schemeClr val="tx1"/>
                          </a:solidFill>
                          <a:effectLst/>
                        </a:rPr>
                        <a:t>Is it stalled? Bounced a lot? Is it a big deal? Win probability?</a:t>
                      </a:r>
                      <a:endParaRPr lang="en-US" sz="1100" b="0" i="0">
                        <a:solidFill>
                          <a:schemeClr val="tx1"/>
                        </a:solidFill>
                        <a:effectLst/>
                        <a:latin typeface="Poppins   "/>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0" kern="1200">
                          <a:solidFill>
                            <a:schemeClr val="dk1"/>
                          </a:solidFill>
                          <a:effectLst/>
                        </a:rPr>
                        <a:t>The category the rules already picked + the deal's real numbers</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267692"/>
                  </a:ext>
                </a:extLst>
              </a:tr>
              <a:tr h="612572">
                <a:tc>
                  <a:txBody>
                    <a:bodyPr/>
                    <a:lstStyle/>
                    <a:p>
                      <a:pPr algn="ctr"/>
                      <a:r>
                        <a:rPr lang="en-US" sz="1100" b="1" kern="1200">
                          <a:solidFill>
                            <a:schemeClr val="dk1"/>
                          </a:solidFill>
                          <a:effectLst/>
                        </a:rPr>
                        <a:t>Can it invent anything?</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br>
                        <a:rPr lang="en-US" sz="1100" b="0">
                          <a:solidFill>
                            <a:srgbClr val="000000"/>
                          </a:solidFill>
                          <a:effectLst/>
                        </a:rPr>
                      </a:br>
                      <a:r>
                        <a:rPr lang="en-US" sz="1100" b="0">
                          <a:solidFill>
                            <a:schemeClr val="tx1"/>
                          </a:solidFill>
                          <a:effectLst/>
                        </a:rPr>
                        <a:t>No — just fixed if/then logic</a:t>
                      </a:r>
                      <a:endParaRPr lang="en-US" sz="1100" b="0" i="0">
                        <a:solidFill>
                          <a:schemeClr val="tx1"/>
                        </a:solidFill>
                        <a:effectLst/>
                        <a:latin typeface="Poppins   "/>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0" kern="1200">
                          <a:solidFill>
                            <a:schemeClr val="dk1"/>
                          </a:solidFill>
                          <a:effectLst/>
                        </a:rPr>
                        <a:t>No — told explicitly to only describe real numbers, never make things up</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8843570"/>
                  </a:ext>
                </a:extLst>
              </a:tr>
              <a:tr h="2866615">
                <a:tc>
                  <a:txBody>
                    <a:bodyPr/>
                    <a:lstStyle/>
                    <a:p>
                      <a:pPr algn="ctr"/>
                      <a:r>
                        <a:rPr lang="en-US" sz="1100" b="1" kern="1200">
                          <a:solidFill>
                            <a:schemeClr val="dk1"/>
                          </a:solidFill>
                          <a:effectLst/>
                        </a:rPr>
                        <a:t>Example output</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0" kern="1200">
                          <a:solidFill>
                            <a:schemeClr val="dk1"/>
                          </a:solidFill>
                          <a:effectLst/>
                        </a:rPr>
                        <a:t>"High value deal stalled — escalate to manager"</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100" b="0" kern="1200">
                          <a:solidFill>
                            <a:schemeClr val="dk1"/>
                          </a:solidFill>
                          <a:effectLst/>
                        </a:rPr>
                        <a:t>The numbers unequivocally show that this $300,000 deal has been stagnant for 88 days, with a dismal predicted win probability of 1%, resulting in a meager expected revenue of $2,263. This deal is in this state due to a clear lack of momentum, having bounced between stages twice without making meaningful progress. The clearest recommended action is to immediately escalate this high-value deal to a manager and schedule an executive call within 48 hours, as dictated by the existing rule-based signal. If no action is taken, this deal will likely continue to languish, ultimately resulting in a lost opportunity and a significant revenue shortfall. Failing to take decisive action will only serve to further diminish the already slim chances of winning this deal. By escalating to a manager and scheduling an executive call, we can inject much-needed momentum into this stalled deal and potentially salvage a significant revenue opportunity.</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3715421"/>
                  </a:ext>
                </a:extLst>
              </a:tr>
              <a:tr h="496696">
                <a:tc>
                  <a:txBody>
                    <a:bodyPr/>
                    <a:lstStyle/>
                    <a:p>
                      <a:pPr algn="ctr"/>
                      <a:r>
                        <a:rPr lang="en-US" sz="1100" b="1" kern="1200">
                          <a:solidFill>
                            <a:schemeClr val="dk1"/>
                          </a:solidFill>
                          <a:effectLst/>
                        </a:rPr>
                        <a:t>What if it fails?</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br>
                        <a:rPr lang="en-US" sz="1100" b="0">
                          <a:solidFill>
                            <a:srgbClr val="000000"/>
                          </a:solidFill>
                          <a:effectLst/>
                        </a:rPr>
                      </a:br>
                      <a:r>
                        <a:rPr lang="en-US" sz="1100" b="0">
                          <a:solidFill>
                            <a:schemeClr val="tx1"/>
                          </a:solidFill>
                          <a:effectLst/>
                        </a:rPr>
                        <a:t>Can't fail — it's just math</a:t>
                      </a:r>
                      <a:endParaRPr lang="en-US" sz="1100" b="0" i="0">
                        <a:solidFill>
                          <a:schemeClr val="tx1"/>
                        </a:solidFill>
                        <a:effectLst/>
                        <a:latin typeface="+mn-lt"/>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0" kern="1200">
                          <a:solidFill>
                            <a:schemeClr val="dk1"/>
                          </a:solidFill>
                          <a:effectLst/>
                        </a:rPr>
                        <a:t>If the AI is out of token / unavailable, rules (decision maker) is the fallback for it.</a:t>
                      </a: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3070915"/>
                  </a:ext>
                </a:extLst>
              </a:tr>
            </a:tbl>
          </a:graphicData>
        </a:graphic>
      </p:graphicFrame>
      <p:sp>
        <p:nvSpPr>
          <p:cNvPr id="5" name="Title 1">
            <a:extLst>
              <a:ext uri="{FF2B5EF4-FFF2-40B4-BE49-F238E27FC236}">
                <a16:creationId xmlns:a16="http://schemas.microsoft.com/office/drawing/2014/main" id="{9CA0F1AA-D786-9630-1B73-BCD4DD1D98D6}"/>
              </a:ext>
            </a:extLst>
          </p:cNvPr>
          <p:cNvSpPr txBox="1">
            <a:spLocks/>
          </p:cNvSpPr>
          <p:nvPr/>
        </p:nvSpPr>
        <p:spPr>
          <a:xfrm>
            <a:off x="316392" y="266371"/>
            <a:ext cx="10972800" cy="584775"/>
          </a:xfrm>
          <a:prstGeom prst="rect">
            <a:avLst/>
          </a:prstGeom>
        </p:spPr>
        <p:txBody>
          <a:bodyPr/>
          <a:lstStyle>
            <a:lvl1pPr algn="l" defTabSz="914400" rtl="0" eaLnBrk="1" latinLnBrk="0" hangingPunct="1">
              <a:lnSpc>
                <a:spcPct val="90000"/>
              </a:lnSpc>
              <a:spcBef>
                <a:spcPct val="0"/>
              </a:spcBef>
              <a:buNone/>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t>Recommendation engine: rules + LLM narration</a:t>
            </a:r>
          </a:p>
        </p:txBody>
      </p:sp>
      <mc:AlternateContent xmlns:mc="http://schemas.openxmlformats.org/markup-compatibility/2006">
        <mc:Choice xmlns:pslz="http://schemas.microsoft.com/office/powerpoint/2016/slidezoom" Requires="pslz">
          <p:graphicFrame>
            <p:nvGraphicFramePr>
              <p:cNvPr id="6" name="Slide Zoom 5">
                <a:extLst>
                  <a:ext uri="{FF2B5EF4-FFF2-40B4-BE49-F238E27FC236}">
                    <a16:creationId xmlns:a16="http://schemas.microsoft.com/office/drawing/2014/main" id="{CB6F9B3B-931C-3CF1-DCC2-D362CD69A4BC}"/>
                  </a:ext>
                </a:extLst>
              </p:cNvPr>
              <p:cNvGraphicFramePr>
                <a:graphicFrameLocks noChangeAspect="1"/>
              </p:cNvGraphicFramePr>
              <p:nvPr>
                <p:extLst>
                  <p:ext uri="{D42A27DB-BD31-4B8C-83A1-F6EECF244321}">
                    <p14:modId xmlns:p14="http://schemas.microsoft.com/office/powerpoint/2010/main" val="1768106595"/>
                  </p:ext>
                </p:extLst>
              </p:nvPr>
            </p:nvGraphicFramePr>
            <p:xfrm>
              <a:off x="10548257" y="6305550"/>
              <a:ext cx="982133" cy="552450"/>
            </p:xfrm>
            <a:graphic>
              <a:graphicData uri="http://schemas.microsoft.com/office/powerpoint/2016/slidezoom">
                <pslz:sldZm>
                  <pslz:sldZmObj sldId="2147483647" cId="0">
                    <pslz:zmPr id="{60B3A245-4115-4475-AAA7-4D53F97D9161}" returnToParent="0" transitionDur="1000">
                      <p166:blipFill xmlns:p166="http://schemas.microsoft.com/office/powerpoint/2016/6/main">
                        <a:blip r:embed="rId2"/>
                        <a:stretch>
                          <a:fillRect/>
                        </a:stretch>
                      </p166:blipFill>
                      <p166:spPr xmlns:p166="http://schemas.microsoft.com/office/powerpoint/2016/6/main">
                        <a:xfrm>
                          <a:off x="0" y="0"/>
                          <a:ext cx="982133" cy="552450"/>
                        </a:xfrm>
                        <a:prstGeom prst="rect">
                          <a:avLst/>
                        </a:prstGeom>
                        <a:ln w="3175">
                          <a:solidFill>
                            <a:prstClr val="ltGray"/>
                          </a:solidFill>
                        </a:ln>
                      </p166:spPr>
                    </pslz:zmPr>
                  </pslz:sldZmObj>
                </pslz:sldZm>
              </a:graphicData>
            </a:graphic>
          </p:graphicFrame>
        </mc:Choice>
        <mc:Fallback>
          <p:pic>
            <p:nvPicPr>
              <p:cNvPr id="6" name="Slide Zoom 5">
                <a:hlinkClick r:id="rId3" action="ppaction://hlinksldjump"/>
                <a:extLst>
                  <a:ext uri="{FF2B5EF4-FFF2-40B4-BE49-F238E27FC236}">
                    <a16:creationId xmlns:a16="http://schemas.microsoft.com/office/drawing/2014/main" id="{CB6F9B3B-931C-3CF1-DCC2-D362CD69A4BC}"/>
                  </a:ext>
                </a:extLst>
              </p:cNvPr>
              <p:cNvPicPr>
                <a:picLocks noGrp="1" noRot="1" noChangeAspect="1" noMove="1" noResize="1" noEditPoints="1" noAdjustHandles="1" noChangeArrowheads="1" noChangeShapeType="1"/>
              </p:cNvPicPr>
              <p:nvPr/>
            </p:nvPicPr>
            <p:blipFill>
              <a:blip r:embed="rId2"/>
              <a:stretch>
                <a:fillRect/>
              </a:stretch>
            </p:blipFill>
            <p:spPr>
              <a:xfrm>
                <a:off x="10548257" y="6305550"/>
                <a:ext cx="982133" cy="552450"/>
              </a:xfrm>
              <a:prstGeom prst="rect">
                <a:avLst/>
              </a:prstGeom>
              <a:ln w="3175">
                <a:solidFill>
                  <a:prstClr val="ltGray"/>
                </a:solidFill>
              </a:ln>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388F97-3D56-FC11-DB1D-B9901AD2793F}"/>
              </a:ext>
            </a:extLst>
          </p:cNvPr>
          <p:cNvSpPr>
            <a:spLocks noGrp="1"/>
          </p:cNvSpPr>
          <p:nvPr>
            <p:ph type="sldNum" sz="quarter" idx="4"/>
          </p:nvPr>
        </p:nvSpPr>
        <p:spPr/>
        <p:txBody>
          <a:bodyPr/>
          <a:lstStyle/>
          <a:p>
            <a:fld id="{FAF63893-4B0C-4F88-9650-53ECAF8C5052}" type="slidenum">
              <a:rPr lang="en-IN" smtClean="0"/>
              <a:pPr/>
              <a:t>13</a:t>
            </a:fld>
            <a:endParaRPr lang="en-IN"/>
          </a:p>
        </p:txBody>
      </p:sp>
      <p:graphicFrame>
        <p:nvGraphicFramePr>
          <p:cNvPr id="6" name="Chart 5">
            <a:extLst>
              <a:ext uri="{FF2B5EF4-FFF2-40B4-BE49-F238E27FC236}">
                <a16:creationId xmlns:a16="http://schemas.microsoft.com/office/drawing/2014/main" id="{55688412-BABC-C07D-C916-5608D1AB642D}"/>
              </a:ext>
            </a:extLst>
          </p:cNvPr>
          <p:cNvGraphicFramePr>
            <a:graphicFrameLocks/>
          </p:cNvGraphicFramePr>
          <p:nvPr>
            <p:extLst>
              <p:ext uri="{D42A27DB-BD31-4B8C-83A1-F6EECF244321}">
                <p14:modId xmlns:p14="http://schemas.microsoft.com/office/powerpoint/2010/main" val="127448454"/>
              </p:ext>
            </p:extLst>
          </p:nvPr>
        </p:nvGraphicFramePr>
        <p:xfrm>
          <a:off x="182271" y="1243146"/>
          <a:ext cx="10474843" cy="437170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4E47D40D-FE18-F790-B659-21E2C9B328B0}"/>
              </a:ext>
            </a:extLst>
          </p:cNvPr>
          <p:cNvSpPr txBox="1"/>
          <p:nvPr/>
        </p:nvSpPr>
        <p:spPr>
          <a:xfrm>
            <a:off x="182271" y="631459"/>
            <a:ext cx="11319866" cy="338554"/>
          </a:xfrm>
          <a:prstGeom prst="rect">
            <a:avLst/>
          </a:prstGeom>
          <a:noFill/>
        </p:spPr>
        <p:txBody>
          <a:bodyPr wrap="square" rtlCol="0">
            <a:spAutoFit/>
          </a:bodyPr>
          <a:lstStyle/>
          <a:p>
            <a:r>
              <a:rPr lang="en-US" sz="1600"/>
              <a:t>The $1.1B+ gap is exactly how much a naive forecast overstates reality</a:t>
            </a:r>
          </a:p>
        </p:txBody>
      </p:sp>
    </p:spTree>
    <p:extLst>
      <p:ext uri="{BB962C8B-B14F-4D97-AF65-F5344CB8AC3E}">
        <p14:creationId xmlns:p14="http://schemas.microsoft.com/office/powerpoint/2010/main" val="103511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BCF5C-767B-0078-73F2-537619734CC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5D574C-CEE8-9256-A0C1-F2FEC02782D7}"/>
              </a:ext>
            </a:extLst>
          </p:cNvPr>
          <p:cNvSpPr>
            <a:spLocks noGrp="1"/>
          </p:cNvSpPr>
          <p:nvPr>
            <p:ph type="sldNum" sz="quarter" idx="4"/>
          </p:nvPr>
        </p:nvSpPr>
        <p:spPr/>
        <p:txBody>
          <a:bodyPr/>
          <a:lstStyle/>
          <a:p>
            <a:fld id="{FAF63893-4B0C-4F88-9650-53ECAF8C5052}" type="slidenum">
              <a:rPr lang="en-IN" smtClean="0"/>
              <a:pPr/>
              <a:t>14</a:t>
            </a:fld>
            <a:endParaRPr lang="en-US"/>
          </a:p>
        </p:txBody>
      </p:sp>
      <p:grpSp>
        <p:nvGrpSpPr>
          <p:cNvPr id="5" name="Group 4">
            <a:extLst>
              <a:ext uri="{FF2B5EF4-FFF2-40B4-BE49-F238E27FC236}">
                <a16:creationId xmlns:a16="http://schemas.microsoft.com/office/drawing/2014/main" id="{FFEA9D3D-44C4-3081-F94D-AB444CFF2148}"/>
              </a:ext>
            </a:extLst>
          </p:cNvPr>
          <p:cNvGrpSpPr/>
          <p:nvPr/>
        </p:nvGrpSpPr>
        <p:grpSpPr>
          <a:xfrm>
            <a:off x="316992" y="1596005"/>
            <a:ext cx="2647188" cy="3383280"/>
            <a:chOff x="316992" y="1596005"/>
            <a:chExt cx="2647188" cy="3383280"/>
          </a:xfrm>
        </p:grpSpPr>
        <p:sp>
          <p:nvSpPr>
            <p:cNvPr id="6" name="Rounded Rectangle 3">
              <a:extLst>
                <a:ext uri="{FF2B5EF4-FFF2-40B4-BE49-F238E27FC236}">
                  <a16:creationId xmlns:a16="http://schemas.microsoft.com/office/drawing/2014/main" id="{5ABD8F76-D9D7-6803-E752-846193258110}"/>
                </a:ext>
              </a:extLst>
            </p:cNvPr>
            <p:cNvSpPr/>
            <p:nvPr/>
          </p:nvSpPr>
          <p:spPr>
            <a:xfrm>
              <a:off x="316992" y="1596005"/>
              <a:ext cx="2633472" cy="3383280"/>
            </a:xfrm>
            <a:prstGeom prst="roundRect">
              <a:avLst>
                <a:gd name="adj" fmla="val 2083"/>
              </a:avLst>
            </a:prstGeom>
            <a:solidFill>
              <a:srgbClr val="FFFFFF"/>
            </a:solidFill>
            <a:ln w="1651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7" name="Rounded Rectangle 4">
              <a:extLst>
                <a:ext uri="{FF2B5EF4-FFF2-40B4-BE49-F238E27FC236}">
                  <a16:creationId xmlns:a16="http://schemas.microsoft.com/office/drawing/2014/main" id="{30CD0512-4B47-3487-FA27-F4DB3B40FB48}"/>
                </a:ext>
              </a:extLst>
            </p:cNvPr>
            <p:cNvSpPr/>
            <p:nvPr/>
          </p:nvSpPr>
          <p:spPr>
            <a:xfrm>
              <a:off x="316992" y="1596005"/>
              <a:ext cx="2633472" cy="822960"/>
            </a:xfrm>
            <a:prstGeom prst="roundRect">
              <a:avLst>
                <a:gd name="adj" fmla="val 6666"/>
              </a:avLst>
            </a:prstGeom>
            <a:solidFill>
              <a:srgbClr val="FE5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9" name="TextBox 6">
              <a:extLst>
                <a:ext uri="{FF2B5EF4-FFF2-40B4-BE49-F238E27FC236}">
                  <a16:creationId xmlns:a16="http://schemas.microsoft.com/office/drawing/2014/main" id="{56C3F407-A241-2492-40D9-FF2844987F5B}"/>
                </a:ext>
              </a:extLst>
            </p:cNvPr>
            <p:cNvSpPr txBox="1"/>
            <p:nvPr/>
          </p:nvSpPr>
          <p:spPr>
            <a:xfrm>
              <a:off x="330708" y="2059809"/>
              <a:ext cx="2633472" cy="27940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sz="1600" b="1" i="0">
                  <a:solidFill>
                    <a:srgbClr val="FFFFFF"/>
                  </a:solidFill>
                  <a:latin typeface="+mj-lt"/>
                </a:rPr>
                <a:t>CLEAN</a:t>
              </a:r>
            </a:p>
          </p:txBody>
        </p:sp>
        <p:grpSp>
          <p:nvGrpSpPr>
            <p:cNvPr id="2" name="Group 1">
              <a:extLst>
                <a:ext uri="{FF2B5EF4-FFF2-40B4-BE49-F238E27FC236}">
                  <a16:creationId xmlns:a16="http://schemas.microsoft.com/office/drawing/2014/main" id="{B9DA3216-3DAD-B093-E293-3DA79213B9D1}"/>
                </a:ext>
              </a:extLst>
            </p:cNvPr>
            <p:cNvGrpSpPr/>
            <p:nvPr/>
          </p:nvGrpSpPr>
          <p:grpSpPr>
            <a:xfrm>
              <a:off x="479813" y="1755328"/>
              <a:ext cx="2377440" cy="3065723"/>
              <a:chOff x="479813" y="1755328"/>
              <a:chExt cx="2377440" cy="3065723"/>
            </a:xfrm>
          </p:grpSpPr>
          <p:sp>
            <p:nvSpPr>
              <p:cNvPr id="8" name="TextBox 5">
                <a:extLst>
                  <a:ext uri="{FF2B5EF4-FFF2-40B4-BE49-F238E27FC236}">
                    <a16:creationId xmlns:a16="http://schemas.microsoft.com/office/drawing/2014/main" id="{2B1A4D57-42E3-B719-D761-AF9417EBA542}"/>
                  </a:ext>
                </a:extLst>
              </p:cNvPr>
              <p:cNvSpPr txBox="1"/>
              <p:nvPr/>
            </p:nvSpPr>
            <p:spPr>
              <a:xfrm>
                <a:off x="1335240" y="1755328"/>
                <a:ext cx="596973" cy="27940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sz="1600" b="1" i="0">
                    <a:solidFill>
                      <a:srgbClr val="FFFFFF"/>
                    </a:solidFill>
                  </a:rPr>
                  <a:t>1</a:t>
                </a:r>
              </a:p>
            </p:txBody>
          </p:sp>
          <p:sp>
            <p:nvSpPr>
              <p:cNvPr id="10" name="TextBox 7">
                <a:extLst>
                  <a:ext uri="{FF2B5EF4-FFF2-40B4-BE49-F238E27FC236}">
                    <a16:creationId xmlns:a16="http://schemas.microsoft.com/office/drawing/2014/main" id="{434F59E7-D41B-CC90-6F9D-61CA35608C17}"/>
                  </a:ext>
                </a:extLst>
              </p:cNvPr>
              <p:cNvSpPr txBox="1"/>
              <p:nvPr/>
            </p:nvSpPr>
            <p:spPr>
              <a:xfrm>
                <a:off x="479813" y="2593970"/>
                <a:ext cx="2377440" cy="253492"/>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sz="1600" b="1" i="0">
                    <a:solidFill>
                      <a:srgbClr val="191A1C"/>
                    </a:solidFill>
                  </a:rPr>
                  <a:t>Prepare the raw data</a:t>
                </a:r>
              </a:p>
            </p:txBody>
          </p:sp>
          <p:sp>
            <p:nvSpPr>
              <p:cNvPr id="11" name="TextBox 8">
                <a:extLst>
                  <a:ext uri="{FF2B5EF4-FFF2-40B4-BE49-F238E27FC236}">
                    <a16:creationId xmlns:a16="http://schemas.microsoft.com/office/drawing/2014/main" id="{9867F7E4-7C90-D64D-3066-1669D76E8BBA}"/>
                  </a:ext>
                </a:extLst>
              </p:cNvPr>
              <p:cNvSpPr txBox="1"/>
              <p:nvPr/>
            </p:nvSpPr>
            <p:spPr>
              <a:xfrm>
                <a:off x="586937" y="3005695"/>
                <a:ext cx="2121014" cy="1815356"/>
              </a:xfrm>
              <a:prstGeom prst="rect">
                <a:avLst/>
              </a:prstGeom>
              <a:noFill/>
            </p:spPr>
            <p:txBody>
              <a:bodyPr wrap="square" lIns="0" tIns="0" rIns="0" bIns="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40000"/>
                  </a:lnSpc>
                </a:pPr>
                <a:r>
                  <a:rPr sz="1200" b="0" i="0">
                    <a:latin typeface="Poppins "/>
                    <a:cs typeface="Times New Roman" panose="02020603050405020304" pitchFamily="18" charset="0"/>
                  </a:rPr>
                  <a:t>Load</a:t>
                </a:r>
                <a:r>
                  <a:rPr lang="en-US" sz="1200" b="0" i="0">
                    <a:latin typeface="Poppins "/>
                    <a:cs typeface="Times New Roman" panose="02020603050405020304" pitchFamily="18" charset="0"/>
                  </a:rPr>
                  <a:t>ed</a:t>
                </a:r>
                <a:r>
                  <a:rPr sz="1200" b="0" i="0">
                    <a:latin typeface="Poppins "/>
                    <a:cs typeface="Times New Roman" panose="02020603050405020304" pitchFamily="18" charset="0"/>
                  </a:rPr>
                  <a:t> the</a:t>
                </a:r>
                <a:r>
                  <a:rPr lang="en-US" sz="1200">
                    <a:latin typeface="Poppins "/>
                    <a:cs typeface="Times New Roman" panose="02020603050405020304" pitchFamily="18" charset="0"/>
                  </a:rPr>
                  <a:t> </a:t>
                </a:r>
                <a:r>
                  <a:rPr sz="1200" b="0" i="0">
                    <a:latin typeface="Poppins "/>
                    <a:cs typeface="Times New Roman" panose="02020603050405020304" pitchFamily="18" charset="0"/>
                  </a:rPr>
                  <a:t>Win-Loss dataset, ke</a:t>
                </a:r>
                <a:r>
                  <a:rPr lang="en-US" sz="1200" b="0" i="0">
                    <a:latin typeface="Poppins "/>
                    <a:cs typeface="Times New Roman" panose="02020603050405020304" pitchFamily="18" charset="0"/>
                  </a:rPr>
                  <a:t>pt</a:t>
                </a:r>
                <a:r>
                  <a:rPr sz="1200" b="0" i="0">
                    <a:latin typeface="Poppins "/>
                    <a:cs typeface="Times New Roman" panose="02020603050405020304" pitchFamily="18" charset="0"/>
                  </a:rPr>
                  <a:t> the 10</a:t>
                </a:r>
                <a:r>
                  <a:rPr lang="en-US" sz="1200" b="0" i="0">
                    <a:latin typeface="Poppins "/>
                    <a:cs typeface="Times New Roman" panose="02020603050405020304" pitchFamily="18" charset="0"/>
                  </a:rPr>
                  <a:t> </a:t>
                </a:r>
                <a:r>
                  <a:rPr sz="1200" b="0" i="0">
                    <a:latin typeface="Poppins "/>
                    <a:cs typeface="Times New Roman" panose="02020603050405020304" pitchFamily="18" charset="0"/>
                  </a:rPr>
                  <a:t>columns in scope, drop</a:t>
                </a:r>
                <a:r>
                  <a:rPr lang="en-US" sz="1200" b="0" i="0">
                    <a:latin typeface="Poppins "/>
                    <a:cs typeface="Times New Roman" panose="02020603050405020304" pitchFamily="18" charset="0"/>
                  </a:rPr>
                  <a:t>ped</a:t>
                </a:r>
                <a:r>
                  <a:rPr sz="1200" b="0" i="0">
                    <a:latin typeface="Poppins "/>
                    <a:cs typeface="Times New Roman" panose="02020603050405020304" pitchFamily="18" charset="0"/>
                  </a:rPr>
                  <a:t> the one</a:t>
                </a:r>
                <a:r>
                  <a:rPr lang="en-US" sz="1200" b="0" i="0">
                    <a:latin typeface="Poppins "/>
                    <a:cs typeface="Times New Roman" panose="02020603050405020304" pitchFamily="18" charset="0"/>
                  </a:rPr>
                  <a:t> </a:t>
                </a:r>
                <a:r>
                  <a:rPr sz="1200" b="0" i="0">
                    <a:latin typeface="Poppins "/>
                    <a:cs typeface="Times New Roman" panose="02020603050405020304" pitchFamily="18" charset="0"/>
                  </a:rPr>
                  <a:t>leaky column, fill</a:t>
                </a:r>
                <a:r>
                  <a:rPr lang="en-US" sz="1200" b="0" i="0">
                    <a:latin typeface="Poppins "/>
                    <a:cs typeface="Times New Roman" panose="02020603050405020304" pitchFamily="18" charset="0"/>
                  </a:rPr>
                  <a:t>ed</a:t>
                </a:r>
                <a:r>
                  <a:rPr sz="1200" b="0" i="0">
                    <a:latin typeface="Poppins "/>
                    <a:cs typeface="Times New Roman" panose="02020603050405020304" pitchFamily="18" charset="0"/>
                  </a:rPr>
                  <a:t> missing</a:t>
                </a:r>
                <a:r>
                  <a:rPr lang="en-US" sz="1200" b="0" i="0">
                    <a:latin typeface="Poppins "/>
                    <a:cs typeface="Times New Roman" panose="02020603050405020304" pitchFamily="18" charset="0"/>
                  </a:rPr>
                  <a:t> </a:t>
                </a:r>
                <a:r>
                  <a:rPr sz="1200" b="0" i="0">
                    <a:latin typeface="Poppins "/>
                    <a:cs typeface="Times New Roman" panose="02020603050405020304" pitchFamily="18" charset="0"/>
                  </a:rPr>
                  <a:t>Competitor Type, and remove</a:t>
                </a:r>
                <a:r>
                  <a:rPr lang="en-US" sz="1200" b="0" i="0">
                    <a:latin typeface="Poppins "/>
                    <a:cs typeface="Times New Roman" panose="02020603050405020304" pitchFamily="18" charset="0"/>
                  </a:rPr>
                  <a:t>d </a:t>
                </a:r>
                <a:r>
                  <a:rPr sz="1200" b="0" i="0">
                    <a:latin typeface="Poppins "/>
                    <a:cs typeface="Times New Roman" panose="02020603050405020304" pitchFamily="18" charset="0"/>
                  </a:rPr>
                  <a:t>exact duplicate rows.</a:t>
                </a:r>
              </a:p>
            </p:txBody>
          </p:sp>
        </p:grpSp>
      </p:grpSp>
      <p:sp>
        <p:nvSpPr>
          <p:cNvPr id="12" name="Rounded Rectangle 10">
            <a:extLst>
              <a:ext uri="{FF2B5EF4-FFF2-40B4-BE49-F238E27FC236}">
                <a16:creationId xmlns:a16="http://schemas.microsoft.com/office/drawing/2014/main" id="{E5516F9C-F36E-8D64-6BA1-39CA746D3FC1}"/>
              </a:ext>
            </a:extLst>
          </p:cNvPr>
          <p:cNvSpPr/>
          <p:nvPr/>
        </p:nvSpPr>
        <p:spPr>
          <a:xfrm>
            <a:off x="3206496" y="1596005"/>
            <a:ext cx="2633472" cy="3383280"/>
          </a:xfrm>
          <a:prstGeom prst="roundRect">
            <a:avLst>
              <a:gd name="adj" fmla="val 2083"/>
            </a:avLst>
          </a:prstGeom>
          <a:solidFill>
            <a:srgbClr val="FFFFFF"/>
          </a:solidFill>
          <a:ln w="1651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3" name="TextBox 13">
            <a:extLst>
              <a:ext uri="{FF2B5EF4-FFF2-40B4-BE49-F238E27FC236}">
                <a16:creationId xmlns:a16="http://schemas.microsoft.com/office/drawing/2014/main" id="{8A82EEB9-A59A-073E-D69B-04947097DA97}"/>
              </a:ext>
            </a:extLst>
          </p:cNvPr>
          <p:cNvSpPr txBox="1"/>
          <p:nvPr/>
        </p:nvSpPr>
        <p:spPr>
          <a:xfrm>
            <a:off x="3206496" y="2059809"/>
            <a:ext cx="2633472" cy="27940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sz="1300" b="1" i="0">
                <a:solidFill>
                  <a:srgbClr val="FFFFFF"/>
                </a:solidFill>
                <a:latin typeface="Segoe UI"/>
              </a:rPr>
              <a:t>ENGINEER</a:t>
            </a:r>
          </a:p>
        </p:txBody>
      </p:sp>
      <p:sp>
        <p:nvSpPr>
          <p:cNvPr id="14" name="TextBox 14">
            <a:extLst>
              <a:ext uri="{FF2B5EF4-FFF2-40B4-BE49-F238E27FC236}">
                <a16:creationId xmlns:a16="http://schemas.microsoft.com/office/drawing/2014/main" id="{C63BA27C-27F6-5A15-A903-88F97CC0B6D4}"/>
              </a:ext>
            </a:extLst>
          </p:cNvPr>
          <p:cNvSpPr txBox="1"/>
          <p:nvPr/>
        </p:nvSpPr>
        <p:spPr>
          <a:xfrm>
            <a:off x="3462528" y="2593970"/>
            <a:ext cx="2176272" cy="253492"/>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sz="1600" b="1" i="0">
                <a:solidFill>
                  <a:srgbClr val="191A1C"/>
                </a:solidFill>
                <a:latin typeface="+mj-lt"/>
              </a:rPr>
              <a:t>Build new signals</a:t>
            </a:r>
          </a:p>
        </p:txBody>
      </p:sp>
      <p:sp>
        <p:nvSpPr>
          <p:cNvPr id="15" name="TextBox 15">
            <a:extLst>
              <a:ext uri="{FF2B5EF4-FFF2-40B4-BE49-F238E27FC236}">
                <a16:creationId xmlns:a16="http://schemas.microsoft.com/office/drawing/2014/main" id="{A5761C3A-857B-789B-F3E2-09D039D91AEB}"/>
              </a:ext>
            </a:extLst>
          </p:cNvPr>
          <p:cNvSpPr txBox="1"/>
          <p:nvPr/>
        </p:nvSpPr>
        <p:spPr>
          <a:xfrm>
            <a:off x="3462528" y="3000573"/>
            <a:ext cx="2176272" cy="1828802"/>
          </a:xfrm>
          <a:prstGeom prst="rect">
            <a:avLst/>
          </a:prstGeom>
          <a:noFill/>
        </p:spPr>
        <p:txBody>
          <a:bodyPr wrap="square" lIns="0" tIns="0" rIns="0" bIns="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40000"/>
              </a:lnSpc>
            </a:pPr>
            <a:r>
              <a:rPr lang="en-US" sz="1200" b="0" i="0"/>
              <a:t>Added 5 engineered columns from the cleaned data: Is Stalled, Bounced A Lot, Is Existing</a:t>
            </a:r>
            <a:r>
              <a:rPr lang="en-US" sz="1200"/>
              <a:t> </a:t>
            </a:r>
            <a:r>
              <a:rPr lang="en-US" sz="1200" b="0" i="0"/>
              <a:t>Client, High Risk Deal, and Stage Bounce Rate.</a:t>
            </a:r>
          </a:p>
        </p:txBody>
      </p:sp>
      <p:sp>
        <p:nvSpPr>
          <p:cNvPr id="16" name="Rounded Rectangle 17">
            <a:extLst>
              <a:ext uri="{FF2B5EF4-FFF2-40B4-BE49-F238E27FC236}">
                <a16:creationId xmlns:a16="http://schemas.microsoft.com/office/drawing/2014/main" id="{C1DB67D8-93FA-2109-D086-7A041ACBD80F}"/>
              </a:ext>
            </a:extLst>
          </p:cNvPr>
          <p:cNvSpPr/>
          <p:nvPr/>
        </p:nvSpPr>
        <p:spPr>
          <a:xfrm>
            <a:off x="6096000" y="1596005"/>
            <a:ext cx="2633472" cy="3383280"/>
          </a:xfrm>
          <a:prstGeom prst="roundRect">
            <a:avLst>
              <a:gd name="adj" fmla="val 2083"/>
            </a:avLst>
          </a:prstGeom>
          <a:solidFill>
            <a:srgbClr val="FFFFFF"/>
          </a:solidFill>
          <a:ln w="1651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7" name="Rounded Rectangle 18">
            <a:extLst>
              <a:ext uri="{FF2B5EF4-FFF2-40B4-BE49-F238E27FC236}">
                <a16:creationId xmlns:a16="http://schemas.microsoft.com/office/drawing/2014/main" id="{E77A4148-C2C4-DDA1-649D-9865F3029F88}"/>
              </a:ext>
            </a:extLst>
          </p:cNvPr>
          <p:cNvSpPr/>
          <p:nvPr/>
        </p:nvSpPr>
        <p:spPr>
          <a:xfrm>
            <a:off x="6096000" y="1596005"/>
            <a:ext cx="2633472" cy="822960"/>
          </a:xfrm>
          <a:prstGeom prst="roundRect">
            <a:avLst>
              <a:gd name="adj" fmla="val 6666"/>
            </a:avLst>
          </a:prstGeom>
          <a:solidFill>
            <a:srgbClr val="6DCD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8" name="TextBox 19">
            <a:extLst>
              <a:ext uri="{FF2B5EF4-FFF2-40B4-BE49-F238E27FC236}">
                <a16:creationId xmlns:a16="http://schemas.microsoft.com/office/drawing/2014/main" id="{6F5C4E0E-42A2-5CB5-6C37-5B010BC0A8A9}"/>
              </a:ext>
            </a:extLst>
          </p:cNvPr>
          <p:cNvSpPr txBox="1"/>
          <p:nvPr/>
        </p:nvSpPr>
        <p:spPr>
          <a:xfrm>
            <a:off x="7141681" y="1785914"/>
            <a:ext cx="596973" cy="27940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sz="1600" b="1" i="0">
                <a:solidFill>
                  <a:srgbClr val="FFFFFF"/>
                </a:solidFill>
                <a:latin typeface="+mj-lt"/>
              </a:rPr>
              <a:t>3</a:t>
            </a:r>
          </a:p>
        </p:txBody>
      </p:sp>
      <p:sp>
        <p:nvSpPr>
          <p:cNvPr id="19" name="TextBox 20">
            <a:extLst>
              <a:ext uri="{FF2B5EF4-FFF2-40B4-BE49-F238E27FC236}">
                <a16:creationId xmlns:a16="http://schemas.microsoft.com/office/drawing/2014/main" id="{84CA35AA-6BA1-2A25-5343-9B7091CB0788}"/>
              </a:ext>
            </a:extLst>
          </p:cNvPr>
          <p:cNvSpPr txBox="1"/>
          <p:nvPr/>
        </p:nvSpPr>
        <p:spPr>
          <a:xfrm>
            <a:off x="6096000" y="2059809"/>
            <a:ext cx="2633472" cy="27940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sz="1600" b="1" i="0">
                <a:solidFill>
                  <a:srgbClr val="FFFFFF"/>
                </a:solidFill>
                <a:latin typeface="+mj-lt"/>
              </a:rPr>
              <a:t>SPLIT</a:t>
            </a:r>
          </a:p>
        </p:txBody>
      </p:sp>
      <p:sp>
        <p:nvSpPr>
          <p:cNvPr id="20" name="TextBox 21">
            <a:extLst>
              <a:ext uri="{FF2B5EF4-FFF2-40B4-BE49-F238E27FC236}">
                <a16:creationId xmlns:a16="http://schemas.microsoft.com/office/drawing/2014/main" id="{6D9EE2C2-0897-7F1D-DE69-739BB76ECCF7}"/>
              </a:ext>
            </a:extLst>
          </p:cNvPr>
          <p:cNvSpPr txBox="1"/>
          <p:nvPr/>
        </p:nvSpPr>
        <p:spPr>
          <a:xfrm>
            <a:off x="6352699" y="2593970"/>
            <a:ext cx="2176272" cy="253492"/>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US" sz="1600" b="1" i="0">
                <a:solidFill>
                  <a:srgbClr val="191A1C"/>
                </a:solidFill>
              </a:rPr>
              <a:t>Split fairly</a:t>
            </a:r>
          </a:p>
        </p:txBody>
      </p:sp>
      <p:sp>
        <p:nvSpPr>
          <p:cNvPr id="21" name="TextBox 22">
            <a:extLst>
              <a:ext uri="{FF2B5EF4-FFF2-40B4-BE49-F238E27FC236}">
                <a16:creationId xmlns:a16="http://schemas.microsoft.com/office/drawing/2014/main" id="{942C492F-BEC7-D69C-BEFE-74982BBC957C}"/>
              </a:ext>
            </a:extLst>
          </p:cNvPr>
          <p:cNvSpPr txBox="1"/>
          <p:nvPr/>
        </p:nvSpPr>
        <p:spPr>
          <a:xfrm>
            <a:off x="6352699" y="3014901"/>
            <a:ext cx="2176272" cy="1828802"/>
          </a:xfrm>
          <a:prstGeom prst="rect">
            <a:avLst/>
          </a:prstGeom>
          <a:noFill/>
        </p:spPr>
        <p:txBody>
          <a:bodyPr wrap="square" lIns="0" tIns="0" rIns="0" bIns="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40000"/>
              </a:lnSpc>
            </a:pPr>
            <a:r>
              <a:rPr lang="en-US" sz="1200" b="0" i="0"/>
              <a:t>Split into an 80% training set</a:t>
            </a:r>
          </a:p>
          <a:p>
            <a:pPr algn="l">
              <a:lnSpc>
                <a:spcPct val="140000"/>
              </a:lnSpc>
            </a:pPr>
            <a:r>
              <a:rPr lang="en-US" sz="1200" b="0" i="0"/>
              <a:t>and a 20% hidden test set</a:t>
            </a:r>
            <a:r>
              <a:rPr lang="en-US" sz="1200"/>
              <a:t>;</a:t>
            </a:r>
            <a:endParaRPr lang="en-US" sz="1200" b="0" i="0"/>
          </a:p>
          <a:p>
            <a:pPr algn="l">
              <a:lnSpc>
                <a:spcPct val="140000"/>
              </a:lnSpc>
            </a:pPr>
            <a:r>
              <a:rPr lang="en-US" sz="1200" b="0" i="0"/>
              <a:t>stratified so both keep the</a:t>
            </a:r>
            <a:endParaRPr lang="en-US" sz="1200" b="0" i="0">
              <a:cs typeface="Segoe UI"/>
            </a:endParaRPr>
          </a:p>
          <a:p>
            <a:pPr algn="l">
              <a:lnSpc>
                <a:spcPct val="140000"/>
              </a:lnSpc>
            </a:pPr>
            <a:r>
              <a:rPr lang="en-US" sz="1200" b="0" i="0"/>
              <a:t>same ~22.6% win rate.</a:t>
            </a:r>
          </a:p>
        </p:txBody>
      </p:sp>
      <p:sp>
        <p:nvSpPr>
          <p:cNvPr id="22" name="Rounded Rectangle 24">
            <a:extLst>
              <a:ext uri="{FF2B5EF4-FFF2-40B4-BE49-F238E27FC236}">
                <a16:creationId xmlns:a16="http://schemas.microsoft.com/office/drawing/2014/main" id="{535CA48F-DAE2-41AB-A624-A7240BAED36B}"/>
              </a:ext>
            </a:extLst>
          </p:cNvPr>
          <p:cNvSpPr/>
          <p:nvPr/>
        </p:nvSpPr>
        <p:spPr>
          <a:xfrm>
            <a:off x="8985503" y="1596005"/>
            <a:ext cx="2633472" cy="3383280"/>
          </a:xfrm>
          <a:prstGeom prst="roundRect">
            <a:avLst>
              <a:gd name="adj" fmla="val 2083"/>
            </a:avLst>
          </a:prstGeom>
          <a:solidFill>
            <a:srgbClr val="FFFFFF"/>
          </a:solidFill>
          <a:ln w="1651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3" name="Rounded Rectangle 25">
            <a:extLst>
              <a:ext uri="{FF2B5EF4-FFF2-40B4-BE49-F238E27FC236}">
                <a16:creationId xmlns:a16="http://schemas.microsoft.com/office/drawing/2014/main" id="{04729420-F114-E185-AC11-D91FB4448825}"/>
              </a:ext>
            </a:extLst>
          </p:cNvPr>
          <p:cNvSpPr/>
          <p:nvPr/>
        </p:nvSpPr>
        <p:spPr>
          <a:xfrm>
            <a:off x="8985503" y="1596005"/>
            <a:ext cx="2633472" cy="822960"/>
          </a:xfrm>
          <a:prstGeom prst="roundRect">
            <a:avLst>
              <a:gd name="adj" fmla="val 6666"/>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4" name="TextBox 26">
            <a:extLst>
              <a:ext uri="{FF2B5EF4-FFF2-40B4-BE49-F238E27FC236}">
                <a16:creationId xmlns:a16="http://schemas.microsoft.com/office/drawing/2014/main" id="{F11F7E7F-DC17-5569-FBD1-04AEC6F4BFC8}"/>
              </a:ext>
            </a:extLst>
          </p:cNvPr>
          <p:cNvSpPr txBox="1"/>
          <p:nvPr/>
        </p:nvSpPr>
        <p:spPr>
          <a:xfrm>
            <a:off x="9997658" y="1753386"/>
            <a:ext cx="596973" cy="27940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sz="1600" b="1" i="0">
                <a:solidFill>
                  <a:srgbClr val="FFFFFF"/>
                </a:solidFill>
                <a:latin typeface="+mj-lt"/>
              </a:rPr>
              <a:t>4</a:t>
            </a:r>
          </a:p>
        </p:txBody>
      </p:sp>
      <p:sp>
        <p:nvSpPr>
          <p:cNvPr id="25" name="TextBox 27">
            <a:extLst>
              <a:ext uri="{FF2B5EF4-FFF2-40B4-BE49-F238E27FC236}">
                <a16:creationId xmlns:a16="http://schemas.microsoft.com/office/drawing/2014/main" id="{77AC498E-C412-6201-4692-F5C3B9B03A39}"/>
              </a:ext>
            </a:extLst>
          </p:cNvPr>
          <p:cNvSpPr txBox="1"/>
          <p:nvPr/>
        </p:nvSpPr>
        <p:spPr>
          <a:xfrm>
            <a:off x="8985503" y="2059809"/>
            <a:ext cx="2633472" cy="27940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sz="1600" b="1" i="0">
                <a:solidFill>
                  <a:srgbClr val="FFFFFF"/>
                </a:solidFill>
                <a:latin typeface="+mj-lt"/>
              </a:rPr>
              <a:t>TRAIN</a:t>
            </a:r>
          </a:p>
        </p:txBody>
      </p:sp>
      <p:sp>
        <p:nvSpPr>
          <p:cNvPr id="26" name="TextBox 28">
            <a:extLst>
              <a:ext uri="{FF2B5EF4-FFF2-40B4-BE49-F238E27FC236}">
                <a16:creationId xmlns:a16="http://schemas.microsoft.com/office/drawing/2014/main" id="{01A5E018-603E-A6AC-1668-B17AF26F9CDE}"/>
              </a:ext>
            </a:extLst>
          </p:cNvPr>
          <p:cNvSpPr txBox="1"/>
          <p:nvPr/>
        </p:nvSpPr>
        <p:spPr>
          <a:xfrm>
            <a:off x="9241535" y="2593970"/>
            <a:ext cx="2176272" cy="253492"/>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en-US" sz="1600" b="1" i="0">
                <a:solidFill>
                  <a:srgbClr val="191A1C"/>
                </a:solidFill>
                <a:latin typeface="+mj-lt"/>
              </a:rPr>
              <a:t>Learn the pattern</a:t>
            </a:r>
          </a:p>
        </p:txBody>
      </p:sp>
      <p:sp>
        <p:nvSpPr>
          <p:cNvPr id="27" name="TextBox 29">
            <a:extLst>
              <a:ext uri="{FF2B5EF4-FFF2-40B4-BE49-F238E27FC236}">
                <a16:creationId xmlns:a16="http://schemas.microsoft.com/office/drawing/2014/main" id="{C3AEE53E-BDFD-4549-1B83-C6D3D7F662B1}"/>
              </a:ext>
            </a:extLst>
          </p:cNvPr>
          <p:cNvSpPr txBox="1"/>
          <p:nvPr/>
        </p:nvSpPr>
        <p:spPr>
          <a:xfrm>
            <a:off x="9241535" y="2999918"/>
            <a:ext cx="2176272" cy="1821133"/>
          </a:xfrm>
          <a:prstGeom prst="rect">
            <a:avLst/>
          </a:prstGeom>
          <a:noFill/>
        </p:spPr>
        <p:txBody>
          <a:bodyPr wrap="square" lIns="0" tIns="0" rIns="0" bIns="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40000"/>
              </a:lnSpc>
            </a:pPr>
            <a:r>
              <a:rPr sz="1200" b="0" i="0"/>
              <a:t>Train</a:t>
            </a:r>
            <a:r>
              <a:rPr lang="en-US" sz="1200" b="0" i="0"/>
              <a:t>ed</a:t>
            </a:r>
            <a:r>
              <a:rPr sz="1200" b="0" i="0"/>
              <a:t> a </a:t>
            </a:r>
            <a:r>
              <a:rPr lang="en-US" sz="1200" b="0" i="0"/>
              <a:t>LightGBM</a:t>
            </a:r>
            <a:r>
              <a:rPr sz="1200" b="0" i="0"/>
              <a:t> classifier on</a:t>
            </a:r>
            <a:r>
              <a:rPr lang="en-US" sz="1200" b="0" i="0"/>
              <a:t> </a:t>
            </a:r>
            <a:r>
              <a:rPr sz="1200" b="0" i="0"/>
              <a:t>the training set to output a win</a:t>
            </a:r>
            <a:r>
              <a:rPr lang="en-US" sz="1200" b="0" i="0"/>
              <a:t> </a:t>
            </a:r>
            <a:r>
              <a:rPr sz="1200" b="0" i="0"/>
              <a:t>probability for each deal, then</a:t>
            </a:r>
            <a:r>
              <a:rPr lang="en-US" sz="1200" b="0" i="0"/>
              <a:t> </a:t>
            </a:r>
            <a:r>
              <a:rPr sz="1200" b="0" i="0"/>
              <a:t>evaluate</a:t>
            </a:r>
            <a:r>
              <a:rPr lang="en-US" sz="1200" b="0" i="0"/>
              <a:t>d</a:t>
            </a:r>
            <a:r>
              <a:rPr sz="1200" b="0" i="0"/>
              <a:t> it on the held-out</a:t>
            </a:r>
            <a:r>
              <a:rPr lang="en-US" sz="1200" b="0" i="0"/>
              <a:t> </a:t>
            </a:r>
            <a:r>
              <a:rPr sz="1200" b="0" i="0"/>
              <a:t>test set.</a:t>
            </a:r>
          </a:p>
        </p:txBody>
      </p:sp>
      <p:sp>
        <p:nvSpPr>
          <p:cNvPr id="28" name="Rounded Rectangle 30">
            <a:extLst>
              <a:ext uri="{FF2B5EF4-FFF2-40B4-BE49-F238E27FC236}">
                <a16:creationId xmlns:a16="http://schemas.microsoft.com/office/drawing/2014/main" id="{8E15F828-553E-397C-558E-754F87073B3F}"/>
              </a:ext>
            </a:extLst>
          </p:cNvPr>
          <p:cNvSpPr/>
          <p:nvPr/>
        </p:nvSpPr>
        <p:spPr>
          <a:xfrm>
            <a:off x="316991" y="5443089"/>
            <a:ext cx="11301984" cy="4572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9" name="Rounded Rectangle 11">
            <a:extLst>
              <a:ext uri="{FF2B5EF4-FFF2-40B4-BE49-F238E27FC236}">
                <a16:creationId xmlns:a16="http://schemas.microsoft.com/office/drawing/2014/main" id="{F0024698-E14A-CB26-3783-0DFF98613250}"/>
              </a:ext>
            </a:extLst>
          </p:cNvPr>
          <p:cNvSpPr/>
          <p:nvPr/>
        </p:nvSpPr>
        <p:spPr>
          <a:xfrm>
            <a:off x="3206496" y="1596005"/>
            <a:ext cx="2633472" cy="822960"/>
          </a:xfrm>
          <a:prstGeom prst="roundRect">
            <a:avLst>
              <a:gd name="adj" fmla="val 6666"/>
            </a:avLst>
          </a:prstGeom>
          <a:solidFill>
            <a:schemeClr val="accent2"/>
          </a:solid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0" name="TextBox 12">
            <a:extLst>
              <a:ext uri="{FF2B5EF4-FFF2-40B4-BE49-F238E27FC236}">
                <a16:creationId xmlns:a16="http://schemas.microsoft.com/office/drawing/2014/main" id="{1FD4522C-F1F5-645A-74BD-F90D9F48C7F7}"/>
              </a:ext>
            </a:extLst>
          </p:cNvPr>
          <p:cNvSpPr txBox="1"/>
          <p:nvPr/>
        </p:nvSpPr>
        <p:spPr>
          <a:xfrm>
            <a:off x="4224745" y="1775329"/>
            <a:ext cx="596973" cy="27940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sz="1600" b="1" i="0">
                <a:solidFill>
                  <a:srgbClr val="FFFFFF"/>
                </a:solidFill>
                <a:latin typeface="+mj-lt"/>
              </a:rPr>
              <a:t>2</a:t>
            </a:r>
          </a:p>
        </p:txBody>
      </p:sp>
      <p:sp>
        <p:nvSpPr>
          <p:cNvPr id="31" name="TextBox 13">
            <a:extLst>
              <a:ext uri="{FF2B5EF4-FFF2-40B4-BE49-F238E27FC236}">
                <a16:creationId xmlns:a16="http://schemas.microsoft.com/office/drawing/2014/main" id="{B13020E1-225D-0E95-2245-6486F24FAE09}"/>
              </a:ext>
            </a:extLst>
          </p:cNvPr>
          <p:cNvSpPr txBox="1"/>
          <p:nvPr/>
        </p:nvSpPr>
        <p:spPr>
          <a:xfrm>
            <a:off x="3206496" y="2059809"/>
            <a:ext cx="2633472" cy="279400"/>
          </a:xfrm>
          <a:prstGeom prst="rect">
            <a:avLst/>
          </a:prstGeom>
          <a:no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b="1" i="0">
                <a:solidFill>
                  <a:srgbClr val="FFFFFF"/>
                </a:solidFill>
                <a:latin typeface="+mj-lt"/>
              </a:rPr>
              <a:t>FEATURE</a:t>
            </a:r>
            <a:r>
              <a:rPr lang="en-US" sz="1600" b="1" i="0">
                <a:solidFill>
                  <a:srgbClr val="FFFFFF"/>
                </a:solidFill>
                <a:latin typeface="Segoe UI"/>
              </a:rPr>
              <a:t> </a:t>
            </a:r>
            <a:r>
              <a:rPr lang="en-US" sz="1600" b="1" i="0">
                <a:solidFill>
                  <a:srgbClr val="FFFFFF"/>
                </a:solidFill>
                <a:latin typeface="+mj-lt"/>
              </a:rPr>
              <a:t>ENGINEER</a:t>
            </a:r>
          </a:p>
        </p:txBody>
      </p:sp>
      <p:sp>
        <p:nvSpPr>
          <p:cNvPr id="32" name="TextBox 31">
            <a:extLst>
              <a:ext uri="{FF2B5EF4-FFF2-40B4-BE49-F238E27FC236}">
                <a16:creationId xmlns:a16="http://schemas.microsoft.com/office/drawing/2014/main" id="{A8787F06-C698-5D9B-B601-AF0D2896DB48}"/>
              </a:ext>
            </a:extLst>
          </p:cNvPr>
          <p:cNvSpPr txBox="1"/>
          <p:nvPr/>
        </p:nvSpPr>
        <p:spPr>
          <a:xfrm>
            <a:off x="330707" y="5443089"/>
            <a:ext cx="11301983" cy="457200"/>
          </a:xfrm>
          <a:prstGeom prst="rect">
            <a:avLst/>
          </a:prstGeom>
          <a:solidFill>
            <a:schemeClr val="bg2"/>
          </a:solidFill>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sz="1400" b="0" i="0"/>
              <a:t>Everything downstream of Clean is fully reproducible</a:t>
            </a:r>
            <a:endParaRPr lang="en-US" sz="1400"/>
          </a:p>
          <a:p>
            <a:pPr marL="285750" indent="-285750">
              <a:lnSpc>
                <a:spcPct val="100000"/>
              </a:lnSpc>
              <a:buFont typeface="Arial" panose="020B0604020202020204" pitchFamily="34" charset="0"/>
              <a:buChar char="•"/>
            </a:pPr>
            <a:r>
              <a:rPr lang="en-US" sz="1400"/>
              <a:t>T</a:t>
            </a:r>
            <a:r>
              <a:rPr lang="en-US" sz="1400" b="0" i="0"/>
              <a:t>he same input data always produces the same features, split, and trained model.</a:t>
            </a:r>
          </a:p>
        </p:txBody>
      </p:sp>
      <p:cxnSp>
        <p:nvCxnSpPr>
          <p:cNvPr id="36" name="Connector 9">
            <a:extLst>
              <a:ext uri="{FF2B5EF4-FFF2-40B4-BE49-F238E27FC236}">
                <a16:creationId xmlns:a16="http://schemas.microsoft.com/office/drawing/2014/main" id="{A295FB52-3FB8-C170-2DB3-EAFBE5D3F00C}"/>
              </a:ext>
            </a:extLst>
          </p:cNvPr>
          <p:cNvCxnSpPr/>
          <p:nvPr/>
        </p:nvCxnSpPr>
        <p:spPr>
          <a:xfrm>
            <a:off x="2977896" y="2007484"/>
            <a:ext cx="201168" cy="0"/>
          </a:xfrm>
          <a:prstGeom prst="line">
            <a:avLst/>
          </a:prstGeom>
          <a:ln w="22860">
            <a:solidFill>
              <a:srgbClr val="8A9099"/>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onnector 16">
            <a:extLst>
              <a:ext uri="{FF2B5EF4-FFF2-40B4-BE49-F238E27FC236}">
                <a16:creationId xmlns:a16="http://schemas.microsoft.com/office/drawing/2014/main" id="{3CC874A5-F2FA-2AF9-5400-96DCF010F0AD}"/>
              </a:ext>
            </a:extLst>
          </p:cNvPr>
          <p:cNvCxnSpPr/>
          <p:nvPr/>
        </p:nvCxnSpPr>
        <p:spPr>
          <a:xfrm>
            <a:off x="5867400" y="2007484"/>
            <a:ext cx="201168" cy="0"/>
          </a:xfrm>
          <a:prstGeom prst="line">
            <a:avLst/>
          </a:prstGeom>
          <a:ln w="22860">
            <a:solidFill>
              <a:srgbClr val="8A9099"/>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Connector 23">
            <a:extLst>
              <a:ext uri="{FF2B5EF4-FFF2-40B4-BE49-F238E27FC236}">
                <a16:creationId xmlns:a16="http://schemas.microsoft.com/office/drawing/2014/main" id="{6346CE01-424C-921B-B74E-24E27FA09660}"/>
              </a:ext>
            </a:extLst>
          </p:cNvPr>
          <p:cNvCxnSpPr/>
          <p:nvPr/>
        </p:nvCxnSpPr>
        <p:spPr>
          <a:xfrm>
            <a:off x="8756903" y="2007484"/>
            <a:ext cx="201169" cy="0"/>
          </a:xfrm>
          <a:prstGeom prst="line">
            <a:avLst/>
          </a:prstGeom>
          <a:ln w="22860">
            <a:solidFill>
              <a:srgbClr val="8A9099"/>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itle 1">
            <a:extLst>
              <a:ext uri="{FF2B5EF4-FFF2-40B4-BE49-F238E27FC236}">
                <a16:creationId xmlns:a16="http://schemas.microsoft.com/office/drawing/2014/main" id="{21BA0522-8C30-7F65-AB8E-7C224D518250}"/>
              </a:ext>
            </a:extLst>
          </p:cNvPr>
          <p:cNvSpPr txBox="1">
            <a:spLocks/>
          </p:cNvSpPr>
          <p:nvPr/>
        </p:nvSpPr>
        <p:spPr>
          <a:xfrm>
            <a:off x="316392" y="266371"/>
            <a:ext cx="10972800" cy="584775"/>
          </a:xfrm>
          <a:prstGeom prst="rect">
            <a:avLst/>
          </a:prstGeom>
        </p:spPr>
        <p:txBody>
          <a:bodyPr lIns="91440" tIns="45720" rIns="91440" bIns="45720" anchor="t"/>
          <a:lstStyle>
            <a:lvl1pPr algn="l" defTabSz="914400" rtl="0" eaLnBrk="1" latinLnBrk="0" hangingPunct="1">
              <a:lnSpc>
                <a:spcPct val="90000"/>
              </a:lnSpc>
              <a:spcBef>
                <a:spcPct val="0"/>
              </a:spcBef>
              <a:buNone/>
              <a:defRPr lang="en-US" sz="2800" b="1" kern="1200" smtClean="0">
                <a:solidFill>
                  <a:schemeClr val="tx1"/>
                </a:solidFill>
                <a:latin typeface="Poppins" panose="00000500000000000000" pitchFamily="50" charset="0"/>
                <a:ea typeface="+mn-ea"/>
                <a:cs typeface="Poppins" panose="00000500000000000000" pitchFamily="50" charset="0"/>
              </a:defRPr>
            </a:lvl1pPr>
          </a:lstStyle>
          <a:p>
            <a:r>
              <a:rPr lang="en-US">
                <a:latin typeface="Poppins"/>
                <a:cs typeface="Poppins"/>
              </a:rPr>
              <a:t>How the data is prepared</a:t>
            </a:r>
            <a:endParaRPr lang="en-US"/>
          </a:p>
        </p:txBody>
      </p:sp>
      <mc:AlternateContent xmlns:mc="http://schemas.openxmlformats.org/markup-compatibility/2006">
        <mc:Choice xmlns:pslz="http://schemas.microsoft.com/office/powerpoint/2016/slidezoom" Requires="pslz">
          <p:graphicFrame>
            <p:nvGraphicFramePr>
              <p:cNvPr id="33" name="Slide Zoom 32">
                <a:extLst>
                  <a:ext uri="{FF2B5EF4-FFF2-40B4-BE49-F238E27FC236}">
                    <a16:creationId xmlns:a16="http://schemas.microsoft.com/office/drawing/2014/main" id="{BD6222FD-49BE-1FFC-E952-BDA1B0557601}"/>
                  </a:ext>
                </a:extLst>
              </p:cNvPr>
              <p:cNvGraphicFramePr>
                <a:graphicFrameLocks noChangeAspect="1"/>
              </p:cNvGraphicFramePr>
              <p:nvPr>
                <p:extLst>
                  <p:ext uri="{D42A27DB-BD31-4B8C-83A1-F6EECF244321}">
                    <p14:modId xmlns:p14="http://schemas.microsoft.com/office/powerpoint/2010/main" val="825060030"/>
                  </p:ext>
                </p:extLst>
              </p:nvPr>
            </p:nvGraphicFramePr>
            <p:xfrm>
              <a:off x="11175490" y="5942807"/>
              <a:ext cx="914400" cy="514350"/>
            </p:xfrm>
            <a:graphic>
              <a:graphicData uri="http://schemas.microsoft.com/office/powerpoint/2016/slidezoom">
                <pslz:sldZm>
                  <pslz:sldZmObj sldId="261" cId="3624687223">
                    <pslz:zmPr id="{F807CDED-A083-43E5-AC8E-9E110DC73BC5}" returnToParent="0" transitionDur="1000">
                      <p166:blipFill xmlns:p166="http://schemas.microsoft.com/office/powerpoint/2016/6/main">
                        <a:blip r:embed="rId2"/>
                        <a:stretch>
                          <a:fillRect/>
                        </a:stretch>
                      </p166:blipFill>
                      <p166:spPr xmlns:p166="http://schemas.microsoft.com/office/powerpoint/2016/6/main">
                        <a:xfrm>
                          <a:off x="0" y="0"/>
                          <a:ext cx="914400" cy="514350"/>
                        </a:xfrm>
                        <a:prstGeom prst="rect">
                          <a:avLst/>
                        </a:prstGeom>
                        <a:ln w="3175">
                          <a:solidFill>
                            <a:prstClr val="ltGray"/>
                          </a:solidFill>
                        </a:ln>
                      </p166:spPr>
                    </pslz:zmPr>
                  </pslz:sldZmObj>
                </pslz:sldZm>
              </a:graphicData>
            </a:graphic>
          </p:graphicFrame>
        </mc:Choice>
        <mc:Fallback>
          <p:pic>
            <p:nvPicPr>
              <p:cNvPr id="33" name="Slide Zoom 32">
                <a:hlinkClick r:id="rId3" action="ppaction://hlinksldjump"/>
                <a:extLst>
                  <a:ext uri="{FF2B5EF4-FFF2-40B4-BE49-F238E27FC236}">
                    <a16:creationId xmlns:a16="http://schemas.microsoft.com/office/drawing/2014/main" id="{BD6222FD-49BE-1FFC-E952-BDA1B0557601}"/>
                  </a:ext>
                </a:extLst>
              </p:cNvPr>
              <p:cNvPicPr>
                <a:picLocks noGrp="1" noRot="1" noChangeAspect="1" noMove="1" noResize="1" noEditPoints="1" noAdjustHandles="1" noChangeArrowheads="1" noChangeShapeType="1"/>
              </p:cNvPicPr>
              <p:nvPr/>
            </p:nvPicPr>
            <p:blipFill>
              <a:blip r:embed="rId2"/>
              <a:stretch>
                <a:fillRect/>
              </a:stretch>
            </p:blipFill>
            <p:spPr>
              <a:xfrm>
                <a:off x="11175490" y="5942807"/>
                <a:ext cx="914400" cy="514350"/>
              </a:xfrm>
              <a:prstGeom prst="rect">
                <a:avLst/>
              </a:prstGeom>
              <a:ln w="3175">
                <a:solidFill>
                  <a:prstClr val="ltGray"/>
                </a:solidFill>
              </a:ln>
            </p:spPr>
          </p:pic>
        </mc:Fallback>
      </mc:AlternateContent>
    </p:spTree>
    <p:extLst>
      <p:ext uri="{BB962C8B-B14F-4D97-AF65-F5344CB8AC3E}">
        <p14:creationId xmlns:p14="http://schemas.microsoft.com/office/powerpoint/2010/main" val="3430357071"/>
      </p:ext>
    </p:extLst>
  </p:cSld>
  <p:clrMapOvr>
    <a:masterClrMapping/>
  </p:clrMapOvr>
</p:sld>
</file>

<file path=ppt/theme/theme1.xml><?xml version="1.0" encoding="utf-8"?>
<a:theme xmlns:a="http://schemas.openxmlformats.org/drawingml/2006/main" name="3_Tredence New Theme">
  <a:themeElements>
    <a:clrScheme name="Tredence New Brand Colors">
      <a:dk1>
        <a:sysClr val="windowText" lastClr="000000"/>
      </a:dk1>
      <a:lt1>
        <a:sysClr val="window" lastClr="FFFFFF"/>
      </a:lt1>
      <a:dk2>
        <a:srgbClr val="44546A"/>
      </a:dk2>
      <a:lt2>
        <a:srgbClr val="E7E6E6"/>
      </a:lt2>
      <a:accent1>
        <a:srgbClr val="FE5000"/>
      </a:accent1>
      <a:accent2>
        <a:srgbClr val="004E42"/>
      </a:accent2>
      <a:accent3>
        <a:srgbClr val="6DCDB8"/>
      </a:accent3>
      <a:accent4>
        <a:srgbClr val="FFC000"/>
      </a:accent4>
      <a:accent5>
        <a:srgbClr val="5B9BD5"/>
      </a:accent5>
      <a:accent6>
        <a:srgbClr val="70AD47"/>
      </a:accent6>
      <a:hlink>
        <a:srgbClr val="0563C1"/>
      </a:hlink>
      <a:folHlink>
        <a:srgbClr val="954F72"/>
      </a:folHlink>
    </a:clrScheme>
    <a:fontScheme name="Custom 3">
      <a:majorFont>
        <a:latin typeface="Poppins 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341cdea-fa5b-4eb2-bc37-59f40704b260" xsi:nil="true"/>
    <lcf76f155ced4ddcb4097134ff3c332f xmlns="205baf8a-3526-4ff2-a767-49e3e531fe9d">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7D1FA3489C7C24492D0F9D0BAD4ED66" ma:contentTypeVersion="16" ma:contentTypeDescription="Create a new document." ma:contentTypeScope="" ma:versionID="04f5cffcf7be9523cf6b7239d29be266">
  <xsd:schema xmlns:xsd="http://www.w3.org/2001/XMLSchema" xmlns:xs="http://www.w3.org/2001/XMLSchema" xmlns:p="http://schemas.microsoft.com/office/2006/metadata/properties" xmlns:ns2="205baf8a-3526-4ff2-a767-49e3e531fe9d" xmlns:ns3="f341cdea-fa5b-4eb2-bc37-59f40704b260" targetNamespace="http://schemas.microsoft.com/office/2006/metadata/properties" ma:root="true" ma:fieldsID="dea4bf3b7312f790c1c9adc01ccdc042" ns2:_="" ns3:_="">
    <xsd:import namespace="205baf8a-3526-4ff2-a767-49e3e531fe9d"/>
    <xsd:import namespace="f341cdea-fa5b-4eb2-bc37-59f40704b26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LengthInSecond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5baf8a-3526-4ff2-a767-49e3e531fe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216492f-1b00-43ce-94d5-8598ab9f954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41cdea-fa5b-4eb2-bc37-59f40704b26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5f90d91-adb6-4b8c-b10d-6201125a23d4}" ma:internalName="TaxCatchAll" ma:showField="CatchAllData" ma:web="f341cdea-fa5b-4eb2-bc37-59f40704b2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7D97FF-48D0-4AF1-B7BC-BCEFA10038EC}">
  <ds:schemaRefs>
    <ds:schemaRef ds:uri="http://schemas.microsoft.com/sharepoint/v3/contenttype/forms"/>
  </ds:schemaRefs>
</ds:datastoreItem>
</file>

<file path=customXml/itemProps2.xml><?xml version="1.0" encoding="utf-8"?>
<ds:datastoreItem xmlns:ds="http://schemas.openxmlformats.org/officeDocument/2006/customXml" ds:itemID="{96024186-A903-4DFB-9AFE-1E775A242E49}">
  <ds:schemaRefs>
    <ds:schemaRef ds:uri="205baf8a-3526-4ff2-a767-49e3e531fe9d"/>
    <ds:schemaRef ds:uri="f341cdea-fa5b-4eb2-bc37-59f40704b26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17194A6-E7CB-4A51-9AD9-CBF32BDC0BDD}">
  <ds:schemaRefs>
    <ds:schemaRef ds:uri="205baf8a-3526-4ff2-a767-49e3e531fe9d"/>
    <ds:schemaRef ds:uri="f341cdea-fa5b-4eb2-bc37-59f40704b26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14</Slides>
  <Notes>6</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3_Tredence New Theme</vt:lpstr>
      <vt:lpstr>AI Sales Deal Prediction &amp; Recommendation Agent</vt:lpstr>
      <vt:lpstr>Agenda</vt:lpstr>
      <vt:lpstr>Business Problem &amp; Approach</vt:lpstr>
      <vt:lpstr>PowerPoint Presentation</vt:lpstr>
      <vt:lpstr>PowerPoint Presentation</vt:lpstr>
      <vt:lpstr>Worked Example</vt:lpstr>
      <vt:lpstr>Initial Findings</vt:lpstr>
      <vt:lpstr>Accuracy &amp; Validation</vt:lpstr>
      <vt:lpstr>Business value &amp; Recommended use cases: </vt:lpstr>
      <vt:lpstr>Live Demo</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Vimal Raj</dc:creator>
  <cp:revision>1</cp:revision>
  <dcterms:created xsi:type="dcterms:W3CDTF">2025-08-06T06:58:52Z</dcterms:created>
  <dcterms:modified xsi:type="dcterms:W3CDTF">2026-08-12T18:54:34Z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083ca2a-fa5f-423f-8f80-7e27cbcfb750_Enabled">
    <vt:lpwstr>true</vt:lpwstr>
  </property>
  <property fmtid="{D5CDD505-2E9C-101B-9397-08002B2CF9AE}" pid="3" name="MSIP_Label_8083ca2a-fa5f-423f-8f80-7e27cbcfb750_SetDate">
    <vt:lpwstr>2025-08-06T07:01:45Z</vt:lpwstr>
  </property>
  <property fmtid="{D5CDD505-2E9C-101B-9397-08002B2CF9AE}" pid="4" name="MSIP_Label_8083ca2a-fa5f-423f-8f80-7e27cbcfb750_Method">
    <vt:lpwstr>Privileged</vt:lpwstr>
  </property>
  <property fmtid="{D5CDD505-2E9C-101B-9397-08002B2CF9AE}" pid="5" name="MSIP_Label_8083ca2a-fa5f-423f-8f80-7e27cbcfb750_Name">
    <vt:lpwstr>Internal</vt:lpwstr>
  </property>
  <property fmtid="{D5CDD505-2E9C-101B-9397-08002B2CF9AE}" pid="6" name="MSIP_Label_8083ca2a-fa5f-423f-8f80-7e27cbcfb750_SiteId">
    <vt:lpwstr>927e65b8-7ad7-48db-a3c6-c42a67c100d6</vt:lpwstr>
  </property>
  <property fmtid="{D5CDD505-2E9C-101B-9397-08002B2CF9AE}" pid="7" name="MSIP_Label_8083ca2a-fa5f-423f-8f80-7e27cbcfb750_ActionId">
    <vt:lpwstr>e4a5cfc0-f166-4b16-8bcc-57044ae1970d</vt:lpwstr>
  </property>
  <property fmtid="{D5CDD505-2E9C-101B-9397-08002B2CF9AE}" pid="8" name="MSIP_Label_8083ca2a-fa5f-423f-8f80-7e27cbcfb750_ContentBits">
    <vt:lpwstr>0</vt:lpwstr>
  </property>
  <property fmtid="{D5CDD505-2E9C-101B-9397-08002B2CF9AE}" pid="9" name="MSIP_Label_8083ca2a-fa5f-423f-8f80-7e27cbcfb750_Tag">
    <vt:lpwstr>10, 0, 1, 1</vt:lpwstr>
  </property>
  <property fmtid="{D5CDD505-2E9C-101B-9397-08002B2CF9AE}" pid="10" name="ContentTypeId">
    <vt:lpwstr>0x010100D7D1FA3489C7C24492D0F9D0BAD4ED66</vt:lpwstr>
  </property>
  <property fmtid="{D5CDD505-2E9C-101B-9397-08002B2CF9AE}" pid="11" name="MediaServiceImageTags">
    <vt:lpwstr/>
  </property>
</Properties>
</file>